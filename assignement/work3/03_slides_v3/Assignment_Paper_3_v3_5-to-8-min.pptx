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 0:00 ถึง 0:25 (25 วินาที): ปกและบริบท
คำสำคัญ: แชตบอตแปลงคำถามเป็น SQL · โรดริโก เปโดรและคณะ · ม.ลิสบอน · ICSE 2025
บทพูด:
สวัสดีครับ วันนี้ผมนำเสนอบทความ Prompt-to-SQL Injections โดยโรดริโก เปโดร และคณะ จากมหาวิทยาลัยลิสบอน ในงานประชุม ICSE 2025 ครับ
งานวิจัยนี้ศึกษาความเสี่ยงเมื่อเว็บแอปพลิเคชันใช้โมเดลภาษาแปลงคำถามเป็น SQL ค้นฐานข้อมูล โดยผู้วิจัยได้วิเคราะห์ช่องโหว่ ทดสอบการโจมตี และพัฒนาระบบป้องกันชื่อ LangShield ครับ
อ้างอิง: ICSE 2025, IEEE Doc ID: 11029790, DOI: 10.1109/ICSE55347.2025.00007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 0:25 ถึง 1:05 (40 วินาที): ปัญหา: เมื่อ LLM เป็นผู้เขียน SQL แทนโปรแกรมเมอร์
คำสำคัญ: แอปตลาดหางานจำลอง · FastAPI + PostgreSQL · ข้อจำกัดเดิม 4 ข้อด้านซ้าย · ตัวอย่างขวา: DROP TABLE users CASCADE · ความนิยม LangChain และ LlamaIndex
บทพูด:
ผู้วิจัยทดสอบบนเว็บหางานจำลองด้วย FastAPI และ PostgreSQL ผ่านเฟรมเวิร์กยอดนิยมอย่าง LangChain และ LlamaIndex ครับ
ผู้วิจัยพบว่าการป้องกันเดิมสี่ข้อด้านซ้ายล้มเหลว: ข้อแรก Parameterized query ใช้ไม่ได้ เพราะโมเดลสร้างโครง SQL ใหม่ทั้งประโยค จึงไม่มีพารามิเตอร์ให้แยกตรวจ ข้อสอง ข้อห้ามในพรอมต์ ถูกหลบเลี่ยงได้ง่าย เพียงอ้างเป็นผู้ใช้อื่น โมเดลก็คืนข้อมูลส่วนตัวออกมา ข้อสาม ภัยแบบอ้อม ที่แอบฝังคำสั่งลวงไว้ในข้อมูลประกาศงาน จนโมเดลตอบว่าไม่มีงาน และข้อสี่ บัญชีฐานข้อมูลมีสิทธิ์เต็ม เมื่อสั่งละเลยคำสั่งเดิม โมเดลจึงสร้างคำสั่งลบตารางจริง DROP TABLE users CASCADE ตามตัวอย่างฝั่งขวาครับ
อ้างอิง: ICSE 2025, IEEE Doc ID: 11029790, DOI: 10.1109/ICSE55347.2025.00007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 1:05 ถึง 1:55 (50 วินาที): สถาปัตยกรรม LangChain 3 ขั้น และการโจมตี 7 รูปแบบ
คำสำคัญ: ภาพซ้าย: กระบวนการ 3 ขั้น · ตารางขวา: Table II เจ็ดรูปแบบบน GPT-3.5 · กลุ่ม U / RD / RI · Agent รันหลายขั้นได้ · RI.1 ได้ 60%
บทพูด:
ภาพซ้ายแสดงสถาปัตยกรรมสามขั้น โดยมี LLM ทำหน้าที่เขียน SQL, LangChain เป็นมิดเดิลแวร์ตัวกลาง, และ DBMS เป็นฐานข้อมูลรันคำสั่ง: ขั้นแรก ส่งคำถามให้ LLM แปลงเป็น SQL ขั้นสอง นำ SQL ไปรันบน DBMS และขั้นสาม ส่งผลลัพธ์กลับให้ LLM เรียบเรียงคำตอบ จุดนี้ทำให้ข้อมูลภายนอกไหลกลับเข้าสู่โมเดลได้ครับ
ตารางขวาแสดงผลเจ็ดรูปแบบบน GPT-3.5 ซ้ำยี่สิบครั้ง ค่าหนึ่งคือสำเร็จทุกครั้งครับ กลุ่ม U ไม่มีข้อห้าม จึงสั่งลบ แก้ไข หรือดึงข้อมูลได้ทั้งหมด กลุ่ม RD มีข้อห้าม แต่ผู้โจมตีพิมพ์หลบเลี่ยงสำเร็จทุกกรณี ส่วนกลุ่ม RI เป็นภัยทางอ้อม โดย RI.1 บน SQL Agent สำเร็จร้อยละหกสิบ เพราะการคิดหลายขั้นช่วยจับความขัดแย้งได้บ้าง แต่กรณี RI.2 ที่สั่งแก้ไขข้อมูลและค้นหาใหม่ Agent ถูกหลอกสำเร็จเต็มร้อยละร้อยครับ
อ้างอิง: ICSE 2025, IEEE Doc ID: 11029790, DOI: 10.1109/ICSE55347.2025.00007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 1:55 ถึง 2:45 (50 วินาที): LangShield: ป้องกัน 3 จุด ด้วย 4 เทคนิค
คำสำคัญ: Hook a: In-prompt data preloading · Hook b: Query checking (0.7 ms) + Rewriting (1.87 ms) · ตัวอย่าง: ซ้อนคิวรี user_id = 5 · Hook c: LLM guard + DeBERTa-v3
บทพูด:
ผู้วิจัยจึงพัฒนา LangShield วางจุดดักสามตำแหน่งครับ: จุด a ดึงข้อมูลผู้ใช้ใส่พรอมต์ล่วงหน้า หากพอ โมเดลจะตอบได้โดยไม่ต้องค้นฐานข้อมูล
จุด b ตรวจ SQL ก่อนส่งไป DBMS สองชั้น: หนึ่ง Query checking อนุญาตเฉพาะ SELECT ใช้เวลาศูนย์จุดเจ็ดมิลลิวินาที จึงตัดคำสั่ง DROP ทิ้งได้ทันที และสอง Query rewriting ปรับ SQL ให้จำกัดตามผู้ใช้ ใช้เวลาหนึ่งจุดแปดเจ็ดมิลลิวินาที เช่น แปลงเป็นคิวรีซ้อนล็อกเฉพาะผู้ใช้หมายเลขห้า ส่วนจุด c ใช้ LLM guard ตรวจผลลัพธ์จากฐานข้อมูลว่ามีคำสั่งแฝงหรือไม่ โดยมี DeBERTa-v3 คัดกรองเบื้องต้น สี่เทคนิคนี้ผสานกันหยุดการโจมตีทั้งเจ็ดรูปแบบได้สมบูรณ์ครับ
อ้างอิง: ICSE 2025, IEEE Doc ID: 11029790, DOI: 10.1109/ICSE55347.2025.00007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 2:45 ถึง 3:45 (60 วินาที): ผลการทดลอง: โจมตีได้เกือบทุกกรณี และป้องกันได้เมื่อซ้อนหลายชั้น
คำสำคัญ: Red Team เจาะแอปจริงสำเร็จ 22/23 · กราฟซ้าย: Guard +Thought ตรวจจับ 100% vs Rebuff 78% · False Positive 0/150 · ชุดขยาย 99.55% · DeBERTa ลดเวลาประมวลผล 56.45%
บทพูด:
ด้านแอปจริง กรอบขวาบน ผู้วิจัยนำแอปห้าตัวบน GitHub รันใน Docker ให้ Red Team เจาะระบบ ผลคือโจมตีสำเร็จถึง ยี่สิบสองจากยี่สิบสามกรณี ยืนยันว่าระบบจริงแทบไม่มีการป้องกันครับ
กราฟซ้าย ผู้วิจัยประเมิน LLM guard ใน Hook c ดักคำสั่งแฝงหกสิบรายการ: หากตรวจเฉพาะผลลัพธ์ GPT-3.5 แท่งสีเทาจับได้เพียงร้อยละห้าสิบห้า แต่เมื่อส่งคำถามร่วมด้วยและสั่งให้เขียนวิเคราะห์เหตุผล หรือ Thought อัตราตรวจจับพุ่งเป็น ร้อยละหนึ่งร้อยเต็ม ชนะ Rebuff ซึ่งเป็นเกณฑ์มาตรฐานโอเพนซอร์สที่ทำได้ร้อยละเจ็ดสิบแปด เพราะ Rebuff ขาดบริบทเฉพาะของ SQL และไม่พบผลบวกลวงในข้อมูลปกติหนึ่งร้อยห้าสิบรายการ
กรอบล่าง เพื่อลดความหน่วง ผู้วิจัยใช้ DeBERTa คัดกรองด่านแรก ช่วยลดเวลารวมลงร้อยละห้าสิบหก จากหนึ่งร้อยสี่สิบเจ็ด เหลือหกสิบสี่วินาที จึงได้ทั้งความปลอดภัยสูงสุดและความเร็วพร้อมใช้งานจริงครับ
อ้างอิง: ICSE 2025, IEEE Doc ID: 11029790, DOI: 10.1109/ICSE55347.2025.00007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 3:45 ถึง 4:25 (40 วินาที): จุดแข็ง จุดอ่อน และข้อจำกัด
คำสำคัญ: จุดแข็ง: นิยาม 7 ภัย · หลักฐานครอบคลุม · ป้องกันหลายชั้น · ข้อจำกัด: ชุดทดสอบเล็ก · ยังไม่ประเมิน Adaptive Attacker · ขอบเขต: ผูกกับ LangChain 0.1.0 และยังไม่ได้ใช้ RLS
บทพูด:
ในการวิเคราะห์ งานนี้มี จุดแข็ง สามประการครับ: หนึ่ง จัดหมวดหมู่ภัยเจ็ดแบบเป็นระบบจนใช้เป็นเกณฑ์ทดสอบได้ สอง มีหลักฐานครอบคลุม ทั้งโมเดลเจ็ดตัว แอปจริง และแจ้งเตือนผู้พัฒนาอย่างรับผิดชอบ และสาม ป้องกันหลายชั้นโดยนำกฎแน่นอนมาช่วยลดภาระ AI
ส่วน ข้อจำกัด ได้แก่: ชุดข้อมูลทดสอบยังมีขนาดเล็กและไม่ได้รายงานค่าเบี่ยงเบนมาตรฐาน ยังไม่ประเมินผู้โจมตีที่ปรับตัวหลบ guard โดยเฉพาะ และผลยังผูกกับ LangChain รุ่นศูนย์จุดหนึ่งจุดศูนย์ โดยยังไม่ได้ใช้ Row-Level Security ของฐานข้อมูลครับ
อ้างอิง: ICSE 2025, IEEE Doc ID: 11029790, DOI: 10.1109/ICSE55347.2025.00007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 4:25 ถึง 4:55 (30 วินาที): บทสรุปและการประยุกต์ใช้งาน
คำสำคัญ: บังคับความปลอดภัยด้วยสถาปัตยกรรม · Text-to-SQL Gateway · PostgreSQL Row-Level Security (RLS) · AI Agent Guardrails
บทพูด:
โดยสรุป ผู้วิจัยชี้ว่า Parameterized query เพียงอย่างเดียวไม่เพียงพออีกต่อไป เมื่อโมเดลภาษาเป็นผู้สร้าง SQL ความปลอดภัยต้องควบคุมผ่านสถาปัตยกรรมระบบ
โดยผู้วิจัยเสนอแนวทางสามข้อครับ: หนึ่ง สร้างตัวกลางตรวจและปรับแต่ง SQL ก่อนส่งไปฐานข้อมูล สอง เปิดใช้นโยบาย Row-Level Security ในระดับฐานข้อมูลควบคู่กัน และสาม ใช้โมเดลคัดกรองข้อมูลก่อนส่งกลับคืนให้ AI การป้องกันที่แท้จริง ต้องคุมทั้งคำสั่งที่ส่งไปและข้อมูลที่ดึงกลับมาครับ ขอบคุณครับ
อ้างอิง: ICSE 2025, IEEE Doc ID: 11029790, DOI: 10.1109/ICSE55347.2025.00007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สไลด์ 1: ปกและบริบ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สไลด์ 2: ปัญหา: เมื่อ LLM เป็นผู้เขียน SQL แทนโปรแกรมเมอร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สไลด์ 3: สถาปัตยกรรม LangChain 3 ขั้น และการโจมตี 7 รูปแบบ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สไลด์ 4: LangShield: ป้องกัน 3 จุด ด้วย 4 เทคนิ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สไลด์ 5: ผลการทดลอง: โจมตีได้เกือบทุกกรณี และป้องกันได้เมื่อซ้อนหลายชั้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สไลด์ 6: จุดแข็ง จุดอ่อน และข้อจำกั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สไลด์ 7: บทสรุปและการประยุกต์ใช้งา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Paper 3 Version 3: P2SQL (ICSE 2025, IEEE Doc ID: 11029790)</dc:title>
  <dc:subject>Prompt-to-SQL Injections in LLM-Integrated Web Applications: Risks and Defenses, 2025 IEEE/ACM 47th International Conference on Software Engineering (ICSE), DOI 10.1109/ICSE55347.2025.00007</dc:subject>
  <dc:creator>นายธีรภัทร ภู่ระย้า (66362416)</dc:creator>
  <cp:lastModifiedBy>นายธีรภัทร ภู่ระย้า (66362416)</cp:lastModifiedBy>
  <cp:revision>1</cp:revision>
  <dcterms:created xsi:type="dcterms:W3CDTF">2026-09-29T07:00:25Z</dcterms:created>
  <dcterms:modified xsi:type="dcterms:W3CDTF">2026-09-29T07:00:25Z</dcterms:modified>
</cp:coreProperties>
</file>