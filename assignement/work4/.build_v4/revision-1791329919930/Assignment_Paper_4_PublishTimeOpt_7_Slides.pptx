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a06c7590c4737" /><Relationship Type="http://schemas.openxmlformats.org/officeDocument/2006/relationships/extended-properties" Target="/docProps/app.xml" Id="R4c6efc77e2fa4d39" /><Relationship Type="http://schemas.openxmlformats.org/officeDocument/2006/relationships/officeDocument" Target="/ppt/presentation.xml" Id="R72a9d08f1a29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e83f9dcff490b"/>
  </p:sldMasterIdLst>
  <p:notesMasterIdLst>
    <p:notesMasterId xmlns:r="http://schemas.openxmlformats.org/officeDocument/2006/relationships" r:id="R48f7e3fec5994d1b"/>
  </p:notesMasterIdLst>
  <p:sldIdLst>
    <p:sldId xmlns:r="http://schemas.openxmlformats.org/officeDocument/2006/relationships" id="256" r:id="R9b67b222424946ec"/>
    <p:sldId xmlns:r="http://schemas.openxmlformats.org/officeDocument/2006/relationships" id="257" r:id="R98f25ec1794b4be6"/>
    <p:sldId xmlns:r="http://schemas.openxmlformats.org/officeDocument/2006/relationships" id="258" r:id="Rf9929e252b0b4136"/>
    <p:sldId xmlns:r="http://schemas.openxmlformats.org/officeDocument/2006/relationships" id="259" r:id="R5116d2de4bc44769"/>
    <p:sldId xmlns:r="http://schemas.openxmlformats.org/officeDocument/2006/relationships" id="260" r:id="Rb9da78477f7a4c3d"/>
    <p:sldId xmlns:r="http://schemas.openxmlformats.org/officeDocument/2006/relationships" id="261" r:id="R28c6bdf604c84b55"/>
    <p:sldId xmlns:r="http://schemas.openxmlformats.org/officeDocument/2006/relationships" id="262" r:id="Rcdb1be1e721f46ba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a28fc311749f0" /><Relationship Type="http://schemas.openxmlformats.org/officeDocument/2006/relationships/slideMaster" Target="/ppt/slideMasters/slideMaster1.xml" Id="R433e83f9dcff490b" /><Relationship Type="http://schemas.openxmlformats.org/officeDocument/2006/relationships/notesMaster" Target="/ppt/notesMasters/notesMaster1.xml" Id="R48f7e3fec5994d1b" /><Relationship Type="http://schemas.openxmlformats.org/officeDocument/2006/relationships/presProps" Target="/ppt/presProps.xml" Id="Rab45c15acaaa4532" /><Relationship Type="http://schemas.openxmlformats.org/officeDocument/2006/relationships/tableStyles" Target="/ppt/tableStyles.xml" Id="Rbe49e004732f47f2" /><Relationship Type="http://schemas.openxmlformats.org/officeDocument/2006/relationships/slide" Target="/ppt/slides/slide1.xml" Id="R9b67b222424946ec" /><Relationship Type="http://schemas.openxmlformats.org/officeDocument/2006/relationships/slide" Target="/ppt/slides/slide2.xml" Id="R98f25ec1794b4be6" /><Relationship Type="http://schemas.openxmlformats.org/officeDocument/2006/relationships/slide" Target="/ppt/slides/slide3.xml" Id="Rf9929e252b0b4136" /><Relationship Type="http://schemas.openxmlformats.org/officeDocument/2006/relationships/slide" Target="/ppt/slides/slide4.xml" Id="R5116d2de4bc44769" /><Relationship Type="http://schemas.openxmlformats.org/officeDocument/2006/relationships/slide" Target="/ppt/slides/slide5.xml" Id="Rb9da78477f7a4c3d" /><Relationship Type="http://schemas.openxmlformats.org/officeDocument/2006/relationships/slide" Target="/ppt/slides/slide6.xml" Id="R28c6bdf604c84b55" /><Relationship Type="http://schemas.openxmlformats.org/officeDocument/2006/relationships/slide" Target="/ppt/slides/slide7.xml" Id="Rcdb1be1e721f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a311badad94f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8c5fb89d354240" /><Relationship Type="http://schemas.openxmlformats.org/officeDocument/2006/relationships/notesMaster" Target="/ppt/notesMasters/notesMaster1.xml" Id="R17fdfc4f53ea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e98ef5c3e4a41" /><Relationship Type="http://schemas.openxmlformats.org/officeDocument/2006/relationships/notesMaster" Target="/ppt/notesMasters/notesMaster1.xml" Id="R1df5835eca15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7220afa514e48" /><Relationship Type="http://schemas.openxmlformats.org/officeDocument/2006/relationships/notesMaster" Target="/ppt/notesMasters/notesMaster1.xml" Id="Rb8fc9fc98c6a47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ac549edf04d7e" /><Relationship Type="http://schemas.openxmlformats.org/officeDocument/2006/relationships/notesMaster" Target="/ppt/notesMasters/notesMaster1.xml" Id="R3632309794ab49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91a83b4ad4ca5" /><Relationship Type="http://schemas.openxmlformats.org/officeDocument/2006/relationships/notesMaster" Target="/ppt/notesMasters/notesMaster1.xml" Id="R64d0c6eee89d49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05aa8ed86a4c02" /><Relationship Type="http://schemas.openxmlformats.org/officeDocument/2006/relationships/notesMaster" Target="/ppt/notesMasters/notesMaster1.xml" Id="Rb2824022db8340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c9cd68fb554a4d" /><Relationship Type="http://schemas.openxmlformats.org/officeDocument/2006/relationships/notesMaster" Target="/ppt/notesMasters/notesMaster1.xml" Id="R8bd2c3d8ffb1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บทความของ Ron Pechuk และ Jeffrey Heer จาก University of Washington ศึกษาปัญหาที่พบตั้งแต่เปิดเว็บแสดงภาพข้อมูล ภาพยังไม่ปรากฏ และตัวกรองยังไม่พร้อมทำงาน แนวคิดหลักคือย้ายการคำนวณที่ทำซ้ำไปไว้ก่อนเผยแพร่ เพื่อให้การเปิดแต่ละเซสชันเริ่มจากผลลัพธ์ที่เตรียมไว้แล้ว งานนี้ตีพิมพ์ใน IEEE VIS ปี 2025 และใช้ Mosaic เป็นระบบทดลอง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ประเด็นที่ต้องแยกก่อนคือ เห็นภาพแล้วไม่ได้หมายความว่าโต้ตอบได้แล้ว เว็บอาจดาวน์โหลดข้อมูล รันคิวรีและวาดชาร์ตสำเร็จ แต่ยังเริ่มระบบรับอินพุตไม่ครบ งานนี้จึงวัดสองเวลา TTR คือเวลาจนภาพข้อมูลทั้งหมดปรากฏ ส่วน TTA คือเวลาจนระบบพร้อมรับการเลือกหรือการกรองข้อมูล แคชที่สร้างระหว่างใช้งานช่วยการโต้ตอบครั้งต่อไป แต่เซสชันแรกยังต้องรอสร้างแคช นี่คือช่องว่างที่การคำนวณช่วงเผยแพร่เข้ามาแก้ ตัวชี้วัดที่สามคือพื้นที่จัดเก็บ เพราะการทำให้เร็วขึ้นอาจต้องเพิ่มทรัพยากร ไม่ใช่ประโยชน์ที่ได้โดยไม่มีต้นทุน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ภาพสถาปัตยกรรมแสดงการย้ายงานสามกลุ่ม คือเตรียมข้อมูล สร้างทรัพยากรคำนวณ และวาดภาพเริ่มต้น Mosaic Publisher เริ่มจากอ่านข้อกำหนด YAML เป็น AST จากนั้นจำลองการเลือกและอินพุตใน Virtual DOM เพื่อกระตุ้นคิวรีที่จำเป็น DuckDB จะคำนวณผลลัพธ์และผลรวมที่ต้องใช้แล้วบันทึกเป็นทรัพยากรเผยแพร่ ขั้นสุดท้ายแก้ข้อกำหนดให้ชี้ไปยังข้อมูลที่เตรียมไว้ พร้อมสร้างสคริปต์เติมแคชและฐานข้อมูล จุดสำคัญคือแคชกับผลรวมถูกใช้ผ่านตัวกลาง Mosaic ได้ ส่วนที่ต้องเปลี่ยนแหล่งข้อมูลจึงค่อยแก้ AST การทำงานไม่ได้หมายถึงสร้างภาพทุกสถานะไว้ทั้งหมด แต่เตรียมงานที่ระบุได้จากข้อกำหนดและรูปแบบการโต้ตอบ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มุมมองสถิตส่งเนื้อหาที่วาดเสร็จแล้วได้โดยไม่ต้องเพิ่มสคริปต์โต้ตอบ แต่มุมมองโต้ตอบยังต้อง hydration เพื่อเริ่มคอมโพเนนต์ฝั่งเบราว์เซอร์ Figure 4 แยกต้นทุนให้เห็นบนข้อมูลสิบล้านแถว ภาพล่วงหน้าลดงานวาดตอนเปิดหน้า แต่ hydration ของระบบรุ่นนี้มีต้นทุนใกล้กับการเรนเดอร์ฝั่งไคลเอนต์เต็มชุด จึงเกิดผลลัพธ์ที่ดูเหมือนขัดกัน คือภาพมาเร็วมาก แต่เวลาโต้ตอบดีขึ้นเพิ่มเพียงเล็กน้อยจากระดับแคช ต้องแยกให้ชัดว่า progressive hydration ยังไม่ได้เป็นวิธีที่ทดลอง ผู้วิจัยเสนอให้ศึกษาวิธี hydration ที่ละเอียดขึ้นเพื่อลดภาระส่วนนี้ในอนาคต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การทดลองใช้ภาพข้อมูลห้ารูปแบบ ตั้งแต่หนึ่งหมื่นถึงสิบล้านแถว รันบน MacBook Pro M1 Pro กับ local server และ DuckDB-WASM Figure 3 แสดงมัธยฐานเวลา เส้นเงาคือ IQR ส่วน Table 1 เป็นค่าเฉลี่ยการเปลี่ยนแปลงร้อยละเทียบกับไม่ปรับปรุง การเตรียมข้อมูลอย่างเดียวช่วยน้อย เพราะชุดข้อมูลไม่มีคอลัมน์เกินหรือคิวรีเตรียมที่หนัก เมื่อเพิ่มแคช TTA ลดเฉลี่ย 32.3 เปอร์เซ็นต์ เมื่อรวมภาพล่วงหน้า TTR ลด 83.7 เปอร์เซ็นต์ และ TTA ลด 33.3 เปอร์เซ็นต์ ผลต่างของการลด TTA คือหนึ่งจุดเปอร์เซ็นต์จากฐานเดียวกัน ไม่ใช่เร็วขึ้นหนึ่งเปอร์เซ็นต์เทียบแคชโดยตรง และยังสรุปนัยสำคัญไม่ได้ ด้านพื้นที่เพิ่มเฉลี่ย 21.2 เปอร์เซ็นต์ พร้อมส่วนเบี่ยงเบนมาตรฐาน 29.9 เปอร์เซ็นต์ การเลือกใช้จึงต้องดูเงื่อนไขแต่ละระบบ ไม่อาจถือค่าเฉลี่ยเป็นผลรับรองทุกกรณี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จุดเด่นของงานคือวางกรอบเปรียบเทียบภาพปรากฏกับพร้อมโต้ตอบ แสดงกลไกที่ใช้งานได้จริง และรายงานพื้นที่ที่ต้องแลกพร้อมเวลา อย่างไรก็ตาม ผลทดสอบยังจำกัดอยู่ที่เครื่องและเครือข่ายภายในชุดเดียว ไม่มีการทดลองบนมือถือหรือข้อมูลไหลเข้าตลอดเวลา อีกด้านหนึ่ง จำนวนสถานะการเลือกและมิติผลรวมอาจเพิ่มพื้นที่มาก รวมถึงข้อมูลที่เปลี่ยนต้องสร้างทรัพยากรใหม่ หลักฐานจึงสนับสนุนประสิทธิผลในชุดทดสอบ แต่ยังไม่ครอบคลุมเงื่อนไขการใช้งานทั้งหมด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§3–5 · PDF หน้า 2–4; ข้อวิจารณ์จากการอ่าน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ข้อสรุปจากการอ่านคือ แคชล่วงหน้าลดงานก่อนพร้อมโต้ตอบ ส่วนภาพล่วงหน้าลดเวลารอเห็นภาพ ทั้งสองกลไกแก้คนละช่วงของการเปิดเว็บ และต้องชั่งน้ำหนักกับพื้นที่จัดเก็บ ด้านแนวทางที่ทีมวิจัยเสนอมีสามประเด็น หนึ่ง ศึกษา hydration ที่ละเอียดขึ้นเพื่อลดคอขวดฝั่งไคลเอนต์ สอง ผสานการคำนวณช่วงเผยแพร่กับรันไทม์ และสร้างทรัพยากรใหม่เฉพาะส่วนที่เปลี่ยน สาม พัฒนาวิธีเลือกระดับการปรับปรุงจากข้อมูลกับข้อกำหนดภาพโดยอัตโนมัติ แนวทางเหล่านี้ยังเป็นงานในอนาคต ไม่ใช่ผลที่ทดลองแล้ว ประเด็นหลักของบทความจึงอยู่ที่การจัดงานคำนวณให้เกิดในเวลาที่เหมาะสม พร้อมวัดทั้งความเร็วและต้นทุนที่ย้ายไปช่วงเผยแพร่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d1c23290c40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dc182f1dc4122" /><Relationship Type="http://schemas.openxmlformats.org/officeDocument/2006/relationships/slideLayout" Target="/ppt/slideLayouts/slideLayout1.xml" Id="R41716639acfe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16639acfe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0c90a97f145c9" /><Relationship Type="http://schemas.openxmlformats.org/officeDocument/2006/relationships/notesSlide" Target="/ppt/notesSlides/notesSlide1.xml" Id="Ra76d3e70380f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6169b8ba48a6" /><Relationship Type="http://schemas.openxmlformats.org/officeDocument/2006/relationships/notesSlide" Target="/ppt/notesSlides/notesSlide2.xml" Id="Rf4c01202b632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1a8fb5de349b3" /><Relationship Type="http://schemas.openxmlformats.org/officeDocument/2006/relationships/image" Target="/ppt/media/image.png" Id="R8acb160ec8354736" /><Relationship Type="http://schemas.openxmlformats.org/officeDocument/2006/relationships/notesSlide" Target="/ppt/notesSlides/notesSlide3.xml" Id="Re1d745f5abf34f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1a5b0eeef426f" /><Relationship Type="http://schemas.openxmlformats.org/officeDocument/2006/relationships/image" Target="/ppt/media/image2.png" Id="Re54e79aa858f4338" /><Relationship Type="http://schemas.openxmlformats.org/officeDocument/2006/relationships/notesSlide" Target="/ppt/notesSlides/notesSlide4.xml" Id="R861add7da12548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dcaf01984122" /><Relationship Type="http://schemas.openxmlformats.org/officeDocument/2006/relationships/image" Target="/ppt/media/image3.png" Id="R3da7cc3fe3f64e8c" /><Relationship Type="http://schemas.openxmlformats.org/officeDocument/2006/relationships/notesSlide" Target="/ppt/notesSlides/notesSlide5.xml" Id="R92e0b89a2efd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45c34c174468" /><Relationship Type="http://schemas.openxmlformats.org/officeDocument/2006/relationships/notesSlide" Target="/ppt/notesSlides/notesSlide6.xml" Id="R1de250e77d4e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2a1e3d564ddc" /><Relationship Type="http://schemas.openxmlformats.org/officeDocument/2006/relationships/notesSlide" Target="/ppt/notesSlides/notesSlide7.xml" Id="R1619072901284c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E81C9F36-8E32-4C29-B5FA-45A4F1F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75DF6F5-E44E-42ED-8726-CAC979D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F1CAF09-806C-4FB3-B891-FA54B85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F350F3E3-5A24-4A56-BAE1-871905C2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18A73F0-C3D6-477D-B8E5-E30C826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F15F7F2-5240-4FAE-9624-80687AC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63F6D26-5961-4789-A1A2-D43B0C6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AC99277-9C2C-4BCB-AED7-1710CD5E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2005970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D51742CC-4CA2-4C3A-B7DC-68EACE1F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1C62E9F1-B5F9-4254-92A2-A7F99E3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09CBC5D5-8E18-44E9-800F-BAFEFB5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4801D3D2-C22D-4B83-991F-0F536D2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B228D163-4A91-477E-A397-37FAA05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169E1F9E-88AE-4EC6-8D6E-907A541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618976AB-7846-4DBC-9892-ADD1199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ข้อจำกัดของการประมวลผลตอนรันไทม์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98C764B9-ABA0-49E5-945C-D387214A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DFCD61B3-4D46-43EC-9915-252F804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การคำนวณซ้ำซ้อนบนเบราว์เซอร์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C586436D-7162-4482-9F08-ED8F00A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เบราว์เซอร์ต้องดาวน์โหลดข้อมูลดิบ รันคิวรีรวมกลุ่ม และวาดชาร์ตใหม่ทุกครั้ง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ส่งผลให้เกิดความหน่วงสูง โดยเฉพาะกับชุดข้อมูลขนาดใหญ่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140A0604-E323-4E29-AFC8-BC6CB2D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E59742AD-3131-4E38-B733-1E6E3314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FF683DAA-96E3-45BC-960A-3B14C3FD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ปัญหาความหน่วงตอนเปิดหน้าครั้งแรก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87D595C6-7F27-40D0-AE9C-F5FC345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ระบบแคชแบบเดิมทำงานตอนรันไทม์ ทำให้ผู้เข้าชมคนแรก (Cold-Start)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ยังคงต้องรอโหลดข้อมูลและคำนวณใหม่ตั้งแต่ต้นโดยไม่ได้รับประโยชน์จากแคช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CD2E87E4-18DF-482C-9C93-96073E9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F149FA21-C7B8-4013-916C-0E3CE07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8E621972-3339-40D9-BF58-E96FF51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ภาพปรากฏแต่ยังไม่พร้อมโต้ตอบ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6FA2CEE4-8F7A-429E-9178-380BA00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ชาร์ตแสดงผลบนหน้าจอแล้ว แต่ระบบภายในยังคอมไพล์สคริปต์ไม่เสร็จ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ทำให้ผู้ใช้ไม่สามารถคลิก ซูม หรือฟิลเตอร์ข้อมูลได้ทันที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BBBB0765-05B9-4B82-8EC3-E2939584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553738AB-5318-4937-A91E-2A84ACDA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ตัวชี้วัดประสิทธิภาพและต้นทุนระบบ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33C4055E-A7F3-465B-837C-EAB2789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39A3E865-50E2-4FEC-893B-64632DA8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96C31765-69DD-419B-9ADA-74510966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จนกระทั่งชาร์ตแสดงผลครบถ้วนบนหน้าจอ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สะท้อนความเร็วที่ผู้ใช้รับรู้ได้จริง (Perceived Latency) เทียบเคียงกับ FCP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5AFD1F06-49AE-49C4-A314-017A4CE8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79C898E9-DC20-48DE-B372-F77DEBB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553DB379-86EB-414C-90AF-C64DB9D1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42DCB989-C0C0-4238-96B2-68CFC433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เวลาจนกระทั่งระบบพร้อมรับการคลิก ซูม หรือเลือกฟิลเตอร์ข้อมูล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ชี้วัดความพร้อมใช้งานจริงของอินเทอร์เฟซ เทียบเคียงกับ TTI บนเว็บ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D8C80FEF-C5B7-4913-AD4F-B52C577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3D84CE27-53E3-4A9B-9D7B-7B62099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1F5F961B-20E4-45F3-B45C-193CBEB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1F783764-1256-440F-8048-4FBE8C3F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ขนาดไฟล์แคช ข้อมูลสรุปล่วงหน้า และภาพร่างที่เพิ่มขึ้นบนเซิร์ฟเวอร์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ใช้ประเมินความคุ้มค่าเชิงวิศวกรรมที่ต้องแลกกับความเร็วในการเปิดหน้าเว็บ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E085AB85-B52C-4154-A768-80729BA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1935616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C78619D5-B86D-447B-AE2E-32043D5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CE1AA9D6-EA11-4419-AC80-7363CCE1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3B2C7BFF-CC93-4658-AC19-6F1D6B9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CD810102-2D79-4EC2-A708-01281C1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9E6D1610-CC4B-42EC-AD54-CDE83A39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D3575D24-39E5-431A-AFB5-2A0D8F9A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90C2DBE9-B146-492A-AB52-38C8BEA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b160ec8354736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76D4FC91-2428-43E8-B1A6-65862BF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DB5A355F-0795-4535-9F20-F378294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42CCB8B9-2B83-49F4-B542-8D90F8FF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37FBE6FE-8C48-437E-9873-F6BAF96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758D971C-BC26-42CC-9128-0006E6C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4918DF37-9EE1-4AA6-B5EF-DB8B4B79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DE4EAA9B-15A9-4A8B-A3B9-1884FEDF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2C5B6867-6B44-4DDE-97F1-132D29D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DD464274-EFC5-4266-84FF-6C8AF00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5DFC0287-72BA-45AE-B769-820062FF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03F68E4C-C133-4276-8745-0D70C2D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57608DDB-5B44-4132-BEA0-F397DA71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B0BD6623-4291-4F8A-BCEE-DCB87A9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124689C9-8388-446E-880F-02AE5F5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E436945E-76B4-4900-A1D3-2C486760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333D37D5-90E1-49D9-92DF-1AA29E5B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FBF06E20-6200-4AC1-AAD3-0E6F0A4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757F5D43-034F-4F8A-B07B-E0F11E8C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2D0B5695-297C-487E-B20A-7FE23476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ลดภาระการส่งข้อมูลข้ามเครือข่าย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A41E6977-3F92-448B-9A78-C6906E7E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599DA11D-096D-4256-A904-F53DA401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594B1718-7F9A-4A5C-8664-4118374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1101DF49-3112-49D6-B534-5CFF5F5F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13CCF5E5-BDD8-4E38-A3B8-633BDF17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78B8B969-682D-4669-8768-61D863F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72500A67-1070-4CB0-BF1C-CE474CB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E83763D2-D752-4EB9-BD38-F9A4A27D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3CA81E39-967C-489A-BBE5-36254BD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2140303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B0FB3A9E-C0AC-479C-AD4C-085BECC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C3F3DBBA-269E-4E20-992A-50FE5F3D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ภาพล่วงหน้าและต้นทุน Client Hydration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F6D0F9D3-D8CC-49EB-8310-D1C4E828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CCC4694A-822C-4E02-90E4-00203C47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B4D99E15-1BBC-4365-A4A7-57B77F3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13B508F5-0DF2-4E11-B635-8043EE46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BE56F213-8AD0-420C-B317-95D02534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e79aa858f4338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0F37D68E-42F8-4826-B6FD-AEE27C6B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7846FCD4-2827-42A7-A342-1E10A242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E0683E97-5A76-45E0-9A5D-EF36998D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AD5A681C-AE22-4467-8394-406BAFEA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96DF81D9-6B1B-417C-BAFB-3C5B310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ลดลง 83.7%)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CC29B63C-4977-4FCD-881B-AF0A8634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30F2CDBE-8835-478C-A780-2725407E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2B8936F0-98A9-41EF-BEE5-CEDF5D0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2C2DBE65-5E95-47DC-A80B-F9787C2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30BCB63F-D51F-4434-BAAE-D0BF0A3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06C8EE7D-9AE0-4F7F-8B39-7105984D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1D328BE0-159A-4CC8-8739-C5D3BA7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EEBCAAA7-4BF0-43C8-97B5-19CC24A9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5B795C3C-E535-4893-8CB4-96BA28DB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85F694BD-651B-432A-B47B-2460F78A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1378627B-515F-4F8A-B748-3A94F49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F668E566-22D0-4DC2-AC5A-956F0DF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A49CF260-401F-4925-96E7-BF7B801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8A410F1F-8F7D-4067-8932-92AFA14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FB901566-1275-470D-8608-BCB8862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2B2BDDCD-DB89-4A99-871D-52A008C9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1DB7352A-C964-40C9-9575-97D8776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F87BD7B3-7FB2-4530-B47F-79733167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FD18ECF2-9266-46F2-AA4E-9D667C19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8DE9703A-84D8-47B8-9055-B462BE79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37BEF916-3083-448A-AEC8-6F3A26D5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D3A9DCB8-FAB5-4535-B86D-74190998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ที่ละเอียดขึ้นเป็นแนวทางวิจัยต่อ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9305DCB0-FC94-48C0-B26D-F4344BFC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108728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5140015D-5CB0-4C74-BEB4-635DC4FE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FBCBF1E8-69F2-49A6-885F-89A4BC83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ผลทดลองและการชั่งน้ำหนักทรัพยากร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2857BE53-69B6-46A0-B08A-8D6CD56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DAF35960-D34F-401C-BF16-32EE5CA8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D2A6F1AE-EA31-40AB-9486-3CF6975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02436AF1-85EF-4D04-A033-4BF60C9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BA55EA55-66A9-4666-B020-12020F2E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7cc3fe3f64e8c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35CE3C40-135E-48DE-B9D9-FD2F8E8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EA5A8622-49E9-427B-BF13-DE0F6BA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9D35B30A-71DF-4A40-B88A-26968D6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708DFCF3-B2C8-4A7D-B7D0-276CFAA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C8CA5CB9-365D-4368-BD6A-44CAF11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6F4B7771-22CE-4B75-98F0-3A47EAAF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ED319E0D-A706-4BB3-84CD-EC6DA048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50ECBFBA-1E0E-492E-BE34-D928A6C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4FE374C9-1C52-4FD6-8E79-A03E6CD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FA5F6655-17ED-41EC-9EC5-5F27A60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6CEFD67B-8C91-4166-9711-0E64CB6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E282DCD2-AE84-4016-9513-0E12BC0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9FC98917-9216-4D4B-9855-C28A508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7533F925-F6C1-461C-90D3-33EA2E2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75DF0693-8957-4EB2-A662-A3A07237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D9F70CE0-C1E2-4467-AE75-21B348F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00D0EC28-0235-42E2-8CCC-44E74D8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243EF9DE-391E-43D6-BF5F-997A477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8E674B12-4B73-4D85-BB9D-3B005632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05A4E8F8-487A-4A92-873B-A6C2332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ผลต่างการลด TTA: 33.3 − 32.3 = 1.0 จุดเปอร์เซ็นต์ เมื่อใช้ Baseline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08A15747-E453-428D-B29C-AB1F4418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920994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DB80C7DE-3BE7-45AE-B51A-3E39F30F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F94D09A0-D769-4504-9AA5-022852B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ผลงานหลักและข้อจำกัดของบทความ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95824B9B-A736-464B-9A4C-2CE2987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7C264B0C-C397-4555-8563-C14FAFE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1CD24470-D1A1-4C22-A033-BFB42C35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9356D22A-1CF8-4FAE-BCF9-90FC9C74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0AFF1AE9-CF22-4E3F-AC4F-FF2BCA4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ผลงานหลักของบทความ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0DCE2E48-FA4C-45CC-9130-BE5B5B1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651E7460-FC27-4C35-84AC-899F942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กลไกช่วงเผยแพร่ที่ใช้กับระบบจริง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F464CA15-71D1-4071-93D0-20A3EFF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และภาพเริ่มต้นผ่าน Mosaic Publisher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ใช้ตัวกลางคิวรีร่วมกับการแก้ข้อกำหนดเฉพาะจุด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2855E580-A50A-4F78-9A2C-8BACA2D2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EAD3467D-BFE2-4C0A-8140-181F1DC5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24F488EF-76C4-4622-BD12-288A5D2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 TTR / TTA / SC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5E69108C-30D9-4EA1-8B7D-83F6D2D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แยกเวลาจนภาพครบจากเวลาพร้อมรับอินพุต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พร้อมรายงานต้นทุนพื้นที่ที่เพิ่มขึ้น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50E608CB-432F-4726-B0D5-F37EA4B5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B4D1191D-29A8-4830-952F-9BFAEFF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4AF2CB24-175A-4587-A118-FAD2C8D0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ทดสอบแบบเพิ่มระดับการปรับปรุง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603F8897-E14F-4F6D-8FD9-328BC9F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ภาพข้อมูล 5 รูปแบบ ที่ข้อมูล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ทำให้เห็นว่าแคชกับภาพล่วงหน้าช่วยคนละช่วง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91FF4550-8D0B-4B45-9A9E-66FFACD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4032A56A-7C05-45D8-AE46-9B78A054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ข้อจำกัดจากการอ่าน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2C58D888-F9C8-421A-BCEE-370D637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D98AE965-6BBB-4C51-B528-3F5F033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สภาพแวดล้อมการทดสอบจำกัด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AFAC5681-6D5A-4846-8FA2-F72337C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MacBook Pro M1 Pro และ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ยังไม่ได้ประเมินมือถือหรือเครือข่ายระยะไกล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7C7BBBBB-D2F7-4846-92A8-7750C0F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100E2129-CDE2-4410-848F-A3836359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5BE7802A-18AF-4264-8887-E841569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 Hydration และพื้นที่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53A7282A-2D1A-42C1-9069-B8CF04B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ยังเริ่มคอมโพเนนต์ฝั่งไคลเอนต์ตามปกติ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แต่ σ สูงถึง 29.9%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55963750-BA8D-4F6C-933E-55C1AA2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20B960CC-9CAE-410C-979B-798D418C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465CF7AB-BB15-47DA-AE9B-ED7D08D3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ความสดและการรายงานการทดลอง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936F7C91-B285-4E6F-B005-C2B6FED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PDF ไม่ระบุจำนวนรอบทดลองซ้ำ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6AE1EBB4-69FF-491F-8552-19E78801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(หน้า PDF 2–4) · ข้อจำกัดสังเคราะห์จากขอบเขตหลักฐาน</a:t>
            </a:r>
          </a:p>
        </p:txBody>
      </p:sp>
    </p:spTree>
    <p:extLst>
      <p:ext uri="{BB962C8B-B14F-4D97-AF65-F5344CB8AC3E}">
        <p14:creationId xmlns:p14="http://schemas.microsoft.com/office/powerpoint/2010/main" val="928334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03EE9530-FAE5-4C0C-A9C7-4D5961A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318475E7-4660-4290-8455-4C437DC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ข้อสรุปและแนวทางวิจัยต่อ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83759B23-7197-4350-8073-08A27CF8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9D65464E-544B-48EA-B899-AE197C74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6E171A6A-43A9-41CE-A59E-D943429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26B25481-6435-4198-8B59-B918465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3C247605-AE88-45C0-9096-9FFB9CA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ข้อสรุปจากการอ่าน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6CA5F2D6-5617-444B-BC00-DE882B4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D1394D21-C8DC-4C0E-ACE3-BC7004B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แคชลดงานก่อนพร้อมโต้ตอบ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751BA1B8-67C0-4A98-9CED-6DACAEE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+cache ลด TTA เฉลี่ย 32.3%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เป็นส่วนหลักของการลด TTA ในชุดทดสอบ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CEBFE787-B136-4AA0-9E38-119129E7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286CE8BB-6359-40C0-AE41-2C1F692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0006F254-9493-43FA-9028-5FD107F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ภาพล่วงหน้าลดเวลารอเห็นภาพ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F878C1EC-0A99-4DC8-9139-EC3FB21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ภาพมาเร็ว แต่ยังเหลือต้นทุน Hydration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A22EB935-59B0-4FFC-BC8C-4389839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27027BEA-D524-4B0A-86CA-B644528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B99BE6B0-71DA-4944-84A2-553E1F7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ผลด้านความเร็วมีต้นทุนพื้นที่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6CF85118-09DF-4359-8AD1-A8FF893E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ชุดรวมเพิ่ม SC เฉลี่ย 21.2% ± 29.9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ประโยชน์ต้องพิจารณาตามเงื่อนไขของระบบ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F008A281-4914-4084-A3FA-2FB0261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9E5C0DE9-B319-4292-8AA3-1140AD1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แนวทางที่ทีมวิจัยเสนอ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A38D4D26-434B-48B9-AB82-A23D965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0B056935-78CF-42D9-83BF-037F699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8AB8133C-FA1D-4DE6-83E3-C28926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ลดงานเริ่มคอมโพเนนต์ฝั่งไคลเอนต์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C2354861-4391-41DB-95D4-DA576195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5EE0CFE2-91D8-47E0-AD42-89EF2E5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C9FB8048-E9E0-42B2-8D48-5AAE1418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Hybrid และ Incremental Regeneration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D8CE209A-8061-4DD7-9607-7F9282C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ผสานการปรับปรุงช่วงเผยแพร่กับรันไทม์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และสร้างทรัพยากรใหม่เฉพาะส่วน (§6)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7151CFF4-7308-4C09-8C87-E9F5288E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97AEB148-39E8-4313-827F-A9580C14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8DDFEF93-2D6D-43A2-BFDC-CC4FB4A0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เลือกการตั้งค่าโดยอัตโนมัติ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7C5C9094-C5A4-413D-B394-3695125F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พัฒนาวิธีเลือกระดับการปรับปรุงจากข้อมูล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และข้อกำหนดภาพ แนวทางนี้ยังไม่ได้ทดลอง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2034E7C0-5AAD-43B3-9212-2C4904E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ซ้าย Table 1 / Figure 4 · ขวา Sections 5–6 (หน้า PDF 4) · แนวทางวิจัยต่อยังไม่ได้ประเมิน</a:t>
            </a:r>
          </a:p>
        </p:txBody>
      </p:sp>
    </p:spTree>
    <p:extLst>
      <p:ext uri="{BB962C8B-B14F-4D97-AF65-F5344CB8AC3E}">
        <p14:creationId xmlns:p14="http://schemas.microsoft.com/office/powerpoint/2010/main" val="79688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2026-10-06T23:38:38.8250000Z</dcterms:created>
  <dcterms:modified xsi:type="dcterms:W3CDTF">2026-10-06T23:38:38.8250000Z</dcterms:modified>
</coreProperties>
</file>