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0ed19db0145e8" /><Relationship Type="http://schemas.openxmlformats.org/officeDocument/2006/relationships/extended-properties" Target="/docProps/app.xml" Id="Rd6222907851d4439" /><Relationship Type="http://schemas.openxmlformats.org/officeDocument/2006/relationships/officeDocument" Target="/ppt/presentation.xml" Id="Rfcd4460479bd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3b961677e48bf"/>
  </p:sldMasterIdLst>
  <p:notesMasterIdLst>
    <p:notesMasterId xmlns:r="http://schemas.openxmlformats.org/officeDocument/2006/relationships" r:id="R1c730f49263f4da4"/>
  </p:notesMasterIdLst>
  <p:sldIdLst>
    <p:sldId xmlns:r="http://schemas.openxmlformats.org/officeDocument/2006/relationships" id="256" r:id="Rd4888d1f3bef4ff6"/>
    <p:sldId xmlns:r="http://schemas.openxmlformats.org/officeDocument/2006/relationships" id="257" r:id="R90bfc5ce6b2e4230"/>
    <p:sldId xmlns:r="http://schemas.openxmlformats.org/officeDocument/2006/relationships" id="258" r:id="Rbd102319ca594a01"/>
    <p:sldId xmlns:r="http://schemas.openxmlformats.org/officeDocument/2006/relationships" id="259" r:id="R921287b80aa94f33"/>
    <p:sldId xmlns:r="http://schemas.openxmlformats.org/officeDocument/2006/relationships" id="260" r:id="R480e11b0b9d24d1c"/>
    <p:sldId xmlns:r="http://schemas.openxmlformats.org/officeDocument/2006/relationships" id="261" r:id="R0fb7e7ffe603453e"/>
    <p:sldId xmlns:r="http://schemas.openxmlformats.org/officeDocument/2006/relationships" id="262" r:id="Rceb85761d6194de3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2a82d80d6456e" /><Relationship Type="http://schemas.openxmlformats.org/officeDocument/2006/relationships/slideMaster" Target="/ppt/slideMasters/slideMaster1.xml" Id="R0da3b961677e48bf" /><Relationship Type="http://schemas.openxmlformats.org/officeDocument/2006/relationships/notesMaster" Target="/ppt/notesMasters/notesMaster1.xml" Id="R1c730f49263f4da4" /><Relationship Type="http://schemas.openxmlformats.org/officeDocument/2006/relationships/presProps" Target="/ppt/presProps.xml" Id="R64c3f21f95254e68" /><Relationship Type="http://schemas.openxmlformats.org/officeDocument/2006/relationships/tableStyles" Target="/ppt/tableStyles.xml" Id="R5f4abaa76a644d64" /><Relationship Type="http://schemas.openxmlformats.org/officeDocument/2006/relationships/slide" Target="/ppt/slides/slide1.xml" Id="Rd4888d1f3bef4ff6" /><Relationship Type="http://schemas.openxmlformats.org/officeDocument/2006/relationships/slide" Target="/ppt/slides/slide2.xml" Id="R90bfc5ce6b2e4230" /><Relationship Type="http://schemas.openxmlformats.org/officeDocument/2006/relationships/slide" Target="/ppt/slides/slide3.xml" Id="Rbd102319ca594a01" /><Relationship Type="http://schemas.openxmlformats.org/officeDocument/2006/relationships/slide" Target="/ppt/slides/slide4.xml" Id="R921287b80aa94f33" /><Relationship Type="http://schemas.openxmlformats.org/officeDocument/2006/relationships/slide" Target="/ppt/slides/slide5.xml" Id="R480e11b0b9d24d1c" /><Relationship Type="http://schemas.openxmlformats.org/officeDocument/2006/relationships/slide" Target="/ppt/slides/slide6.xml" Id="R0fb7e7ffe603453e" /><Relationship Type="http://schemas.openxmlformats.org/officeDocument/2006/relationships/slide" Target="/ppt/slides/slide7.xml" Id="Rceb85761d619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add9f383f440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77a2189094ff5" /><Relationship Type="http://schemas.openxmlformats.org/officeDocument/2006/relationships/notesMaster" Target="/ppt/notesMasters/notesMaster1.xml" Id="R0a043c729fa24f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b76af140d944b7" /><Relationship Type="http://schemas.openxmlformats.org/officeDocument/2006/relationships/notesMaster" Target="/ppt/notesMasters/notesMaster1.xml" Id="Rc836955a5be2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ad0ea583a43a6" /><Relationship Type="http://schemas.openxmlformats.org/officeDocument/2006/relationships/notesMaster" Target="/ppt/notesMasters/notesMaster1.xml" Id="R0dcedf4ecd9746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e1dc59ef554ece" /><Relationship Type="http://schemas.openxmlformats.org/officeDocument/2006/relationships/notesMaster" Target="/ppt/notesMasters/notesMaster1.xml" Id="R1f2d118cbfa74c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1e1ccccd14765" /><Relationship Type="http://schemas.openxmlformats.org/officeDocument/2006/relationships/notesMaster" Target="/ppt/notesMasters/notesMaster1.xml" Id="Rb343989b6a9e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7d1bbccc22407b" /><Relationship Type="http://schemas.openxmlformats.org/officeDocument/2006/relationships/notesMaster" Target="/ppt/notesMasters/notesMaster1.xml" Id="Rb3225c470e9c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8bf96b248244d8" /><Relationship Type="http://schemas.openxmlformats.org/officeDocument/2006/relationships/notesMaster" Target="/ppt/notesMasters/notesMaster1.xml" Id="R0466ca51edbc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 Publish-Time Optimizations for Web-Based Visualizations ของ Ron Pechuk และ Jeffrey Heer จาก University of Washington ตีพิมพ์ใน IEEE VIS ปี 2025 ศึกษาว่าเว็บแสดงภาพข้อมูลจะเปิดเร็วขึ้นได้อย่างไร แนวคิดคือย้ายงานเตรียมข้อมูล แคช และภาพเริ่มต้นไปทำก่อนเผยแพร่ แล้วใช้ผลนั้นซ้ำเมื่อเปิดเว็บ โดยใช้ Mosaic เป็นระบบทดลอง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ฝั่งซ้ายมีปัญหาสามข้อ เบราว์เซอร์ต้องโหลดข้อมูล รันคิวรี และวาดภาพซ้ำ แคชที่สร้างตอนใช้งานยังว่างเมื่อเริ่มเซสชัน เรียกว่า cold start และแม้ภาพปรากฏแล้ว ระบบรับการโต้ตอบอาจยังไม่พร้อม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ฝั่งขวาจึงแยกตัวชี้วัด TTR คือเวลาตั้งแต่ขอหน้าเว็บจนชาร์ตปรากฏครบ ต่างจาก FCP ที่นับเนื้อหาแรก ส่วน TTA คือเวลาจนพร้อมรับการกรองหรือซูม เทียบแนวคิดกับ TTI ได้ แต่ไม่ใช่นิยามเดียวกัน ตัวสุดท้าย SC คือขนาดทรัพยากรทั้งหมดที่เผยแพร่ เพราะการลดเวลารอต้องดูต้นทุนพื้นที่ด้วย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1 ฝั่งซ้ายแสดงงานที่ย้ายก่อนคำขอสามกลุ่ม สีเหลืองเตรียมข้อมูล สีแดงคำนวณผลคิวรีและผลรวม สีเขียววาดภาพเริ่มต้น เมื่อขยับงานเหล่านี้ไปก่อนเปิดเว็บ ช่วงรันไทม์จึงสั้นลง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ผังล่างแสดงขั้นตอนของ Publisher เริ่มจากวิเคราะห์ข้อกำหนดเป็น AST และจำลองอินพุตผ่าน Virtual DOM เพื่อค้นคิวรี จากนั้นใช้ DuckDB คำนวณและบันทึกผล แล้วแก้ AST พร้อมสร้าง JavaScript เริ่มระบบ ทรัพยากรฝั่งขวาจึงมีสามชนิด คือข้อมูลที่เตรียมแล้ว ผลคิวรีกับผลรวมที่เติมผ่าน Coordinator และภาพพร้อมสคริปต์โต้ตอบ การเติมแคชทำผ่านตัวกลางได้ แต่การเปลี่ยนแหล่งข้อมูลต้องแก้ข้อกำหนดเฉพาะส่วน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4 แยกเวลาเฉลี่ยบนข้อมูลสิบล้านแถวเป็นเครือข่าย การวาดภาพ hydration และ activation เมื่อส่งภาพล่วงหน้า งานวาดตอนเปิดหน้าลดลง แต่ยังเหลือส่วน hydration ขนาดมาก ผังล่างจึงแยกจุด TTR ที่ภาพปรากฏครบ ออกจากจุด TTA ที่ระบบพร้อมกรองหรือซูม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ฝั่งขวาเปรียบเทียบสองมุมมอง ภาพสถิตส่งเนื้อหาที่วาดแล้วได้โดยไม่เพิ่มตรรกะโต้ตอบ ส่วนภาพโต้ตอบต้องเริ่มคอมโพเนนต์ฝั่งเบราว์เซอร์ วิธีทดลองใช้กระบวนการสร้างคอมโพเนนต์มาตรฐาน จึงมีต้นทุนใกล้การเรนเดอร์เต็มชุด นี่อธิบายว่าภาพมาเร็วมาก แต่ TTA ลดเพิ่มจากแคชเพียงเล็กน้อย วิธี hydration ที่ละเอียดขึ้นยังเป็นงานอนาคต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กราฟซ้ายทดสอบภาพห้ารูปแบบ ตั้งแต่หนึ่งหมื่นถึงสิบล้านแถว แถวบนคือ TTR แถวล่างคือ TTA เส้นเป็นมัธยฐานและเงาเป็น IQR เส้นภาพล่วงหน้าแยกต่ำชัดในกราฟบน แต่กราฟล่างยังมีต้นทุนเปิดระบบโต้ตอบ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ตารางขวาเป็นค่าเฉลี่ยการเปลี่ยนแปลงร้อยละเทียบ none พร้อมส่วนเบี่ยงเบนมาตรฐาน จึงเป็นคนละสถิติกับกราฟ +prep ช่วยน้อยในชุดที่ไม่มีคอลัมน์เกินหรืองานเตรียมหนัก +cache ลด TTA เฉลี่ย 32.3 เปอร์เซ็นต์ ส่วนชุดรวม +most ซึ่งในกราฟเรียก +prerender ลด TTR 83.7 และ TTA 33.3 เปอร์เซ็นต์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การลดเวลาในชุดรวมแลกกับพื้นที่เพิ่มเฉลี่ย 21.2 เปอร์เซ็นต์ และส่วนเบี่ยงเบนมาตรฐาน 29.9 เปอร์เซ็นต์ จึงมีต้นทุนพื้นที่ต่างกันมากระหว่างกรณี ผลลด TTA เพิ่มจากแคชคือหนึ่งจุดเปอร์เซ็นต์เมื่อใช้ฐานเดียวกัน ผลนี้วัดบน M1 Pro และ local server ไม่ใช่การรับรองผลบนทุกอุปกรณ์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ฝั่งซ้ายสรุปผลงานสามข้อ มีกลไก Publisher ที่ใช้ได้จริง แยกกรอบ TTR TTA และ SC และทดสอบแบบเพิ่มระดับบนภาพห้ารูปแบบกับข้อมูลหลายขนาด จึงเห็นว่าประโยชน์มาจากงานส่วนใด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ฝั่งขวาคือข้อจำกัด เครื่องกับ local server ชุดเดียวไม่ครอบคลุมมือถือหรือ WAN ยังเหลือต้นทุน hydration และพื้นที่มีความแปรปรวน อีกทั้งข้อมูลเปลี่ยนต้องสร้างทรัพยากรใหม่ จำนวนรอบทดลองซ้ำไม่ได้ระบุใน PDF ข้อจำกัดเหล่านี้จำกัดการขยายผล แต่ไม่ได้หักล้างผลที่วัดในชุดทดลอง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§3–5 · PDF หน้า 2–4; ข้อจำกัดตามสภาพแวดล้อมและข้อมูลที่รายงาน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ผลทดลองด้านซ้ายสรุปว่า แคชกับผลรวมล่วงหน้าลดงานคิวรีก่อนพร้อมโต้ตอบ ส่วนภาพล่วงหน้าทำให้เห็นข้อมูลเร็วขึ้น แต่ยังต้องเริ่มคอมโพเนนต์โต้ตอบ ผลลด TTR จึงมากกว่า TTA และมีพื้นที่จัดเก็บเพิ่มที่ต่างกันตามกรณี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ฝั่งขวาคือแนวทางที่ทีมวิจัยเสนอ หนึ่ง ศึกษา hydration ที่ละเอียดขึ้นเพื่อลดงานเริ่มคอมโพเนนต์ สอง ผสานช่วงเผยแพร่กับรันไทม์และสร้างทรัพยากรใหม่เฉพาะส่วนที่เปลี่ยน สาม เลือกระดับการปรับปรุงจากข้อมูลและข้อกำหนดภาพโดยอัตโนมัติ ทั้งสามยังเป็นทิศทางอนาคต ข้อค้นพบของบทความนี้คือการย้ายงานไปก่อนเซสชันช่วยลดเวลารอได้จริงในชุดทดสอบ โดยต้องประเมินต้นทุนที่ย้ายไปด้วย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88e922e4449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908b07d9a8428b" /><Relationship Type="http://schemas.openxmlformats.org/officeDocument/2006/relationships/slideLayout" Target="/ppt/slideLayouts/slideLayout1.xml" Id="R5a72ab02528b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72ab02528b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8bc8126fa4892" /><Relationship Type="http://schemas.openxmlformats.org/officeDocument/2006/relationships/notesSlide" Target="/ppt/notesSlides/notesSlide1.xml" Id="Rf6fb1f4576a1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4694f4a94647" /><Relationship Type="http://schemas.openxmlformats.org/officeDocument/2006/relationships/notesSlide" Target="/ppt/notesSlides/notesSlide2.xml" Id="Rae1b054a2fc444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ac2e20c01423f" /><Relationship Type="http://schemas.openxmlformats.org/officeDocument/2006/relationships/image" Target="/ppt/media/image.png" Id="Rcd43c1d57e79465a" /><Relationship Type="http://schemas.openxmlformats.org/officeDocument/2006/relationships/notesSlide" Target="/ppt/notesSlides/notesSlide3.xml" Id="R4a7067f30c3b48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357951324443" /><Relationship Type="http://schemas.openxmlformats.org/officeDocument/2006/relationships/image" Target="/ppt/media/image2.png" Id="Rbae0206e128b42c1" /><Relationship Type="http://schemas.openxmlformats.org/officeDocument/2006/relationships/notesSlide" Target="/ppt/notesSlides/notesSlide4.xml" Id="Rdaac67fb55754b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fff1afb1c45d4" /><Relationship Type="http://schemas.openxmlformats.org/officeDocument/2006/relationships/image" Target="/ppt/media/image3.png" Id="R8de83b3c52f44950" /><Relationship Type="http://schemas.openxmlformats.org/officeDocument/2006/relationships/notesSlide" Target="/ppt/notesSlides/notesSlide5.xml" Id="R0135f25484d84f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2876ca1234ecf" /><Relationship Type="http://schemas.openxmlformats.org/officeDocument/2006/relationships/notesSlide" Target="/ppt/notesSlides/notesSlide6.xml" Id="R874acbe16af2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7de00400e4cdf" /><Relationship Type="http://schemas.openxmlformats.org/officeDocument/2006/relationships/notesSlide" Target="/ppt/notesSlides/notesSlide7.xml" Id="R34637de74bb44a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C9C199B8-E2EE-4175-84DD-78D7F34A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AABA1C9-7C88-4429-988E-72849DD8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BAD6E4C-0CA9-44C5-A5B2-A0856C6F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DF35647-7568-4AC9-AC8F-F6502A7A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6BEC567-0591-46CE-9179-1DD0BFD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6E5D44E-1A03-4143-BD2F-CCB7387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C7E729A-9DD5-4D8F-9405-8E7F004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B46AE8D-9123-4BED-9B33-B7C8D5A5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815307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C79BA8D5-2D83-45F0-A768-0E1333B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758F8483-F277-44F7-93A7-2BF07AA2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59FBCEF0-DBE9-4B43-9A16-86E0615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480EBEF0-62A1-4200-9198-9FB0771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3238CB66-78F6-4547-8901-CF12D3AE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C5F9359B-E81C-4990-AD12-0DF8A3B2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9B5B9BA1-A962-4BE8-8695-8D1BE8C5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ปัญหาเมื่อเปิดเว็บแสดงภาพข้อมูล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AD89698D-3456-4F52-B660-48EE1F0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6839FD6-9A3E-4457-8896-3F39047F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แต่ละเซสชันต้องคำนวณข้อมูลใหม่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A9F67474-B76F-4CF1-BAE7-2F1D8D17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เมื่อเปิดเว็บ เบราว์เซอร์ต้องโหลดข้อมูล รันคิวรี และวาดภาพ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การทำงานซ้ำนี้เพิ่มเวลารอ โดยเฉพาะกับข้อมูลขนาดใหญ่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26FCCFE5-0D82-4B5D-87FE-F4699C62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20B78813-B886-4C0E-96C1-2290808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876779A8-BF9B-487B-9D60-02B9CEE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แคชยังไม่พร้อมในช่วงเริ่มเซสชัน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281F3DE3-A4C8-417D-8686-FDC32D3F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แคชที่สร้างระหว่างใช้งานยังไม่มีผลให้ใช้ตอนเริ่มต้น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จึงต้องรอคำนวณก่อน แม้คำขอถัดไปจะใช้แคชได้ (Cold Start)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398866F0-E24C-42BE-ACCF-9C7521C2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A383FE67-3F8C-4679-A0A9-6989D81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622BF88B-3804-44FA-B6D2-91FD5DA3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ภาพแสดงแล้ว แต่ระบบยังรับอินพุตไม่ได้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0AF9EC18-8807-4F96-978E-15A6E61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การกรองหรือซูมต้องรอคอมโพเนนต์และตัวกลางคิวรีเริ่มทำงาน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การเห็นภาพจึงไม่เท่ากับระบบพร้อมรับการโต้ตอบ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43CAB193-B19F-4F8A-924F-2B646EAE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EA563584-55FD-45C3-845D-8617421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ตัวชี้วัดเวลาและพื้นที่จัดเก็บ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AD724753-4B63-4AFD-9F14-4F04E6D4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3C23057A-0D40-48C5-94D7-9C9C161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TTR: เวลาจนภาพข้อมูลปรากฏครบ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F49CC4F4-D2D1-4C67-A8C7-E913B60F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Time-to-Render วัดตั้งแต่ส่งคำขอจนภาพข้อมูลครบถ้วน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ต่างจาก FCP ซึ่งนับเนื้อหาแรกที่ปรากฏบนหน้าเว็บ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5820F5CA-82A2-484B-A2B5-AB9F5CA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985E3C04-628F-4223-892F-9EA253F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6BADE358-6C5A-420A-BF50-9C5A5A58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TTA: เวลาจนระบบพร้อมโต้ตอบ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12E373F3-0761-482F-BFF3-1744D606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Time-to-Activation วัดจนพร้อมรับการเลือก กรอง หรือซูม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เทียบแนวคิดกับ TTI แต่ไม่ใช่เวลาประมวลผลทุกการคลิก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D769EB14-A3E3-4248-9A32-F77D0D0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89EAB853-E13F-4B3A-98F2-E28CEB6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7B7E5B20-4293-44C7-A152-E25675A0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SC: ขนาดทรัพยากรทั้งหมดที่เผยแพร่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AAD757C9-C4F5-4504-8FA8-92F77C65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Storage Cost รวมข้อมูล สคริปต์ ภาพ และผลคำนวณล่วงหน้า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ใช้เทียบกับกรณีไม่ปรับปรุง (none) เพื่อประเมินต้นทุนพื้นที่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08651DB4-A8F4-4E4C-B531-036D834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1748956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9C486693-365B-43BF-8597-841D588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CE614F8F-345E-4A64-B1B1-EAAAEE32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F2CB1E06-61C8-47DB-8568-61D72F29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F2EF8FC3-BDBE-4D78-9D08-844FECC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8217D606-72A7-4C62-9537-39597C96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B13DD93C-2243-401C-AD22-319F211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A0280A6C-E177-4DC8-82F4-F9B4608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งานสามกลุ่มที่ย้ายไปทำก่อนเปิดเว็บ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3c1d57e79465a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E7E01544-7180-4566-8A3B-D7B405C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เตรียมข้อมูล ผลคิวรี และภาพก่อนคำขอ แล้วใช้ผลในช่วงรันไทม์ (PDF หน้า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A39FD15F-9CF0-4F6E-A159-AA76EE82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404F6948-BA96-4262-9E62-89C966E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ขั้นตอนเตรียมทรัพยากรของ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662242FC-DB77-4FE6-ACB6-5A55C1A3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04E25A6A-0DE2-48BF-A91C-9AA8306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อ่านข้อกำหนด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และจำลองอินพุต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48BE0427-3874-40CF-990F-E89B8A3B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967D858E-8E2B-483B-96EA-FD9E2E6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D2A9A6FE-3301-4FF9-9D76-1BBEC94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CBE842F2-BCF8-4BCB-9340-A5716AE2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ใช้ DuckDB คำนวณ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และบันทึกผลล่วงหน้า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74A29E57-A3E0-4068-9FFC-55FAC9ED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7A62FC77-83E0-4E97-BF19-CD8BFD1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5521FF83-DB70-4151-A749-F1B0C9FD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484706F4-4992-4B5B-9D6B-FB2EA38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แก้ AST และสร้าง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JavaScript เริ่มระบบ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899BECC0-6D66-4427-82E0-D2DF78B3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วิเคราะห์ AST และใช้ Virtual DOM กระตุ้นคิวรี (Sections 4.1–4.3, PDF หน้า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1DB7B0BA-0890-432D-93EC-99C47B2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E2929265-A72A-47E9-80C6-9167164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ทรัพยากรที่ส่งไปยังเบราว์เซอร์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DF6216D4-0737-43A6-A3C4-52A731D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3DA85345-04A3-4454-BA3A-412F9E68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ข้อมูลที่เตรียมพร้อมใช้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70DDFDBB-7F89-45F1-9C62-ED4021EB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เลือกคอลัมน์และแปลงข้อมูลก่อนเผยแพร่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เบราว์เซอร์จึงโหลดข้อมูลที่พร้อมวิเคราะห์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9A17C55C-65E8-47C0-904A-20320FB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C3410C63-CDDC-40C3-BD9B-0B40A4E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0CC7FB11-123E-4894-B7BC-2C65965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ผลคิวรีและผลรวมล่วงหน้า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8C2A4930-6570-4297-8FB9-4A410C15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Coordinator ใช้ผลที่เตรียมแทนคำนวณซ้ำ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A8693169-7372-44D9-8561-BF67109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188DCFAE-22CB-4304-8F86-FB4F3A75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0DD8CDA1-F616-4905-AE7D-70F6C40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ภาพเริ่มต้นและสคริปต์โต้ตอบ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A45FB841-ED74-48C2-BBF4-8E57B5B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ส่งภาพที่วาดแล้วให้แสดงก่อน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 JavaScript เปิดการโต้ตอบภายหลัง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DD90F1FE-4147-4240-A10F-0424856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1981797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AE5BD789-5B81-4712-B97E-E8DF91B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4AA8A996-7E0E-4715-B696-9E07F86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ภาพล่วงหน้าและการเริ่มระบบโต้ตอบ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B711B5C1-7086-4A16-BE67-2894D2CD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5FD13F2B-08EA-4831-9320-23116C8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7201CAF6-2E16-44D4-9174-9F67F698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C9A8F057-49DE-4810-8B56-5D35A36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977CA000-7A2A-45B4-B3A9-64CEF75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เวลาที่ใช้โหลดภาพและเริ่มระบบโต้ตอบ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0206e128b42c1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F77B20CD-D608-462B-9272-A410973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เวลาเฉลี่ยแยกตามขั้นตอน จาก 5 รูปแบบภาพที่ข้อมูล 10 ล้านแถว (PDF หน้า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8928DCD2-8B82-4DA4-BF2F-A4EE855D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1DF15DF6-82FC-430E-91CE-E7B386C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เห็นภาพก่อน แล้วจึงเปิดการโต้ตอบ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54875265-B6AD-4F01-9A0B-D0E6B0B4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B60C31C5-7418-4194-9949-07D89A6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ภาพปรากฏครบ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TTR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7454CA63-5C99-4253-9581-D6F140F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66249BAF-8E0E-4418-BF7D-3ABCAE2C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C1EC9576-B17F-426D-B6D1-6A84984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CD71B72A-948F-4104-96BD-F81A2D92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ฝั่งไคลเอนต์ (Hydration)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0F79806A-7AA5-43DF-A4CF-F53C811A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A44084AD-C9B2-4B40-9832-4F71D2D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16938492-81A5-4DB9-AA74-77424E1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44E41C61-BD60-4303-9006-FA25F3F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พร้อมกรองและซูม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TTA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1495D7BA-95C7-451B-A0FB-CFCFA220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ผังแสดงขั้นตอนตาม Section 4.3 ไม่ได้แสดงสัดส่วนเวลา (PDF หน้า 3)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B27CB5F4-A11B-4897-99B8-717A925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2A45F7D8-3AE7-411D-BFD3-0776C03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ภาพสองประเภทและต้นทุน Hydration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A80D73CE-CBD4-4FC2-AE95-7EF49D0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8D9F8566-0DAE-4D6C-A6BA-C1A26FB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612490B7-D3B6-4724-B1DF-DA7EDB31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ส่งเนื้อหาที่วาดไว้โดยไม่ต้องเพิ่ม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สคริปต์สำหรับการโต้ตอบ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CEB7F712-DAF1-442B-9F91-E60CC06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75EF7B89-679E-4A2F-8C08-E8009A4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E6860448-8976-41E4-BEE6-F5EB0EAB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3B493394-47F4-405A-A57E-2D01EB7A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ส่งภาพพร้อม JavaScript เพื่อเริ่มคอมโพเนนต์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และส่วนรับอินพุต ก่อนกรองหรือซูมได้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8C245B41-46E5-4C90-94C9-75B40E1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9E9F8271-EA07-4125-82ED-6E31AD4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DDE55C2B-AC7E-48C2-8282-2413792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Hydration ยังเป็นคอขวด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B9DDF67C-0668-4723-93D4-61A63F08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วิธีที่ทดลองใช้ต้นทุนใกล้การเรนเดอร์เต็มชุด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ผู้วิจัยเสนอให้ลดงานเริ่มคอมโพเนนต์ต่อไป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DA41925F-4311-48E7-AA7A-5F6E09E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324027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A72BCDB7-CC80-4F35-A4C8-E8BFA4CD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D27407C2-305A-47DE-A3C6-200783C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ผลการทดลอง: เวลาเปิดภาพและต้นทุนพื้นที่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B8A49CDF-14D0-4C6A-A7BD-8568219F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BF38DEF4-3430-4636-8A48-87E53F6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D90ED668-90E1-42BD-871C-F3AABCF1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163A8F5C-86AC-40E3-B07C-899457A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0614293-9754-42AD-9831-026B7A3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 TTR และ TTA เมื่อขนาดข้อมูลเพิ่มขึ้น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83b3c52f44950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D0E70FD4-1292-482E-95E9-5A4E3D4E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19AA18C3-3352-4987-8AE1-3FB0330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CCE27E8F-11FB-4605-B8D7-597DC255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ผลเทียบกรณีไม่ปรับปรุง (none)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0326E39A-C782-42DC-BBA7-D7BE7F07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 ± SD ของการเปลี่ยนแปลง (%)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C611BCB7-EDC5-4A2E-881A-65C2BE1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+most คือระดับรวมที่เพิ่มภาพล่วงหน้า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ในกราฟใช้ชื่อ +prerender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68F88160-6433-419F-A5A2-CE531068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4FED4D33-E9F6-42EE-B8C6-E61CA29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9BA6CFA3-1B2C-439A-9CC9-D07BA7E1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เวลาจนภาพข้อมูลปรากฏครบ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1461E091-FBC2-4CEB-ACD3-65801C53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ชุดรวมเทียบ none · SD = 2.1%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55E43C5A-9F5B-4DBB-A93C-F85CD83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EDBA173D-87EC-4924-BE4A-9D893B0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7C8D9B75-D3F5-4C46-A007-00B9EFEF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เวลาจนระบบพร้อมโต้ตอบ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DC5DE0BF-4B58-4EEB-93A8-C678D057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แคชลด TTA 32.3% · ชุดรวม SD = 9.6%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C199153D-0D26-437C-91BA-441554A4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E36AA409-BFF1-4634-9505-F7D141C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F6807D01-2209-474A-B805-979E913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ขนาดทรัพยากรที่เผยแพร่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76A0B16F-156C-4ABB-A0EC-1626FD8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พื้นที่เพิ่มเฉลี่ย · SD = 29.9%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48253737-82E8-4722-A7C4-6FC91B48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5588A076-AB59-4D02-93B1-F3DD181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22.9.0,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91D8CA3A-2E60-411E-A7C0-63FA3E39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ลดเพิ่มจาก +cache อีก 1.0 จุดเปอร์เซ็นต์ (33.3 − 32.3) เมื่อเทียบฐาน none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CAA0D7D5-1300-4CEA-BCA0-30D4381E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(PDF หน้า 4) · ตารางเฉลี่ยข้าม 5 รูปแบบภาพและข้อมูล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202334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F7E3B4FA-E571-4490-B5B0-133E2167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B396D5F5-824D-4289-96FD-7C5FD72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ผลงานวิจัยและข้อจำกัดของการทดลอง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F17BA4DB-DC0B-4E57-A703-4923853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554729CB-BFB2-415E-929F-B92C124E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A0FB5106-92A0-4AAD-8A12-3DE97EC9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80C36492-0E8E-4F2B-91AF-E560C670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A215C3B2-5434-4EFF-BF50-D9D6D7A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ผลงานสำคัญของบทความ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C4FDABFD-E45B-4153-9C3E-85AE5A6C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D57BBCE7-B400-4E25-ADEE-F265031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พัฒนา Publisher บนระบบ Mosaic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E317A149-797B-4A81-A434-6C249AA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และภาพเริ่มต้นจากข้อกำหนดเดิม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เติมแคชผ่านตัวกลางคิวรี และแก้แหล่งข้อมูลเฉพาะส่วนที่จำเป็น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A052E2E0-1334-483D-BD61-D2E521D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05E165ED-31E7-459B-8C2C-E51DBFC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424C2186-7397-484D-AC5A-DC19FD0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ประเมินทั้งการแสดงภาพและการโต้ตอบ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F2C369AE-ABC3-467D-978B-18166C2C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 TTR และ TTA แยกเวลารอของสองขั้นตอน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พร้อมวัด SC เพื่อรายงานต้นทุนพื้นที่ของการปรับปรุง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4D21F2B3-89A4-492E-A403-9D200FF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54CF3802-14B4-4C37-AF1B-3B5E84BE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EED94029-5B7A-4CF2-A191-78B7C1BC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เปรียบเทียบการปรับปรุงทีละระดับ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45436A89-A733-480C-9DD5-667A0A3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 5 รูปแบบภาพและข้อมูล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พบว่าแคชช่วย TTA ส่วนภาพล่วงหน้าช่วย TTR เด่นกว่า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195C6ADE-23F3-4ECC-A7C3-E067912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46299608-B08B-42E4-B35A-B662C518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ข้อจำกัดของการทดลอง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F768566F-24E4-43B7-9DAB-564039D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92107ECF-07CC-416C-9D75-B0EA1C29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ยังไม่ครอบคลุมอุปกรณ์และเครือข่ายอื่น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79758394-796B-4A3F-90DF-36C5334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ทดสอบบน M1 Pro กับ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ยังไม่มีผลบนมือถือหรือเครือข่ายระยะไกล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685E1401-17D9-49A9-B3B5-0B5E40C3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9AEE1E31-2F8C-466F-B094-BD03546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BD329E8E-92BF-4036-BE37-977FF17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ยังมีต้นทุนเริ่มระบบและพื้นที่เพิ่ม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3BDAB706-3570-4E64-BD76-C31B072C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ใช้วิธีสร้างคอมโพเนนต์ตามปกติ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และต่างกันมากระหว่างกรณี (SD 29.9%)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F807EC20-4DD8-4086-B6F1-98E71CA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E139A8EC-C1B5-49C9-B6D0-EB65586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7A26BAB8-21CA-4305-9BA2-6D77253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การอัปเดตข้อมูลและรายละเอียดการวัด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76114382-CA98-453F-BF59-6AA62DD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ข้อมูลที่เปลี่ยนต้องสร้างทรัพยากรใหม่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เอกสารไม่ได้ระบุจำนวนรอบทดลองซ้ำ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B6315680-BF57-402D-9EDC-E83F3E9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(PDF หน้า 2–4) · พิจารณาข้อจำกัดตามสภาพแวดล้อมและข้อมูลที่รายงาน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1000034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D77B6497-83AF-4DDF-BB5B-8C79CCB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C2890077-40A2-4AF5-A067-A4733EA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สรุปผลและแนวทางวิจัยในอนาคต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D8148074-25A6-46E0-A7FB-42AB556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7B13A4B5-2D68-49BC-8598-3C532AD6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1F94A37D-5572-4F37-95C1-7C22D376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2EE7CCEF-82BE-4DC8-B8E1-50B5F04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48CF3C18-6487-48DF-A260-17437AF3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ผลที่ได้จากการทดลอง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76E1358D-1FC9-43D5-9808-18EFBDDE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6657FD18-6AE3-40FA-B561-407FFA69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แคชล่วงหน้าลดเวลาจนพร้อมโต้ตอบ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6DBCC570-1875-4858-A33B-0850632F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การเพิ่มแคชและผลรวม (+cache) ลด TTA เฉลี่ย 32.3%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ช่วยลดงานคิวรีที่ต้องคำนวณตอนเปิดเว็บ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0D462E27-C35D-487B-BD79-9501512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638C4D8A-F60F-4700-8AB0-0343F6F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B4C4512A-26B1-423A-8DF8-58742AE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ภาพล่วงหน้าทำให้เห็นข้อมูลเร็วขึ้น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EB51575A-ADAF-42A1-BB58-9DEDB04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เฉลี่ย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ภาพแสดงเร็วขึ้น แต่ยังต้องรอเริ่มคอมโพเนนต์โต้ตอบ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524CA4F3-A1D7-4D19-99EB-249ED77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679DE40F-CDBA-4A87-A00A-549434E9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4E211CE7-FD3A-4E10-9C9F-9A28FEA0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การลดเวลารอต้องแลกกับพื้นที่จัดเก็บ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58343098-A099-4AF0-949E-7D418868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(SD 29.9%)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ต้นทุนพื้นที่ต่างกันตามรูปแบบภาพและขนาดข้อมูล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A046D1AF-5752-43AC-8AD5-68DAD11F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636F9D97-D0BE-42C0-A729-A8346BF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แนวทางที่ผู้วิจัยเสนอ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3093EB0C-6BF5-449E-985C-40E36476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413A83C7-FA84-4E2D-9E7D-69ECD14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ลดภาระการเริ่มคอมโพเนนต์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46742370-2CD0-4971-8F7E-FF65F00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ศึกษาวิธี Hydration ที่ละเอียดขึ้น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ACCE9DA1-BD95-4C93-9632-3C32BF1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713E0A9B-21AD-4791-B503-C7DB20CD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AB3DEEE1-DC68-4C6C-8DA4-CA1326C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ผสานการคำนวณและสร้างใหม่เฉพาะส่วน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6F9C74B8-C8EC-42CB-AB56-266268A5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ใช้ทั้งช่วงเผยแพร่และรันไทม์ (Hybrid) และสร้างใหม่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เฉพาะส่วนที่เปลี่ยน (Incremental Regeneration, 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84E7288A-FD73-4690-B93B-09930BBE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35B6F041-DB51-43A4-A168-D7C9FF6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395A83FC-326F-4F12-BEC8-B9C4E435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เลือกระดับการปรับปรุงโดยอัตโนมัติ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D642CF98-A5DF-4A3A-822B-51BC2F0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พัฒนาวิธีเลือกการตั้งค่าจากข้อมูลและข้อกำหนดภาพ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ให้เหมาะกับประโยชน์และต้นทุนของแต่ละกรณี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F4AADE88-D255-453F-A171-8AC2662F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ผลทดลอง Table 1 / Figure 4 · แนวทางอนาคต Sections 5–6 (PDF หน้า 4) ยังไม่ได้ทดสอบ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150054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2026-10-07T04:49:05.3690000Z</dcterms:created>
  <dcterms:modified xsi:type="dcterms:W3CDTF">2026-10-07T04:49:05.3690000Z</dcterms:modified>
</coreProperties>
</file>