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compatMode="1" saveSubsetFonts="1">
  <p:sldMasterIdLst>
    <p:sldMasterId id="2147483649" r:id="rId3"/>
  </p:sldMasterIdLst>
  <p:notesMasterIdLst>
    <p:notesMasterId r:id="rId51"/>
  </p:notesMasterIdLst>
  <p:sldIdLst>
    <p:sldId id="791" r:id="rId4"/>
    <p:sldId id="748" r:id="rId5"/>
    <p:sldId id="749" r:id="rId6"/>
    <p:sldId id="535" r:id="rId7"/>
    <p:sldId id="774" r:id="rId8"/>
    <p:sldId id="750" r:id="rId9"/>
    <p:sldId id="775" r:id="rId10"/>
    <p:sldId id="788" r:id="rId11"/>
    <p:sldId id="751" r:id="rId12"/>
    <p:sldId id="789" r:id="rId13"/>
    <p:sldId id="752" r:id="rId14"/>
    <p:sldId id="753" r:id="rId15"/>
    <p:sldId id="776" r:id="rId16"/>
    <p:sldId id="745" r:id="rId17"/>
    <p:sldId id="777" r:id="rId18"/>
    <p:sldId id="754" r:id="rId19"/>
    <p:sldId id="755" r:id="rId20"/>
    <p:sldId id="778" r:id="rId21"/>
    <p:sldId id="779" r:id="rId22"/>
    <p:sldId id="756" r:id="rId23"/>
    <p:sldId id="780" r:id="rId24"/>
    <p:sldId id="746" r:id="rId25"/>
    <p:sldId id="757" r:id="rId26"/>
    <p:sldId id="758" r:id="rId27"/>
    <p:sldId id="759" r:id="rId28"/>
    <p:sldId id="760" r:id="rId29"/>
    <p:sldId id="761" r:id="rId30"/>
    <p:sldId id="762" r:id="rId31"/>
    <p:sldId id="781" r:id="rId32"/>
    <p:sldId id="763" r:id="rId33"/>
    <p:sldId id="782" r:id="rId34"/>
    <p:sldId id="747" r:id="rId35"/>
    <p:sldId id="764" r:id="rId36"/>
    <p:sldId id="765" r:id="rId37"/>
    <p:sldId id="783" r:id="rId38"/>
    <p:sldId id="786" r:id="rId39"/>
    <p:sldId id="790" r:id="rId40"/>
    <p:sldId id="787" r:id="rId41"/>
    <p:sldId id="766" r:id="rId42"/>
    <p:sldId id="767" r:id="rId43"/>
    <p:sldId id="768" r:id="rId44"/>
    <p:sldId id="769" r:id="rId45"/>
    <p:sldId id="770" r:id="rId46"/>
    <p:sldId id="771" r:id="rId47"/>
    <p:sldId id="772" r:id="rId48"/>
    <p:sldId id="773" r:id="rId49"/>
    <p:sldId id="792" r:id="rId50"/>
  </p:sldIdLst>
  <p:sldSz cx="9144000" cy="6858000" type="screen4x3"/>
  <p:notesSz cx="6858000" cy="9144000"/>
  <p:defaultTextStyle>
    <a:defPPr>
      <a:defRPr lang="en-US"/>
    </a:defPPr>
    <a:lvl1pPr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5pPr>
    <a:lvl6pPr marL="2286000" algn="l" defTabSz="914400" rtl="0" eaLnBrk="1" latinLnBrk="0" hangingPunct="1">
      <a:defRPr sz="3200" b="1" kern="1200">
        <a:solidFill>
          <a:schemeClr val="tx1"/>
        </a:solidFill>
        <a:latin typeface="Arial" panose="020B0604020202020204" pitchFamily="34" charset="0"/>
        <a:ea typeface="+mn-ea"/>
        <a:cs typeface="+mn-cs"/>
      </a:defRPr>
    </a:lvl6pPr>
    <a:lvl7pPr marL="2743200" algn="l" defTabSz="914400" rtl="0" eaLnBrk="1" latinLnBrk="0" hangingPunct="1">
      <a:defRPr sz="3200" b="1" kern="1200">
        <a:solidFill>
          <a:schemeClr val="tx1"/>
        </a:solidFill>
        <a:latin typeface="Arial" panose="020B0604020202020204" pitchFamily="34" charset="0"/>
        <a:ea typeface="+mn-ea"/>
        <a:cs typeface="+mn-cs"/>
      </a:defRPr>
    </a:lvl7pPr>
    <a:lvl8pPr marL="3200400" algn="l" defTabSz="914400" rtl="0" eaLnBrk="1" latinLnBrk="0" hangingPunct="1">
      <a:defRPr sz="3200" b="1" kern="1200">
        <a:solidFill>
          <a:schemeClr val="tx1"/>
        </a:solidFill>
        <a:latin typeface="Arial" panose="020B0604020202020204" pitchFamily="34" charset="0"/>
        <a:ea typeface="+mn-ea"/>
        <a:cs typeface="+mn-cs"/>
      </a:defRPr>
    </a:lvl8pPr>
    <a:lvl9pPr marL="3657600" algn="l" defTabSz="914400" rtl="0" eaLnBrk="1" latinLnBrk="0" hangingPunct="1">
      <a:defRPr sz="3200" b="1"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715" autoAdjust="0"/>
    <p:restoredTop sz="94670" autoAdjust="0"/>
  </p:normalViewPr>
  <p:slideViewPr>
    <p:cSldViewPr>
      <p:cViewPr varScale="1">
        <p:scale>
          <a:sx n="117" d="100"/>
          <a:sy n="117" d="100"/>
        </p:scale>
        <p:origin x="1472" y="1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customXml" Target="../customXml/item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viewProps" Target="viewProps.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8" Type="http://schemas.openxmlformats.org/officeDocument/2006/relationships/slide" Target="slides/slide5.xml"/><Relationship Id="rId51" Type="http://schemas.openxmlformats.org/officeDocument/2006/relationships/notesMaster" Target="notesMasters/notesMaster1.xml"/><Relationship Id="rId3" Type="http://schemas.openxmlformats.org/officeDocument/2006/relationships/slideMaster" Target="slideMasters/slideMaster1.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05218" name="Rectangle 2">
            <a:extLst>
              <a:ext uri="{FF2B5EF4-FFF2-40B4-BE49-F238E27FC236}">
                <a16:creationId xmlns:a16="http://schemas.microsoft.com/office/drawing/2014/main" id="{B482C448-E803-042D-50E7-FBBEC4BF0C60}"/>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b="0" smtClean="0">
                <a:latin typeface="Times New Roman" pitchFamily="18" charset="0"/>
              </a:defRPr>
            </a:lvl1pPr>
          </a:lstStyle>
          <a:p>
            <a:pPr>
              <a:defRPr/>
            </a:pPr>
            <a:endParaRPr lang="en-US"/>
          </a:p>
        </p:txBody>
      </p:sp>
      <p:sp>
        <p:nvSpPr>
          <p:cNvPr id="905219" name="Rectangle 3">
            <a:extLst>
              <a:ext uri="{FF2B5EF4-FFF2-40B4-BE49-F238E27FC236}">
                <a16:creationId xmlns:a16="http://schemas.microsoft.com/office/drawing/2014/main" id="{3B7D6349-80B0-175C-775B-63ADAEC4C566}"/>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smtClean="0">
                <a:latin typeface="Times New Roman" pitchFamily="18" charset="0"/>
              </a:defRPr>
            </a:lvl1pPr>
          </a:lstStyle>
          <a:p>
            <a:pPr>
              <a:defRPr/>
            </a:pPr>
            <a:endParaRPr lang="en-US"/>
          </a:p>
        </p:txBody>
      </p:sp>
      <p:sp>
        <p:nvSpPr>
          <p:cNvPr id="51204" name="Rectangle 4">
            <a:extLst>
              <a:ext uri="{FF2B5EF4-FFF2-40B4-BE49-F238E27FC236}">
                <a16:creationId xmlns:a16="http://schemas.microsoft.com/office/drawing/2014/main" id="{8FBC6FCC-8FFB-74AC-EBA7-2DE9D86AF8A9}"/>
              </a:ext>
            </a:extLst>
          </p:cNvPr>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05221" name="Rectangle 5">
            <a:extLst>
              <a:ext uri="{FF2B5EF4-FFF2-40B4-BE49-F238E27FC236}">
                <a16:creationId xmlns:a16="http://schemas.microsoft.com/office/drawing/2014/main" id="{094B9D52-D49A-9ACD-9AA4-608C350558D8}"/>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05222" name="Rectangle 6">
            <a:extLst>
              <a:ext uri="{FF2B5EF4-FFF2-40B4-BE49-F238E27FC236}">
                <a16:creationId xmlns:a16="http://schemas.microsoft.com/office/drawing/2014/main" id="{9F6ECA51-E3FB-615C-AE60-CC997E22265B}"/>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b="0" smtClean="0">
                <a:latin typeface="Times New Roman" pitchFamily="18" charset="0"/>
              </a:defRPr>
            </a:lvl1pPr>
          </a:lstStyle>
          <a:p>
            <a:pPr>
              <a:defRPr/>
            </a:pPr>
            <a:endParaRPr lang="en-US"/>
          </a:p>
        </p:txBody>
      </p:sp>
      <p:sp>
        <p:nvSpPr>
          <p:cNvPr id="905223" name="Rectangle 7">
            <a:extLst>
              <a:ext uri="{FF2B5EF4-FFF2-40B4-BE49-F238E27FC236}">
                <a16:creationId xmlns:a16="http://schemas.microsoft.com/office/drawing/2014/main" id="{41A790F9-FF3E-D683-D5BF-8B9FCCE7221C}"/>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a:latin typeface="Times New Roman" panose="02020603050405020304" pitchFamily="18" charset="0"/>
              </a:defRPr>
            </a:lvl1pPr>
          </a:lstStyle>
          <a:p>
            <a:fld id="{704EA69E-2383-FE49-A3F8-4481F8586B18}" type="slidenum">
              <a:rPr lang="en-US" altLang="th-TH"/>
              <a:pPr/>
              <a:t>‹#›</a:t>
            </a:fld>
            <a:endParaRPr lang="en-US" altLang="th-TH"/>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94F941C6-19EC-D807-DA8C-1BB473B9E27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CB07F3C2-DE14-7D48-81B2-97EEF2862B28}" type="slidenum">
              <a:rPr lang="en-US" altLang="th-TH" sz="1200" b="0">
                <a:latin typeface="Times New Roman" panose="02020603050405020304" pitchFamily="18" charset="0"/>
              </a:rPr>
              <a:pPr/>
              <a:t>1</a:t>
            </a:fld>
            <a:endParaRPr lang="en-US" altLang="th-TH" sz="1200" b="0">
              <a:latin typeface="Times New Roman" panose="02020603050405020304" pitchFamily="18" charset="0"/>
            </a:endParaRPr>
          </a:p>
        </p:txBody>
      </p:sp>
      <p:sp>
        <p:nvSpPr>
          <p:cNvPr id="52227" name="Rectangle 2">
            <a:extLst>
              <a:ext uri="{FF2B5EF4-FFF2-40B4-BE49-F238E27FC236}">
                <a16:creationId xmlns:a16="http://schemas.microsoft.com/office/drawing/2014/main" id="{F0B26FE6-6880-5D98-CEE9-438BFF50A862}"/>
              </a:ext>
            </a:extLst>
          </p:cNvPr>
          <p:cNvSpPr>
            <a:spLocks noRot="1" noChangeArrowheads="1" noTextEdit="1"/>
          </p:cNvSpPr>
          <p:nvPr>
            <p:ph type="sldImg"/>
          </p:nvPr>
        </p:nvSpPr>
        <p:spPr>
          <a:ln/>
        </p:spPr>
      </p:sp>
      <p:sp>
        <p:nvSpPr>
          <p:cNvPr id="52228" name="Rectangle 3">
            <a:extLst>
              <a:ext uri="{FF2B5EF4-FFF2-40B4-BE49-F238E27FC236}">
                <a16:creationId xmlns:a16="http://schemas.microsoft.com/office/drawing/2014/main" id="{F7221052-22DB-E358-1CCD-EADCD168AE2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1F6F6719-B853-BDC3-4ECE-1AEB39B4F01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AFBD8C92-4365-694E-9F5F-B59A0D168D8B}" type="slidenum">
              <a:rPr lang="en-US" altLang="th-TH" sz="1200" b="0">
                <a:latin typeface="Times New Roman" panose="02020603050405020304" pitchFamily="18" charset="0"/>
              </a:rPr>
              <a:pPr/>
              <a:t>2</a:t>
            </a:fld>
            <a:endParaRPr lang="en-US" altLang="th-TH" sz="1200" b="0">
              <a:latin typeface="Times New Roman" panose="02020603050405020304" pitchFamily="18" charset="0"/>
            </a:endParaRPr>
          </a:p>
        </p:txBody>
      </p:sp>
      <p:sp>
        <p:nvSpPr>
          <p:cNvPr id="53251" name="Rectangle 2">
            <a:extLst>
              <a:ext uri="{FF2B5EF4-FFF2-40B4-BE49-F238E27FC236}">
                <a16:creationId xmlns:a16="http://schemas.microsoft.com/office/drawing/2014/main" id="{FB8A42B3-429D-1745-62C5-CCC58F1AA5B1}"/>
              </a:ext>
            </a:extLst>
          </p:cNvPr>
          <p:cNvSpPr>
            <a:spLocks noRot="1" noChangeArrowheads="1" noTextEdit="1"/>
          </p:cNvSpPr>
          <p:nvPr>
            <p:ph type="sldImg"/>
          </p:nvPr>
        </p:nvSpPr>
        <p:spPr>
          <a:ln/>
        </p:spPr>
      </p:sp>
      <p:sp>
        <p:nvSpPr>
          <p:cNvPr id="53252" name="Rectangle 3">
            <a:extLst>
              <a:ext uri="{FF2B5EF4-FFF2-40B4-BE49-F238E27FC236}">
                <a16:creationId xmlns:a16="http://schemas.microsoft.com/office/drawing/2014/main" id="{A45EEAE9-5DD6-EC79-0FEE-815EC141E74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5E3081D6-63C9-56E3-1771-B041375D2D6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FA001FBF-A5EC-6246-8B14-3B78F0343B22}" type="slidenum">
              <a:rPr lang="en-US" altLang="th-TH" sz="1200" b="0">
                <a:latin typeface="Times New Roman" panose="02020603050405020304" pitchFamily="18" charset="0"/>
              </a:rPr>
              <a:pPr/>
              <a:t>3</a:t>
            </a:fld>
            <a:endParaRPr lang="en-US" altLang="th-TH" sz="1200" b="0">
              <a:latin typeface="Times New Roman" panose="02020603050405020304" pitchFamily="18" charset="0"/>
            </a:endParaRPr>
          </a:p>
        </p:txBody>
      </p:sp>
      <p:sp>
        <p:nvSpPr>
          <p:cNvPr id="54275" name="Rectangle 2">
            <a:extLst>
              <a:ext uri="{FF2B5EF4-FFF2-40B4-BE49-F238E27FC236}">
                <a16:creationId xmlns:a16="http://schemas.microsoft.com/office/drawing/2014/main" id="{7BA04719-205D-5041-88EE-D94956E32077}"/>
              </a:ext>
            </a:extLst>
          </p:cNvPr>
          <p:cNvSpPr>
            <a:spLocks noRot="1" noChangeArrowheads="1" noTextEdit="1"/>
          </p:cNvSpPr>
          <p:nvPr>
            <p:ph type="sldImg"/>
          </p:nvPr>
        </p:nvSpPr>
        <p:spPr>
          <a:ln/>
        </p:spPr>
      </p:sp>
      <p:sp>
        <p:nvSpPr>
          <p:cNvPr id="54276" name="Rectangle 3">
            <a:extLst>
              <a:ext uri="{FF2B5EF4-FFF2-40B4-BE49-F238E27FC236}">
                <a16:creationId xmlns:a16="http://schemas.microsoft.com/office/drawing/2014/main" id="{DCBCAD3C-3BEE-5023-A424-8E6BE4521D3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C8B7744D-E198-7E60-C57D-A740D80BA17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B4C16A42-BEF6-4E4C-A2D8-EF9460598B5C}" type="slidenum">
              <a:rPr lang="en-US" altLang="th-TH" sz="1200" b="0">
                <a:latin typeface="Times New Roman" panose="02020603050405020304" pitchFamily="18" charset="0"/>
              </a:rPr>
              <a:pPr/>
              <a:t>4</a:t>
            </a:fld>
            <a:endParaRPr lang="en-US" altLang="th-TH" sz="1200" b="0">
              <a:latin typeface="Times New Roman" panose="02020603050405020304" pitchFamily="18" charset="0"/>
            </a:endParaRPr>
          </a:p>
        </p:txBody>
      </p:sp>
      <p:sp>
        <p:nvSpPr>
          <p:cNvPr id="55299" name="Rectangle 2">
            <a:extLst>
              <a:ext uri="{FF2B5EF4-FFF2-40B4-BE49-F238E27FC236}">
                <a16:creationId xmlns:a16="http://schemas.microsoft.com/office/drawing/2014/main" id="{1592FB37-CBEB-03B5-2F25-D7EBBBA0D180}"/>
              </a:ext>
            </a:extLst>
          </p:cNvPr>
          <p:cNvSpPr>
            <a:spLocks noRot="1" noChangeArrowheads="1" noTextEdit="1"/>
          </p:cNvSpPr>
          <p:nvPr>
            <p:ph type="sldImg"/>
          </p:nvPr>
        </p:nvSpPr>
        <p:spPr>
          <a:ln/>
        </p:spPr>
      </p:sp>
      <p:sp>
        <p:nvSpPr>
          <p:cNvPr id="55300" name="Rectangle 3">
            <a:extLst>
              <a:ext uri="{FF2B5EF4-FFF2-40B4-BE49-F238E27FC236}">
                <a16:creationId xmlns:a16="http://schemas.microsoft.com/office/drawing/2014/main" id="{DB21BB35-510E-FAF5-912A-F35882F9CA4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348F6FF0-CD88-06C5-0F12-D2203F780C5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2B86E1F2-AFF9-4342-B6B8-C95B41BE4155}" type="slidenum">
              <a:rPr lang="en-US" altLang="th-TH" sz="1200" b="0">
                <a:latin typeface="Times New Roman" panose="02020603050405020304" pitchFamily="18" charset="0"/>
              </a:rPr>
              <a:pPr/>
              <a:t>5</a:t>
            </a:fld>
            <a:endParaRPr lang="en-US" altLang="th-TH" sz="1200" b="0">
              <a:latin typeface="Times New Roman" panose="02020603050405020304" pitchFamily="18" charset="0"/>
            </a:endParaRPr>
          </a:p>
        </p:txBody>
      </p:sp>
      <p:sp>
        <p:nvSpPr>
          <p:cNvPr id="56323" name="Rectangle 2">
            <a:extLst>
              <a:ext uri="{FF2B5EF4-FFF2-40B4-BE49-F238E27FC236}">
                <a16:creationId xmlns:a16="http://schemas.microsoft.com/office/drawing/2014/main" id="{F957AC89-BC9D-DEB3-6763-CB94097BAC42}"/>
              </a:ext>
            </a:extLst>
          </p:cNvPr>
          <p:cNvSpPr>
            <a:spLocks noRot="1" noChangeArrowheads="1" noTextEdit="1"/>
          </p:cNvSpPr>
          <p:nvPr>
            <p:ph type="sldImg"/>
          </p:nvPr>
        </p:nvSpPr>
        <p:spPr>
          <a:ln/>
        </p:spPr>
      </p:sp>
      <p:sp>
        <p:nvSpPr>
          <p:cNvPr id="56324" name="Rectangle 3">
            <a:extLst>
              <a:ext uri="{FF2B5EF4-FFF2-40B4-BE49-F238E27FC236}">
                <a16:creationId xmlns:a16="http://schemas.microsoft.com/office/drawing/2014/main" id="{25940907-DB71-2E0E-5014-2B66D3E2EE5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45C8C3C4-5496-D861-50F7-9AB2C18B9D9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055E273A-AE95-2D4E-A5C0-DBA844508DA1}" type="slidenum">
              <a:rPr lang="en-US" altLang="th-TH" sz="1200" b="0">
                <a:latin typeface="Times New Roman" panose="02020603050405020304" pitchFamily="18" charset="0"/>
              </a:rPr>
              <a:pPr/>
              <a:t>6</a:t>
            </a:fld>
            <a:endParaRPr lang="en-US" altLang="th-TH" sz="1200" b="0">
              <a:latin typeface="Times New Roman" panose="02020603050405020304" pitchFamily="18" charset="0"/>
            </a:endParaRPr>
          </a:p>
        </p:txBody>
      </p:sp>
      <p:sp>
        <p:nvSpPr>
          <p:cNvPr id="57347" name="Rectangle 2">
            <a:extLst>
              <a:ext uri="{FF2B5EF4-FFF2-40B4-BE49-F238E27FC236}">
                <a16:creationId xmlns:a16="http://schemas.microsoft.com/office/drawing/2014/main" id="{9A48A39F-5956-3705-6B35-29A676EE4196}"/>
              </a:ext>
            </a:extLst>
          </p:cNvPr>
          <p:cNvSpPr>
            <a:spLocks noRot="1" noChangeArrowheads="1" noTextEdit="1"/>
          </p:cNvSpPr>
          <p:nvPr>
            <p:ph type="sldImg"/>
          </p:nvPr>
        </p:nvSpPr>
        <p:spPr>
          <a:ln/>
        </p:spPr>
      </p:sp>
      <p:sp>
        <p:nvSpPr>
          <p:cNvPr id="57348" name="Rectangle 3">
            <a:extLst>
              <a:ext uri="{FF2B5EF4-FFF2-40B4-BE49-F238E27FC236}">
                <a16:creationId xmlns:a16="http://schemas.microsoft.com/office/drawing/2014/main" id="{4C0BF934-BF67-C07D-38A5-019D1D98427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810B774E-DEC0-4EF9-BE85-57EA2E10ED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0CBDB98F-5F38-124F-9479-5E6DFF037AFB}" type="slidenum">
              <a:rPr lang="en-US" altLang="th-TH" sz="1200" b="0">
                <a:latin typeface="Times New Roman" panose="02020603050405020304" pitchFamily="18" charset="0"/>
              </a:rPr>
              <a:pPr/>
              <a:t>7</a:t>
            </a:fld>
            <a:endParaRPr lang="en-US" altLang="th-TH" sz="1200" b="0">
              <a:latin typeface="Times New Roman" panose="02020603050405020304" pitchFamily="18" charset="0"/>
            </a:endParaRPr>
          </a:p>
        </p:txBody>
      </p:sp>
      <p:sp>
        <p:nvSpPr>
          <p:cNvPr id="58371" name="Rectangle 2">
            <a:extLst>
              <a:ext uri="{FF2B5EF4-FFF2-40B4-BE49-F238E27FC236}">
                <a16:creationId xmlns:a16="http://schemas.microsoft.com/office/drawing/2014/main" id="{56ABEB20-DE30-6450-BB36-2E411E8BB103}"/>
              </a:ext>
            </a:extLst>
          </p:cNvPr>
          <p:cNvSpPr>
            <a:spLocks noRot="1" noChangeArrowheads="1" noTextEdit="1"/>
          </p:cNvSpPr>
          <p:nvPr>
            <p:ph type="sldImg"/>
          </p:nvPr>
        </p:nvSpPr>
        <p:spPr>
          <a:ln/>
        </p:spPr>
      </p:sp>
      <p:sp>
        <p:nvSpPr>
          <p:cNvPr id="58372" name="Rectangle 3">
            <a:extLst>
              <a:ext uri="{FF2B5EF4-FFF2-40B4-BE49-F238E27FC236}">
                <a16:creationId xmlns:a16="http://schemas.microsoft.com/office/drawing/2014/main" id="{655A4937-7BD2-6247-058E-CB8AF9F3A79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1B86D2B7-BD99-05E4-A90D-08AFE6A6BD7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EDE2671B-1300-AA4E-88CE-E638772B6926}" type="slidenum">
              <a:rPr lang="en-US" altLang="th-TH" sz="1200" b="0">
                <a:latin typeface="Times New Roman" panose="02020603050405020304" pitchFamily="18" charset="0"/>
              </a:rPr>
              <a:pPr/>
              <a:t>8</a:t>
            </a:fld>
            <a:endParaRPr lang="en-US" altLang="th-TH" sz="1200" b="0">
              <a:latin typeface="Times New Roman" panose="02020603050405020304" pitchFamily="18" charset="0"/>
            </a:endParaRPr>
          </a:p>
        </p:txBody>
      </p:sp>
      <p:sp>
        <p:nvSpPr>
          <p:cNvPr id="59395" name="Rectangle 2">
            <a:extLst>
              <a:ext uri="{FF2B5EF4-FFF2-40B4-BE49-F238E27FC236}">
                <a16:creationId xmlns:a16="http://schemas.microsoft.com/office/drawing/2014/main" id="{DBE680EE-17CC-1A32-89F2-BA66CFAC83F6}"/>
              </a:ext>
            </a:extLst>
          </p:cNvPr>
          <p:cNvSpPr>
            <a:spLocks noRot="1" noChangeArrowheads="1" noTextEdit="1"/>
          </p:cNvSpPr>
          <p:nvPr>
            <p:ph type="sldImg"/>
          </p:nvPr>
        </p:nvSpPr>
        <p:spPr>
          <a:ln/>
        </p:spPr>
      </p:sp>
      <p:sp>
        <p:nvSpPr>
          <p:cNvPr id="59396" name="Rectangle 3">
            <a:extLst>
              <a:ext uri="{FF2B5EF4-FFF2-40B4-BE49-F238E27FC236}">
                <a16:creationId xmlns:a16="http://schemas.microsoft.com/office/drawing/2014/main" id="{2FF85D4E-2188-B596-3498-4EA139B2C9A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6CCFF5E2-19F8-2793-48B5-CBF32F2C38B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C57B3418-4018-3643-AB6A-6B92EEC09412}" type="slidenum">
              <a:rPr lang="en-US" altLang="th-TH" sz="1200" b="0">
                <a:latin typeface="Times New Roman" panose="02020603050405020304" pitchFamily="18" charset="0"/>
              </a:rPr>
              <a:pPr/>
              <a:t>9</a:t>
            </a:fld>
            <a:endParaRPr lang="en-US" altLang="th-TH" sz="1200" b="0">
              <a:latin typeface="Times New Roman" panose="02020603050405020304" pitchFamily="18" charset="0"/>
            </a:endParaRPr>
          </a:p>
        </p:txBody>
      </p:sp>
      <p:sp>
        <p:nvSpPr>
          <p:cNvPr id="60419" name="Rectangle 2">
            <a:extLst>
              <a:ext uri="{FF2B5EF4-FFF2-40B4-BE49-F238E27FC236}">
                <a16:creationId xmlns:a16="http://schemas.microsoft.com/office/drawing/2014/main" id="{59624AC8-7A0C-BC06-3A9F-748C60DDF312}"/>
              </a:ext>
            </a:extLst>
          </p:cNvPr>
          <p:cNvSpPr>
            <a:spLocks noRot="1" noChangeArrowheads="1" noTextEdit="1"/>
          </p:cNvSpPr>
          <p:nvPr>
            <p:ph type="sldImg"/>
          </p:nvPr>
        </p:nvSpPr>
        <p:spPr>
          <a:ln/>
        </p:spPr>
      </p:sp>
      <p:sp>
        <p:nvSpPr>
          <p:cNvPr id="60420" name="Rectangle 3">
            <a:extLst>
              <a:ext uri="{FF2B5EF4-FFF2-40B4-BE49-F238E27FC236}">
                <a16:creationId xmlns:a16="http://schemas.microsoft.com/office/drawing/2014/main" id="{754B802C-0814-B8B0-73F6-008CD1E4FB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075CFC7A-985F-BE92-CF72-878DFED54C7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0B19DD6D-05DD-D843-9A7D-5B7CE70E7BA0}" type="slidenum">
              <a:rPr lang="en-US" altLang="th-TH" sz="1200" b="0">
                <a:latin typeface="Times New Roman" panose="02020603050405020304" pitchFamily="18" charset="0"/>
              </a:rPr>
              <a:pPr/>
              <a:t>10</a:t>
            </a:fld>
            <a:endParaRPr lang="en-US" altLang="th-TH" sz="1200" b="0">
              <a:latin typeface="Times New Roman" panose="02020603050405020304" pitchFamily="18" charset="0"/>
            </a:endParaRPr>
          </a:p>
        </p:txBody>
      </p:sp>
      <p:sp>
        <p:nvSpPr>
          <p:cNvPr id="61443" name="Rectangle 2">
            <a:extLst>
              <a:ext uri="{FF2B5EF4-FFF2-40B4-BE49-F238E27FC236}">
                <a16:creationId xmlns:a16="http://schemas.microsoft.com/office/drawing/2014/main" id="{03BF0395-3B0B-1C93-4109-0FDA1266D650}"/>
              </a:ext>
            </a:extLst>
          </p:cNvPr>
          <p:cNvSpPr>
            <a:spLocks noRot="1" noChangeArrowheads="1" noTextEdit="1"/>
          </p:cNvSpPr>
          <p:nvPr>
            <p:ph type="sldImg"/>
          </p:nvPr>
        </p:nvSpPr>
        <p:spPr>
          <a:ln/>
        </p:spPr>
      </p:sp>
      <p:sp>
        <p:nvSpPr>
          <p:cNvPr id="61444" name="Rectangle 3">
            <a:extLst>
              <a:ext uri="{FF2B5EF4-FFF2-40B4-BE49-F238E27FC236}">
                <a16:creationId xmlns:a16="http://schemas.microsoft.com/office/drawing/2014/main" id="{DFCD0835-A403-AF0E-48D2-DDFC9C02FAF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0A5105E1-1634-A819-ADD3-219F7738036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8CDC40CE-851B-CC4C-93B5-7A54DD3EACED}" type="slidenum">
              <a:rPr lang="en-US" altLang="th-TH" sz="1200" b="0">
                <a:latin typeface="Times New Roman" panose="02020603050405020304" pitchFamily="18" charset="0"/>
              </a:rPr>
              <a:pPr/>
              <a:t>11</a:t>
            </a:fld>
            <a:endParaRPr lang="en-US" altLang="th-TH" sz="1200" b="0">
              <a:latin typeface="Times New Roman" panose="02020603050405020304" pitchFamily="18" charset="0"/>
            </a:endParaRPr>
          </a:p>
        </p:txBody>
      </p:sp>
      <p:sp>
        <p:nvSpPr>
          <p:cNvPr id="62467" name="Rectangle 2">
            <a:extLst>
              <a:ext uri="{FF2B5EF4-FFF2-40B4-BE49-F238E27FC236}">
                <a16:creationId xmlns:a16="http://schemas.microsoft.com/office/drawing/2014/main" id="{3CA069AA-23CB-62FD-99CC-4344A8640184}"/>
              </a:ext>
            </a:extLst>
          </p:cNvPr>
          <p:cNvSpPr>
            <a:spLocks noRot="1" noChangeArrowheads="1" noTextEdit="1"/>
          </p:cNvSpPr>
          <p:nvPr>
            <p:ph type="sldImg"/>
          </p:nvPr>
        </p:nvSpPr>
        <p:spPr>
          <a:ln/>
        </p:spPr>
      </p:sp>
      <p:sp>
        <p:nvSpPr>
          <p:cNvPr id="62468" name="Rectangle 3">
            <a:extLst>
              <a:ext uri="{FF2B5EF4-FFF2-40B4-BE49-F238E27FC236}">
                <a16:creationId xmlns:a16="http://schemas.microsoft.com/office/drawing/2014/main" id="{799A03BA-2CAB-7EF7-C545-9385FB669DF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981AD1E6-32D7-D436-3CA0-CB3AFF02F60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3E1F56CE-7397-1A48-A467-B37D7FB44B0B}" type="slidenum">
              <a:rPr lang="en-US" altLang="th-TH" sz="1200" b="0">
                <a:latin typeface="Times New Roman" panose="02020603050405020304" pitchFamily="18" charset="0"/>
              </a:rPr>
              <a:pPr/>
              <a:t>12</a:t>
            </a:fld>
            <a:endParaRPr lang="en-US" altLang="th-TH" sz="1200" b="0">
              <a:latin typeface="Times New Roman" panose="02020603050405020304" pitchFamily="18" charset="0"/>
            </a:endParaRPr>
          </a:p>
        </p:txBody>
      </p:sp>
      <p:sp>
        <p:nvSpPr>
          <p:cNvPr id="63491" name="Rectangle 2">
            <a:extLst>
              <a:ext uri="{FF2B5EF4-FFF2-40B4-BE49-F238E27FC236}">
                <a16:creationId xmlns:a16="http://schemas.microsoft.com/office/drawing/2014/main" id="{CAE7DB62-8F37-9016-4059-40745CB5470D}"/>
              </a:ext>
            </a:extLst>
          </p:cNvPr>
          <p:cNvSpPr>
            <a:spLocks noRot="1" noChangeArrowheads="1" noTextEdit="1"/>
          </p:cNvSpPr>
          <p:nvPr>
            <p:ph type="sldImg"/>
          </p:nvPr>
        </p:nvSpPr>
        <p:spPr>
          <a:ln/>
        </p:spPr>
      </p:sp>
      <p:sp>
        <p:nvSpPr>
          <p:cNvPr id="63492" name="Rectangle 3">
            <a:extLst>
              <a:ext uri="{FF2B5EF4-FFF2-40B4-BE49-F238E27FC236}">
                <a16:creationId xmlns:a16="http://schemas.microsoft.com/office/drawing/2014/main" id="{9B03DB93-E0FB-8BF6-8F42-D8B0D7998F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4AF6318F-1AD1-DF57-F5D4-DBA00C784D9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2DB59EEE-4A00-CE42-9168-8469D9EE7DBD}" type="slidenum">
              <a:rPr lang="en-US" altLang="th-TH" sz="1200" b="0">
                <a:latin typeface="Times New Roman" panose="02020603050405020304" pitchFamily="18" charset="0"/>
              </a:rPr>
              <a:pPr/>
              <a:t>13</a:t>
            </a:fld>
            <a:endParaRPr lang="en-US" altLang="th-TH" sz="1200" b="0">
              <a:latin typeface="Times New Roman" panose="02020603050405020304" pitchFamily="18" charset="0"/>
            </a:endParaRPr>
          </a:p>
        </p:txBody>
      </p:sp>
      <p:sp>
        <p:nvSpPr>
          <p:cNvPr id="64515" name="Rectangle 2">
            <a:extLst>
              <a:ext uri="{FF2B5EF4-FFF2-40B4-BE49-F238E27FC236}">
                <a16:creationId xmlns:a16="http://schemas.microsoft.com/office/drawing/2014/main" id="{69C1C5B4-D9B0-FBED-95AA-A0452499B0A5}"/>
              </a:ext>
            </a:extLst>
          </p:cNvPr>
          <p:cNvSpPr>
            <a:spLocks noRot="1" noChangeArrowheads="1" noTextEdit="1"/>
          </p:cNvSpPr>
          <p:nvPr>
            <p:ph type="sldImg"/>
          </p:nvPr>
        </p:nvSpPr>
        <p:spPr>
          <a:ln/>
        </p:spPr>
      </p:sp>
      <p:sp>
        <p:nvSpPr>
          <p:cNvPr id="64516" name="Rectangle 3">
            <a:extLst>
              <a:ext uri="{FF2B5EF4-FFF2-40B4-BE49-F238E27FC236}">
                <a16:creationId xmlns:a16="http://schemas.microsoft.com/office/drawing/2014/main" id="{162F37F8-A891-486F-E1B6-6AA9D41574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5BE609DF-69B4-366E-6A4D-CD55CB9D281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4CAE4011-0558-BF4C-A21F-A7C3AA084677}" type="slidenum">
              <a:rPr lang="en-US" altLang="th-TH" sz="1200" b="0">
                <a:latin typeface="Times New Roman" panose="02020603050405020304" pitchFamily="18" charset="0"/>
              </a:rPr>
              <a:pPr/>
              <a:t>14</a:t>
            </a:fld>
            <a:endParaRPr lang="en-US" altLang="th-TH" sz="1200" b="0">
              <a:latin typeface="Times New Roman" panose="02020603050405020304" pitchFamily="18" charset="0"/>
            </a:endParaRPr>
          </a:p>
        </p:txBody>
      </p:sp>
      <p:sp>
        <p:nvSpPr>
          <p:cNvPr id="65539" name="Rectangle 2">
            <a:extLst>
              <a:ext uri="{FF2B5EF4-FFF2-40B4-BE49-F238E27FC236}">
                <a16:creationId xmlns:a16="http://schemas.microsoft.com/office/drawing/2014/main" id="{262C67D2-D6AD-107E-B087-9A01B0A02D33}"/>
              </a:ext>
            </a:extLst>
          </p:cNvPr>
          <p:cNvSpPr>
            <a:spLocks noRot="1" noChangeArrowheads="1" noTextEdit="1"/>
          </p:cNvSpPr>
          <p:nvPr>
            <p:ph type="sldImg"/>
          </p:nvPr>
        </p:nvSpPr>
        <p:spPr>
          <a:ln/>
        </p:spPr>
      </p:sp>
      <p:sp>
        <p:nvSpPr>
          <p:cNvPr id="65540" name="Rectangle 3">
            <a:extLst>
              <a:ext uri="{FF2B5EF4-FFF2-40B4-BE49-F238E27FC236}">
                <a16:creationId xmlns:a16="http://schemas.microsoft.com/office/drawing/2014/main" id="{F22E4B6D-80D0-0B20-0045-FB853314800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684CCCA0-A7B8-DCA5-D64C-ECB7EEF393B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1CC30E2A-CC18-CF49-84B9-36C476B57B9E}" type="slidenum">
              <a:rPr lang="en-US" altLang="th-TH" sz="1200" b="0">
                <a:latin typeface="Times New Roman" panose="02020603050405020304" pitchFamily="18" charset="0"/>
              </a:rPr>
              <a:pPr/>
              <a:t>15</a:t>
            </a:fld>
            <a:endParaRPr lang="en-US" altLang="th-TH" sz="1200" b="0">
              <a:latin typeface="Times New Roman" panose="02020603050405020304" pitchFamily="18" charset="0"/>
            </a:endParaRPr>
          </a:p>
        </p:txBody>
      </p:sp>
      <p:sp>
        <p:nvSpPr>
          <p:cNvPr id="66563" name="Rectangle 2">
            <a:extLst>
              <a:ext uri="{FF2B5EF4-FFF2-40B4-BE49-F238E27FC236}">
                <a16:creationId xmlns:a16="http://schemas.microsoft.com/office/drawing/2014/main" id="{E9B1A86C-ABE1-5C42-9989-AEB4B4EFEEAF}"/>
              </a:ext>
            </a:extLst>
          </p:cNvPr>
          <p:cNvSpPr>
            <a:spLocks noRot="1" noChangeArrowheads="1" noTextEdit="1"/>
          </p:cNvSpPr>
          <p:nvPr>
            <p:ph type="sldImg"/>
          </p:nvPr>
        </p:nvSpPr>
        <p:spPr>
          <a:ln/>
        </p:spPr>
      </p:sp>
      <p:sp>
        <p:nvSpPr>
          <p:cNvPr id="66564" name="Rectangle 3">
            <a:extLst>
              <a:ext uri="{FF2B5EF4-FFF2-40B4-BE49-F238E27FC236}">
                <a16:creationId xmlns:a16="http://schemas.microsoft.com/office/drawing/2014/main" id="{91005BB9-F088-25A8-74CD-E6C750650C7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88D25B9A-5C2B-58BB-D215-6FE8F82227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BCE97F22-EE0D-D646-BAFC-267CFC4D91D3}" type="slidenum">
              <a:rPr lang="en-US" altLang="th-TH" sz="1200" b="0">
                <a:latin typeface="Times New Roman" panose="02020603050405020304" pitchFamily="18" charset="0"/>
              </a:rPr>
              <a:pPr/>
              <a:t>16</a:t>
            </a:fld>
            <a:endParaRPr lang="en-US" altLang="th-TH" sz="1200" b="0">
              <a:latin typeface="Times New Roman" panose="02020603050405020304" pitchFamily="18" charset="0"/>
            </a:endParaRPr>
          </a:p>
        </p:txBody>
      </p:sp>
      <p:sp>
        <p:nvSpPr>
          <p:cNvPr id="67587" name="Rectangle 2">
            <a:extLst>
              <a:ext uri="{FF2B5EF4-FFF2-40B4-BE49-F238E27FC236}">
                <a16:creationId xmlns:a16="http://schemas.microsoft.com/office/drawing/2014/main" id="{745A4611-AD32-0EE5-AFE6-D55079DB3E61}"/>
              </a:ext>
            </a:extLst>
          </p:cNvPr>
          <p:cNvSpPr>
            <a:spLocks noRot="1" noChangeArrowheads="1" noTextEdit="1"/>
          </p:cNvSpPr>
          <p:nvPr>
            <p:ph type="sldImg"/>
          </p:nvPr>
        </p:nvSpPr>
        <p:spPr>
          <a:ln/>
        </p:spPr>
      </p:sp>
      <p:sp>
        <p:nvSpPr>
          <p:cNvPr id="67588" name="Rectangle 3">
            <a:extLst>
              <a:ext uri="{FF2B5EF4-FFF2-40B4-BE49-F238E27FC236}">
                <a16:creationId xmlns:a16="http://schemas.microsoft.com/office/drawing/2014/main" id="{E4A1D8AE-0855-37FC-70BF-555A6A08679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BAFE8E01-CA6D-08B9-7D35-A7C6E2AC93B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9430A715-DC89-B641-BFC7-4D6C3855C15E}" type="slidenum">
              <a:rPr lang="en-US" altLang="th-TH" sz="1200" b="0">
                <a:latin typeface="Times New Roman" panose="02020603050405020304" pitchFamily="18" charset="0"/>
              </a:rPr>
              <a:pPr/>
              <a:t>17</a:t>
            </a:fld>
            <a:endParaRPr lang="en-US" altLang="th-TH" sz="1200" b="0">
              <a:latin typeface="Times New Roman" panose="02020603050405020304" pitchFamily="18" charset="0"/>
            </a:endParaRPr>
          </a:p>
        </p:txBody>
      </p:sp>
      <p:sp>
        <p:nvSpPr>
          <p:cNvPr id="68611" name="Rectangle 2">
            <a:extLst>
              <a:ext uri="{FF2B5EF4-FFF2-40B4-BE49-F238E27FC236}">
                <a16:creationId xmlns:a16="http://schemas.microsoft.com/office/drawing/2014/main" id="{C32D6E1F-E2EC-40DE-8D1A-97713EB815BC}"/>
              </a:ext>
            </a:extLst>
          </p:cNvPr>
          <p:cNvSpPr>
            <a:spLocks noRot="1" noChangeArrowheads="1" noTextEdit="1"/>
          </p:cNvSpPr>
          <p:nvPr>
            <p:ph type="sldImg"/>
          </p:nvPr>
        </p:nvSpPr>
        <p:spPr>
          <a:ln/>
        </p:spPr>
      </p:sp>
      <p:sp>
        <p:nvSpPr>
          <p:cNvPr id="68612" name="Rectangle 3">
            <a:extLst>
              <a:ext uri="{FF2B5EF4-FFF2-40B4-BE49-F238E27FC236}">
                <a16:creationId xmlns:a16="http://schemas.microsoft.com/office/drawing/2014/main" id="{387FF009-936A-0ABC-81E4-CB1073D836F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AB64B465-8323-6BAC-3C20-4EF27259F44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40E09B08-FEA2-FC41-B9C1-DCD3D4A7A4D1}" type="slidenum">
              <a:rPr lang="en-US" altLang="th-TH" sz="1200" b="0">
                <a:latin typeface="Times New Roman" panose="02020603050405020304" pitchFamily="18" charset="0"/>
              </a:rPr>
              <a:pPr/>
              <a:t>18</a:t>
            </a:fld>
            <a:endParaRPr lang="en-US" altLang="th-TH" sz="1200" b="0">
              <a:latin typeface="Times New Roman" panose="02020603050405020304" pitchFamily="18" charset="0"/>
            </a:endParaRPr>
          </a:p>
        </p:txBody>
      </p:sp>
      <p:sp>
        <p:nvSpPr>
          <p:cNvPr id="69635" name="Rectangle 2">
            <a:extLst>
              <a:ext uri="{FF2B5EF4-FFF2-40B4-BE49-F238E27FC236}">
                <a16:creationId xmlns:a16="http://schemas.microsoft.com/office/drawing/2014/main" id="{4B01112C-C8A2-3CAA-5695-056B30980334}"/>
              </a:ext>
            </a:extLst>
          </p:cNvPr>
          <p:cNvSpPr>
            <a:spLocks noRot="1" noChangeArrowheads="1" noTextEdit="1"/>
          </p:cNvSpPr>
          <p:nvPr>
            <p:ph type="sldImg"/>
          </p:nvPr>
        </p:nvSpPr>
        <p:spPr>
          <a:ln/>
        </p:spPr>
      </p:sp>
      <p:sp>
        <p:nvSpPr>
          <p:cNvPr id="69636" name="Rectangle 3">
            <a:extLst>
              <a:ext uri="{FF2B5EF4-FFF2-40B4-BE49-F238E27FC236}">
                <a16:creationId xmlns:a16="http://schemas.microsoft.com/office/drawing/2014/main" id="{244854C6-0656-1D81-AD8C-E336E62AEB9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23949E4A-8254-9A12-A036-51A32BC6D31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317146E4-774C-1A4A-B4D9-45A2866E8D9C}" type="slidenum">
              <a:rPr lang="en-US" altLang="th-TH" sz="1200" b="0">
                <a:latin typeface="Times New Roman" panose="02020603050405020304" pitchFamily="18" charset="0"/>
              </a:rPr>
              <a:pPr/>
              <a:t>19</a:t>
            </a:fld>
            <a:endParaRPr lang="en-US" altLang="th-TH" sz="1200" b="0">
              <a:latin typeface="Times New Roman" panose="02020603050405020304" pitchFamily="18" charset="0"/>
            </a:endParaRPr>
          </a:p>
        </p:txBody>
      </p:sp>
      <p:sp>
        <p:nvSpPr>
          <p:cNvPr id="70659" name="Rectangle 2">
            <a:extLst>
              <a:ext uri="{FF2B5EF4-FFF2-40B4-BE49-F238E27FC236}">
                <a16:creationId xmlns:a16="http://schemas.microsoft.com/office/drawing/2014/main" id="{40D39B59-0B35-B541-BCFD-7F2A624459AB}"/>
              </a:ext>
            </a:extLst>
          </p:cNvPr>
          <p:cNvSpPr>
            <a:spLocks noRot="1" noChangeArrowheads="1" noTextEdit="1"/>
          </p:cNvSpPr>
          <p:nvPr>
            <p:ph type="sldImg"/>
          </p:nvPr>
        </p:nvSpPr>
        <p:spPr>
          <a:ln/>
        </p:spPr>
      </p:sp>
      <p:sp>
        <p:nvSpPr>
          <p:cNvPr id="70660" name="Rectangle 3">
            <a:extLst>
              <a:ext uri="{FF2B5EF4-FFF2-40B4-BE49-F238E27FC236}">
                <a16:creationId xmlns:a16="http://schemas.microsoft.com/office/drawing/2014/main" id="{96C66154-7ABF-9630-3ADE-4C2B407EBEF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B58B72DD-495E-6349-07FF-7D23A615A22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679BF541-B275-FB42-84A1-C53414F648D3}" type="slidenum">
              <a:rPr lang="en-US" altLang="th-TH" sz="1200" b="0">
                <a:latin typeface="Times New Roman" panose="02020603050405020304" pitchFamily="18" charset="0"/>
              </a:rPr>
              <a:pPr/>
              <a:t>20</a:t>
            </a:fld>
            <a:endParaRPr lang="en-US" altLang="th-TH" sz="1200" b="0">
              <a:latin typeface="Times New Roman" panose="02020603050405020304" pitchFamily="18" charset="0"/>
            </a:endParaRPr>
          </a:p>
        </p:txBody>
      </p:sp>
      <p:sp>
        <p:nvSpPr>
          <p:cNvPr id="71683" name="Rectangle 2">
            <a:extLst>
              <a:ext uri="{FF2B5EF4-FFF2-40B4-BE49-F238E27FC236}">
                <a16:creationId xmlns:a16="http://schemas.microsoft.com/office/drawing/2014/main" id="{630825D0-508E-7A53-EB45-B7B19D887F17}"/>
              </a:ext>
            </a:extLst>
          </p:cNvPr>
          <p:cNvSpPr>
            <a:spLocks noRot="1" noChangeArrowheads="1" noTextEdit="1"/>
          </p:cNvSpPr>
          <p:nvPr>
            <p:ph type="sldImg"/>
          </p:nvPr>
        </p:nvSpPr>
        <p:spPr>
          <a:ln/>
        </p:spPr>
      </p:sp>
      <p:sp>
        <p:nvSpPr>
          <p:cNvPr id="71684" name="Rectangle 3">
            <a:extLst>
              <a:ext uri="{FF2B5EF4-FFF2-40B4-BE49-F238E27FC236}">
                <a16:creationId xmlns:a16="http://schemas.microsoft.com/office/drawing/2014/main" id="{C87C9922-86A9-1160-209B-4E565D88825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C704611A-295F-F26C-234B-C1C0BB32506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89414F37-C9FE-1B4C-A820-48D4118A48E9}" type="slidenum">
              <a:rPr lang="en-US" altLang="th-TH" sz="1200" b="0">
                <a:latin typeface="Times New Roman" panose="02020603050405020304" pitchFamily="18" charset="0"/>
              </a:rPr>
              <a:pPr/>
              <a:t>21</a:t>
            </a:fld>
            <a:endParaRPr lang="en-US" altLang="th-TH" sz="1200" b="0">
              <a:latin typeface="Times New Roman" panose="02020603050405020304" pitchFamily="18" charset="0"/>
            </a:endParaRPr>
          </a:p>
        </p:txBody>
      </p:sp>
      <p:sp>
        <p:nvSpPr>
          <p:cNvPr id="72707" name="Rectangle 2">
            <a:extLst>
              <a:ext uri="{FF2B5EF4-FFF2-40B4-BE49-F238E27FC236}">
                <a16:creationId xmlns:a16="http://schemas.microsoft.com/office/drawing/2014/main" id="{BDC2DA01-BFD0-69B5-4FD7-A29D834104F5}"/>
              </a:ext>
            </a:extLst>
          </p:cNvPr>
          <p:cNvSpPr>
            <a:spLocks noRot="1" noChangeArrowheads="1" noTextEdit="1"/>
          </p:cNvSpPr>
          <p:nvPr>
            <p:ph type="sldImg"/>
          </p:nvPr>
        </p:nvSpPr>
        <p:spPr>
          <a:ln/>
        </p:spPr>
      </p:sp>
      <p:sp>
        <p:nvSpPr>
          <p:cNvPr id="72708" name="Rectangle 3">
            <a:extLst>
              <a:ext uri="{FF2B5EF4-FFF2-40B4-BE49-F238E27FC236}">
                <a16:creationId xmlns:a16="http://schemas.microsoft.com/office/drawing/2014/main" id="{AF74BA9A-D29D-2B53-ADF0-B989391A46A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1BB5E279-D1CC-766E-2964-F27D3E31AA2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E6E0334B-2B4F-1A41-A312-0EC5016A1733}" type="slidenum">
              <a:rPr lang="en-US" altLang="th-TH" sz="1200" b="0">
                <a:latin typeface="Times New Roman" panose="02020603050405020304" pitchFamily="18" charset="0"/>
              </a:rPr>
              <a:pPr/>
              <a:t>22</a:t>
            </a:fld>
            <a:endParaRPr lang="en-US" altLang="th-TH" sz="1200" b="0">
              <a:latin typeface="Times New Roman" panose="02020603050405020304" pitchFamily="18" charset="0"/>
            </a:endParaRPr>
          </a:p>
        </p:txBody>
      </p:sp>
      <p:sp>
        <p:nvSpPr>
          <p:cNvPr id="73731" name="Rectangle 2">
            <a:extLst>
              <a:ext uri="{FF2B5EF4-FFF2-40B4-BE49-F238E27FC236}">
                <a16:creationId xmlns:a16="http://schemas.microsoft.com/office/drawing/2014/main" id="{995DECE5-D3FD-2D4E-BE8A-6FD42FB7D074}"/>
              </a:ext>
            </a:extLst>
          </p:cNvPr>
          <p:cNvSpPr>
            <a:spLocks noRot="1" noChangeArrowheads="1" noTextEdit="1"/>
          </p:cNvSpPr>
          <p:nvPr>
            <p:ph type="sldImg"/>
          </p:nvPr>
        </p:nvSpPr>
        <p:spPr>
          <a:ln/>
        </p:spPr>
      </p:sp>
      <p:sp>
        <p:nvSpPr>
          <p:cNvPr id="73732" name="Rectangle 3">
            <a:extLst>
              <a:ext uri="{FF2B5EF4-FFF2-40B4-BE49-F238E27FC236}">
                <a16:creationId xmlns:a16="http://schemas.microsoft.com/office/drawing/2014/main" id="{1E96AD9A-2279-B256-7A4F-0014D868C86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6F4A902B-9DC5-8F3F-86DF-BF9149D85AD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0B93A0CA-6E54-8D48-AD3F-588199435948}" type="slidenum">
              <a:rPr lang="en-US" altLang="th-TH" sz="1200" b="0">
                <a:latin typeface="Times New Roman" panose="02020603050405020304" pitchFamily="18" charset="0"/>
              </a:rPr>
              <a:pPr/>
              <a:t>23</a:t>
            </a:fld>
            <a:endParaRPr lang="en-US" altLang="th-TH" sz="1200" b="0">
              <a:latin typeface="Times New Roman" panose="02020603050405020304" pitchFamily="18" charset="0"/>
            </a:endParaRPr>
          </a:p>
        </p:txBody>
      </p:sp>
      <p:sp>
        <p:nvSpPr>
          <p:cNvPr id="74755" name="Rectangle 2">
            <a:extLst>
              <a:ext uri="{FF2B5EF4-FFF2-40B4-BE49-F238E27FC236}">
                <a16:creationId xmlns:a16="http://schemas.microsoft.com/office/drawing/2014/main" id="{FAA58A30-9FBC-A51A-9F3D-034BC2589C02}"/>
              </a:ext>
            </a:extLst>
          </p:cNvPr>
          <p:cNvSpPr>
            <a:spLocks noRot="1" noChangeArrowheads="1" noTextEdit="1"/>
          </p:cNvSpPr>
          <p:nvPr>
            <p:ph type="sldImg"/>
          </p:nvPr>
        </p:nvSpPr>
        <p:spPr>
          <a:ln/>
        </p:spPr>
      </p:sp>
      <p:sp>
        <p:nvSpPr>
          <p:cNvPr id="74756" name="Rectangle 3">
            <a:extLst>
              <a:ext uri="{FF2B5EF4-FFF2-40B4-BE49-F238E27FC236}">
                <a16:creationId xmlns:a16="http://schemas.microsoft.com/office/drawing/2014/main" id="{6F1A2203-6BC6-8CE1-AE6A-76B30A86202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B1D7CCDA-FC3C-7542-866B-F633EB71798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55ADC88B-C215-6548-B9F8-8EDC524024ED}" type="slidenum">
              <a:rPr lang="en-US" altLang="th-TH" sz="1200" b="0">
                <a:latin typeface="Times New Roman" panose="02020603050405020304" pitchFamily="18" charset="0"/>
              </a:rPr>
              <a:pPr/>
              <a:t>24</a:t>
            </a:fld>
            <a:endParaRPr lang="en-US" altLang="th-TH" sz="1200" b="0">
              <a:latin typeface="Times New Roman" panose="02020603050405020304" pitchFamily="18" charset="0"/>
            </a:endParaRPr>
          </a:p>
        </p:txBody>
      </p:sp>
      <p:sp>
        <p:nvSpPr>
          <p:cNvPr id="75779" name="Rectangle 2">
            <a:extLst>
              <a:ext uri="{FF2B5EF4-FFF2-40B4-BE49-F238E27FC236}">
                <a16:creationId xmlns:a16="http://schemas.microsoft.com/office/drawing/2014/main" id="{F65772E9-A872-2E5C-FAAD-CC4735C2B09F}"/>
              </a:ext>
            </a:extLst>
          </p:cNvPr>
          <p:cNvSpPr>
            <a:spLocks noRot="1" noChangeArrowheads="1" noTextEdit="1"/>
          </p:cNvSpPr>
          <p:nvPr>
            <p:ph type="sldImg"/>
          </p:nvPr>
        </p:nvSpPr>
        <p:spPr>
          <a:ln/>
        </p:spPr>
      </p:sp>
      <p:sp>
        <p:nvSpPr>
          <p:cNvPr id="75780" name="Rectangle 3">
            <a:extLst>
              <a:ext uri="{FF2B5EF4-FFF2-40B4-BE49-F238E27FC236}">
                <a16:creationId xmlns:a16="http://schemas.microsoft.com/office/drawing/2014/main" id="{7A86FB16-35F8-E5AD-573F-50E75CA1996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F3EC470D-E829-9A88-6BEF-47489E5E357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983DC030-682D-B641-A224-951D49F0EE39}" type="slidenum">
              <a:rPr lang="en-US" altLang="th-TH" sz="1200" b="0">
                <a:latin typeface="Times New Roman" panose="02020603050405020304" pitchFamily="18" charset="0"/>
              </a:rPr>
              <a:pPr/>
              <a:t>25</a:t>
            </a:fld>
            <a:endParaRPr lang="en-US" altLang="th-TH" sz="1200" b="0">
              <a:latin typeface="Times New Roman" panose="02020603050405020304" pitchFamily="18" charset="0"/>
            </a:endParaRPr>
          </a:p>
        </p:txBody>
      </p:sp>
      <p:sp>
        <p:nvSpPr>
          <p:cNvPr id="76803" name="Rectangle 2">
            <a:extLst>
              <a:ext uri="{FF2B5EF4-FFF2-40B4-BE49-F238E27FC236}">
                <a16:creationId xmlns:a16="http://schemas.microsoft.com/office/drawing/2014/main" id="{19C9CBF1-655D-5F84-0BB9-E536EC1E2125}"/>
              </a:ext>
            </a:extLst>
          </p:cNvPr>
          <p:cNvSpPr>
            <a:spLocks noRot="1" noChangeArrowheads="1" noTextEdit="1"/>
          </p:cNvSpPr>
          <p:nvPr>
            <p:ph type="sldImg"/>
          </p:nvPr>
        </p:nvSpPr>
        <p:spPr>
          <a:ln/>
        </p:spPr>
      </p:sp>
      <p:sp>
        <p:nvSpPr>
          <p:cNvPr id="76804" name="Rectangle 3">
            <a:extLst>
              <a:ext uri="{FF2B5EF4-FFF2-40B4-BE49-F238E27FC236}">
                <a16:creationId xmlns:a16="http://schemas.microsoft.com/office/drawing/2014/main" id="{3FF24E9D-E4FD-1479-3FDF-C6606A3B531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95AB8F2B-0D52-09BC-1AA8-09CC19B3E82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0D1848A7-8CE0-F749-8D7F-0390F5DA1CD5}" type="slidenum">
              <a:rPr lang="en-US" altLang="th-TH" sz="1200" b="0">
                <a:latin typeface="Times New Roman" panose="02020603050405020304" pitchFamily="18" charset="0"/>
              </a:rPr>
              <a:pPr/>
              <a:t>26</a:t>
            </a:fld>
            <a:endParaRPr lang="en-US" altLang="th-TH" sz="1200" b="0">
              <a:latin typeface="Times New Roman" panose="02020603050405020304" pitchFamily="18" charset="0"/>
            </a:endParaRPr>
          </a:p>
        </p:txBody>
      </p:sp>
      <p:sp>
        <p:nvSpPr>
          <p:cNvPr id="77827" name="Rectangle 2">
            <a:extLst>
              <a:ext uri="{FF2B5EF4-FFF2-40B4-BE49-F238E27FC236}">
                <a16:creationId xmlns:a16="http://schemas.microsoft.com/office/drawing/2014/main" id="{082E00A0-0A06-35D2-D3B9-B8BB56A16E70}"/>
              </a:ext>
            </a:extLst>
          </p:cNvPr>
          <p:cNvSpPr>
            <a:spLocks noRot="1" noChangeArrowheads="1" noTextEdit="1"/>
          </p:cNvSpPr>
          <p:nvPr>
            <p:ph type="sldImg"/>
          </p:nvPr>
        </p:nvSpPr>
        <p:spPr>
          <a:ln/>
        </p:spPr>
      </p:sp>
      <p:sp>
        <p:nvSpPr>
          <p:cNvPr id="77828" name="Rectangle 3">
            <a:extLst>
              <a:ext uri="{FF2B5EF4-FFF2-40B4-BE49-F238E27FC236}">
                <a16:creationId xmlns:a16="http://schemas.microsoft.com/office/drawing/2014/main" id="{79F4F0C6-9CC3-6370-A3A8-17472C20521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4BC2C28E-8947-B2EA-824A-C1B0FB7FFED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765B531B-AF33-C649-8350-57F105CBC450}" type="slidenum">
              <a:rPr lang="en-US" altLang="th-TH" sz="1200" b="0">
                <a:latin typeface="Times New Roman" panose="02020603050405020304" pitchFamily="18" charset="0"/>
              </a:rPr>
              <a:pPr/>
              <a:t>27</a:t>
            </a:fld>
            <a:endParaRPr lang="en-US" altLang="th-TH" sz="1200" b="0">
              <a:latin typeface="Times New Roman" panose="02020603050405020304" pitchFamily="18" charset="0"/>
            </a:endParaRPr>
          </a:p>
        </p:txBody>
      </p:sp>
      <p:sp>
        <p:nvSpPr>
          <p:cNvPr id="78851" name="Rectangle 2">
            <a:extLst>
              <a:ext uri="{FF2B5EF4-FFF2-40B4-BE49-F238E27FC236}">
                <a16:creationId xmlns:a16="http://schemas.microsoft.com/office/drawing/2014/main" id="{4EFB5EBB-99E3-31A7-E160-772C40DDD314}"/>
              </a:ext>
            </a:extLst>
          </p:cNvPr>
          <p:cNvSpPr>
            <a:spLocks noRot="1" noChangeArrowheads="1" noTextEdit="1"/>
          </p:cNvSpPr>
          <p:nvPr>
            <p:ph type="sldImg"/>
          </p:nvPr>
        </p:nvSpPr>
        <p:spPr>
          <a:ln/>
        </p:spPr>
      </p:sp>
      <p:sp>
        <p:nvSpPr>
          <p:cNvPr id="78852" name="Rectangle 3">
            <a:extLst>
              <a:ext uri="{FF2B5EF4-FFF2-40B4-BE49-F238E27FC236}">
                <a16:creationId xmlns:a16="http://schemas.microsoft.com/office/drawing/2014/main" id="{409CC95C-0C23-E84F-C9C8-A80323AAB32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1F7857FC-933A-DBD1-7730-F1878F83573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84F7CD4D-AE3E-B541-85A4-A9DA48CAC6AC}" type="slidenum">
              <a:rPr lang="en-US" altLang="th-TH" sz="1200" b="0">
                <a:latin typeface="Times New Roman" panose="02020603050405020304" pitchFamily="18" charset="0"/>
              </a:rPr>
              <a:pPr/>
              <a:t>28</a:t>
            </a:fld>
            <a:endParaRPr lang="en-US" altLang="th-TH" sz="1200" b="0">
              <a:latin typeface="Times New Roman" panose="02020603050405020304" pitchFamily="18" charset="0"/>
            </a:endParaRPr>
          </a:p>
        </p:txBody>
      </p:sp>
      <p:sp>
        <p:nvSpPr>
          <p:cNvPr id="79875" name="Rectangle 2">
            <a:extLst>
              <a:ext uri="{FF2B5EF4-FFF2-40B4-BE49-F238E27FC236}">
                <a16:creationId xmlns:a16="http://schemas.microsoft.com/office/drawing/2014/main" id="{4C6BAEA3-AA30-B1CB-67EA-48CC68555B11}"/>
              </a:ext>
            </a:extLst>
          </p:cNvPr>
          <p:cNvSpPr>
            <a:spLocks noRot="1" noChangeArrowheads="1" noTextEdit="1"/>
          </p:cNvSpPr>
          <p:nvPr>
            <p:ph type="sldImg"/>
          </p:nvPr>
        </p:nvSpPr>
        <p:spPr>
          <a:ln/>
        </p:spPr>
      </p:sp>
      <p:sp>
        <p:nvSpPr>
          <p:cNvPr id="79876" name="Rectangle 3">
            <a:extLst>
              <a:ext uri="{FF2B5EF4-FFF2-40B4-BE49-F238E27FC236}">
                <a16:creationId xmlns:a16="http://schemas.microsoft.com/office/drawing/2014/main" id="{EEB2F1F3-924E-377F-A6C7-F080B1CD174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EDC28B91-FC5D-639D-252A-3EEC9ED8445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6E7E1315-0C7A-604E-A932-445F2F16D67D}" type="slidenum">
              <a:rPr lang="en-US" altLang="th-TH" sz="1200" b="0">
                <a:latin typeface="Times New Roman" panose="02020603050405020304" pitchFamily="18" charset="0"/>
              </a:rPr>
              <a:pPr/>
              <a:t>29</a:t>
            </a:fld>
            <a:endParaRPr lang="en-US" altLang="th-TH" sz="1200" b="0">
              <a:latin typeface="Times New Roman" panose="02020603050405020304" pitchFamily="18" charset="0"/>
            </a:endParaRPr>
          </a:p>
        </p:txBody>
      </p:sp>
      <p:sp>
        <p:nvSpPr>
          <p:cNvPr id="80899" name="Rectangle 2">
            <a:extLst>
              <a:ext uri="{FF2B5EF4-FFF2-40B4-BE49-F238E27FC236}">
                <a16:creationId xmlns:a16="http://schemas.microsoft.com/office/drawing/2014/main" id="{8C59EE52-6DAB-17A3-6D38-847A222CD25B}"/>
              </a:ext>
            </a:extLst>
          </p:cNvPr>
          <p:cNvSpPr>
            <a:spLocks noRot="1" noChangeArrowheads="1" noTextEdit="1"/>
          </p:cNvSpPr>
          <p:nvPr>
            <p:ph type="sldImg"/>
          </p:nvPr>
        </p:nvSpPr>
        <p:spPr>
          <a:ln/>
        </p:spPr>
      </p:sp>
      <p:sp>
        <p:nvSpPr>
          <p:cNvPr id="80900" name="Rectangle 3">
            <a:extLst>
              <a:ext uri="{FF2B5EF4-FFF2-40B4-BE49-F238E27FC236}">
                <a16:creationId xmlns:a16="http://schemas.microsoft.com/office/drawing/2014/main" id="{AFEAC37C-BF3C-FA5A-9085-B10F30102D4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E42A65B8-BC55-0B18-6B02-1F8D00EA913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3B397C45-7F28-7B45-B876-C71F37F190D3}" type="slidenum">
              <a:rPr lang="en-US" altLang="th-TH" sz="1200" b="0">
                <a:latin typeface="Times New Roman" panose="02020603050405020304" pitchFamily="18" charset="0"/>
              </a:rPr>
              <a:pPr/>
              <a:t>30</a:t>
            </a:fld>
            <a:endParaRPr lang="en-US" altLang="th-TH" sz="1200" b="0">
              <a:latin typeface="Times New Roman" panose="02020603050405020304" pitchFamily="18" charset="0"/>
            </a:endParaRPr>
          </a:p>
        </p:txBody>
      </p:sp>
      <p:sp>
        <p:nvSpPr>
          <p:cNvPr id="81923" name="Rectangle 2">
            <a:extLst>
              <a:ext uri="{FF2B5EF4-FFF2-40B4-BE49-F238E27FC236}">
                <a16:creationId xmlns:a16="http://schemas.microsoft.com/office/drawing/2014/main" id="{5E2F5E19-AE64-E14C-BDEF-454667389034}"/>
              </a:ext>
            </a:extLst>
          </p:cNvPr>
          <p:cNvSpPr>
            <a:spLocks noRot="1" noChangeArrowheads="1" noTextEdit="1"/>
          </p:cNvSpPr>
          <p:nvPr>
            <p:ph type="sldImg"/>
          </p:nvPr>
        </p:nvSpPr>
        <p:spPr>
          <a:ln/>
        </p:spPr>
      </p:sp>
      <p:sp>
        <p:nvSpPr>
          <p:cNvPr id="81924" name="Rectangle 3">
            <a:extLst>
              <a:ext uri="{FF2B5EF4-FFF2-40B4-BE49-F238E27FC236}">
                <a16:creationId xmlns:a16="http://schemas.microsoft.com/office/drawing/2014/main" id="{C41ED589-70B8-86C1-249C-BC13C385D38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FAE82BC7-5B8D-AC47-D205-5C7F03053CB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1AC2422A-C01B-084E-9A8B-DE223FF81437}" type="slidenum">
              <a:rPr lang="en-US" altLang="th-TH" sz="1200" b="0">
                <a:latin typeface="Times New Roman" panose="02020603050405020304" pitchFamily="18" charset="0"/>
              </a:rPr>
              <a:pPr/>
              <a:t>31</a:t>
            </a:fld>
            <a:endParaRPr lang="en-US" altLang="th-TH" sz="1200" b="0">
              <a:latin typeface="Times New Roman" panose="02020603050405020304" pitchFamily="18" charset="0"/>
            </a:endParaRPr>
          </a:p>
        </p:txBody>
      </p:sp>
      <p:sp>
        <p:nvSpPr>
          <p:cNvPr id="82947" name="Rectangle 2">
            <a:extLst>
              <a:ext uri="{FF2B5EF4-FFF2-40B4-BE49-F238E27FC236}">
                <a16:creationId xmlns:a16="http://schemas.microsoft.com/office/drawing/2014/main" id="{03C32BC7-1E70-A5B6-F57F-8EBA04FBDC0A}"/>
              </a:ext>
            </a:extLst>
          </p:cNvPr>
          <p:cNvSpPr>
            <a:spLocks noRot="1" noChangeArrowheads="1" noTextEdit="1"/>
          </p:cNvSpPr>
          <p:nvPr>
            <p:ph type="sldImg"/>
          </p:nvPr>
        </p:nvSpPr>
        <p:spPr>
          <a:ln/>
        </p:spPr>
      </p:sp>
      <p:sp>
        <p:nvSpPr>
          <p:cNvPr id="82948" name="Rectangle 3">
            <a:extLst>
              <a:ext uri="{FF2B5EF4-FFF2-40B4-BE49-F238E27FC236}">
                <a16:creationId xmlns:a16="http://schemas.microsoft.com/office/drawing/2014/main" id="{EF2B829C-3023-AA46-C051-FAE96BDF3B9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BF0DD7E0-35B9-97D9-BF6C-991ADE2FAE5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9CB8A494-AB27-014E-BC78-9ACB6CB79703}" type="slidenum">
              <a:rPr lang="en-US" altLang="th-TH" sz="1200" b="0">
                <a:latin typeface="Times New Roman" panose="02020603050405020304" pitchFamily="18" charset="0"/>
              </a:rPr>
              <a:pPr/>
              <a:t>32</a:t>
            </a:fld>
            <a:endParaRPr lang="en-US" altLang="th-TH" sz="1200" b="0">
              <a:latin typeface="Times New Roman" panose="02020603050405020304" pitchFamily="18" charset="0"/>
            </a:endParaRPr>
          </a:p>
        </p:txBody>
      </p:sp>
      <p:sp>
        <p:nvSpPr>
          <p:cNvPr id="83971" name="Rectangle 2">
            <a:extLst>
              <a:ext uri="{FF2B5EF4-FFF2-40B4-BE49-F238E27FC236}">
                <a16:creationId xmlns:a16="http://schemas.microsoft.com/office/drawing/2014/main" id="{6C4E712F-19F5-B7B6-9E08-CEABB7D00632}"/>
              </a:ext>
            </a:extLst>
          </p:cNvPr>
          <p:cNvSpPr>
            <a:spLocks noRot="1" noChangeArrowheads="1" noTextEdit="1"/>
          </p:cNvSpPr>
          <p:nvPr>
            <p:ph type="sldImg"/>
          </p:nvPr>
        </p:nvSpPr>
        <p:spPr>
          <a:ln/>
        </p:spPr>
      </p:sp>
      <p:sp>
        <p:nvSpPr>
          <p:cNvPr id="83972" name="Rectangle 3">
            <a:extLst>
              <a:ext uri="{FF2B5EF4-FFF2-40B4-BE49-F238E27FC236}">
                <a16:creationId xmlns:a16="http://schemas.microsoft.com/office/drawing/2014/main" id="{9FB21618-08B3-1CE8-B0E9-A0800083CE5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2E2B3E11-5A60-D2C2-A5B3-7B6F739CD87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2436024E-A99A-8A42-87FB-E2A02069030D}" type="slidenum">
              <a:rPr lang="en-US" altLang="th-TH" sz="1200" b="0">
                <a:latin typeface="Times New Roman" panose="02020603050405020304" pitchFamily="18" charset="0"/>
              </a:rPr>
              <a:pPr/>
              <a:t>33</a:t>
            </a:fld>
            <a:endParaRPr lang="en-US" altLang="th-TH" sz="1200" b="0">
              <a:latin typeface="Times New Roman" panose="02020603050405020304" pitchFamily="18" charset="0"/>
            </a:endParaRPr>
          </a:p>
        </p:txBody>
      </p:sp>
      <p:sp>
        <p:nvSpPr>
          <p:cNvPr id="84995" name="Rectangle 2">
            <a:extLst>
              <a:ext uri="{FF2B5EF4-FFF2-40B4-BE49-F238E27FC236}">
                <a16:creationId xmlns:a16="http://schemas.microsoft.com/office/drawing/2014/main" id="{36A5B5D3-0C4E-581D-7ED8-92AE83C5E6FB}"/>
              </a:ext>
            </a:extLst>
          </p:cNvPr>
          <p:cNvSpPr>
            <a:spLocks noRot="1" noChangeArrowheads="1" noTextEdit="1"/>
          </p:cNvSpPr>
          <p:nvPr>
            <p:ph type="sldImg"/>
          </p:nvPr>
        </p:nvSpPr>
        <p:spPr>
          <a:ln/>
        </p:spPr>
      </p:sp>
      <p:sp>
        <p:nvSpPr>
          <p:cNvPr id="84996" name="Rectangle 3">
            <a:extLst>
              <a:ext uri="{FF2B5EF4-FFF2-40B4-BE49-F238E27FC236}">
                <a16:creationId xmlns:a16="http://schemas.microsoft.com/office/drawing/2014/main" id="{A744EF8B-CE72-C431-5BB6-4B442FBA86C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4F3A346E-D7D2-39F4-349E-F68646117DD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58742A8A-7EA6-264A-8432-6083300CA825}" type="slidenum">
              <a:rPr lang="en-US" altLang="th-TH" sz="1200" b="0">
                <a:latin typeface="Times New Roman" panose="02020603050405020304" pitchFamily="18" charset="0"/>
              </a:rPr>
              <a:pPr/>
              <a:t>34</a:t>
            </a:fld>
            <a:endParaRPr lang="en-US" altLang="th-TH" sz="1200" b="0">
              <a:latin typeface="Times New Roman" panose="02020603050405020304" pitchFamily="18" charset="0"/>
            </a:endParaRPr>
          </a:p>
        </p:txBody>
      </p:sp>
      <p:sp>
        <p:nvSpPr>
          <p:cNvPr id="86019" name="Rectangle 2">
            <a:extLst>
              <a:ext uri="{FF2B5EF4-FFF2-40B4-BE49-F238E27FC236}">
                <a16:creationId xmlns:a16="http://schemas.microsoft.com/office/drawing/2014/main" id="{B04E22AB-F919-5D2C-7BE2-F5259D07B1A5}"/>
              </a:ext>
            </a:extLst>
          </p:cNvPr>
          <p:cNvSpPr>
            <a:spLocks noRot="1" noChangeArrowheads="1" noTextEdit="1"/>
          </p:cNvSpPr>
          <p:nvPr>
            <p:ph type="sldImg"/>
          </p:nvPr>
        </p:nvSpPr>
        <p:spPr>
          <a:ln/>
        </p:spPr>
      </p:sp>
      <p:sp>
        <p:nvSpPr>
          <p:cNvPr id="86020" name="Rectangle 3">
            <a:extLst>
              <a:ext uri="{FF2B5EF4-FFF2-40B4-BE49-F238E27FC236}">
                <a16:creationId xmlns:a16="http://schemas.microsoft.com/office/drawing/2014/main" id="{A2F3CDA6-F776-0578-F84D-0DBA870983B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742FD81F-991F-17DC-E256-7C8D6FD889D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A9C8B7A2-0C50-8242-8B6B-86894C16B36E}" type="slidenum">
              <a:rPr lang="en-US" altLang="th-TH" sz="1200" b="0">
                <a:latin typeface="Times New Roman" panose="02020603050405020304" pitchFamily="18" charset="0"/>
              </a:rPr>
              <a:pPr/>
              <a:t>35</a:t>
            </a:fld>
            <a:endParaRPr lang="en-US" altLang="th-TH" sz="1200" b="0">
              <a:latin typeface="Times New Roman" panose="02020603050405020304" pitchFamily="18" charset="0"/>
            </a:endParaRPr>
          </a:p>
        </p:txBody>
      </p:sp>
      <p:sp>
        <p:nvSpPr>
          <p:cNvPr id="87043" name="Rectangle 2">
            <a:extLst>
              <a:ext uri="{FF2B5EF4-FFF2-40B4-BE49-F238E27FC236}">
                <a16:creationId xmlns:a16="http://schemas.microsoft.com/office/drawing/2014/main" id="{6CC3E542-5EA6-233B-790E-1FA6E571FB3A}"/>
              </a:ext>
            </a:extLst>
          </p:cNvPr>
          <p:cNvSpPr>
            <a:spLocks noRot="1" noChangeArrowheads="1" noTextEdit="1"/>
          </p:cNvSpPr>
          <p:nvPr>
            <p:ph type="sldImg"/>
          </p:nvPr>
        </p:nvSpPr>
        <p:spPr>
          <a:ln/>
        </p:spPr>
      </p:sp>
      <p:sp>
        <p:nvSpPr>
          <p:cNvPr id="87044" name="Rectangle 3">
            <a:extLst>
              <a:ext uri="{FF2B5EF4-FFF2-40B4-BE49-F238E27FC236}">
                <a16:creationId xmlns:a16="http://schemas.microsoft.com/office/drawing/2014/main" id="{1CF01149-30C3-F9BA-E2A0-3EBB3550B4D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795C222E-5D6D-9E01-3177-109B45E5C40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441D130F-BFE7-7B44-85EA-ED03F5432F04}" type="slidenum">
              <a:rPr lang="en-US" altLang="th-TH" sz="1200" b="0">
                <a:latin typeface="Times New Roman" panose="02020603050405020304" pitchFamily="18" charset="0"/>
              </a:rPr>
              <a:pPr/>
              <a:t>36</a:t>
            </a:fld>
            <a:endParaRPr lang="en-US" altLang="th-TH" sz="1200" b="0">
              <a:latin typeface="Times New Roman" panose="02020603050405020304" pitchFamily="18" charset="0"/>
            </a:endParaRPr>
          </a:p>
        </p:txBody>
      </p:sp>
      <p:sp>
        <p:nvSpPr>
          <p:cNvPr id="88067" name="Rectangle 2">
            <a:extLst>
              <a:ext uri="{FF2B5EF4-FFF2-40B4-BE49-F238E27FC236}">
                <a16:creationId xmlns:a16="http://schemas.microsoft.com/office/drawing/2014/main" id="{B63C7A37-CE53-625F-B014-1F0C81DAF48C}"/>
              </a:ext>
            </a:extLst>
          </p:cNvPr>
          <p:cNvSpPr>
            <a:spLocks noRot="1" noChangeArrowheads="1" noTextEdit="1"/>
          </p:cNvSpPr>
          <p:nvPr>
            <p:ph type="sldImg"/>
          </p:nvPr>
        </p:nvSpPr>
        <p:spPr>
          <a:ln/>
        </p:spPr>
      </p:sp>
      <p:sp>
        <p:nvSpPr>
          <p:cNvPr id="88068" name="Rectangle 3">
            <a:extLst>
              <a:ext uri="{FF2B5EF4-FFF2-40B4-BE49-F238E27FC236}">
                <a16:creationId xmlns:a16="http://schemas.microsoft.com/office/drawing/2014/main" id="{6034A227-B607-01E8-F333-4E7951B1C7F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C5E940BE-BA4B-0016-38FA-1C8781C6B7E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16A367D3-0B9C-064A-8A02-DA699EFBB524}" type="slidenum">
              <a:rPr lang="en-US" altLang="th-TH" sz="1200" b="0">
                <a:latin typeface="Times New Roman" panose="02020603050405020304" pitchFamily="18" charset="0"/>
              </a:rPr>
              <a:pPr/>
              <a:t>37</a:t>
            </a:fld>
            <a:endParaRPr lang="en-US" altLang="th-TH" sz="1200" b="0">
              <a:latin typeface="Times New Roman" panose="02020603050405020304" pitchFamily="18" charset="0"/>
            </a:endParaRPr>
          </a:p>
        </p:txBody>
      </p:sp>
      <p:sp>
        <p:nvSpPr>
          <p:cNvPr id="89091" name="Rectangle 2">
            <a:extLst>
              <a:ext uri="{FF2B5EF4-FFF2-40B4-BE49-F238E27FC236}">
                <a16:creationId xmlns:a16="http://schemas.microsoft.com/office/drawing/2014/main" id="{A24FB43F-890E-9639-65D7-F0A477346873}"/>
              </a:ext>
            </a:extLst>
          </p:cNvPr>
          <p:cNvSpPr>
            <a:spLocks noRot="1" noChangeArrowheads="1" noTextEdit="1"/>
          </p:cNvSpPr>
          <p:nvPr>
            <p:ph type="sldImg"/>
          </p:nvPr>
        </p:nvSpPr>
        <p:spPr>
          <a:ln/>
        </p:spPr>
      </p:sp>
      <p:sp>
        <p:nvSpPr>
          <p:cNvPr id="89092" name="Rectangle 3">
            <a:extLst>
              <a:ext uri="{FF2B5EF4-FFF2-40B4-BE49-F238E27FC236}">
                <a16:creationId xmlns:a16="http://schemas.microsoft.com/office/drawing/2014/main" id="{B7BE0F17-6D76-C561-62B0-274466F757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AEB27C9A-0D7E-1B69-30EF-A55C52409A8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EDC1F6B9-E070-1346-BE4A-685F284E2F92}" type="slidenum">
              <a:rPr lang="en-US" altLang="th-TH" sz="1200" b="0">
                <a:latin typeface="Times New Roman" panose="02020603050405020304" pitchFamily="18" charset="0"/>
              </a:rPr>
              <a:pPr/>
              <a:t>38</a:t>
            </a:fld>
            <a:endParaRPr lang="en-US" altLang="th-TH" sz="1200" b="0">
              <a:latin typeface="Times New Roman" panose="02020603050405020304" pitchFamily="18" charset="0"/>
            </a:endParaRPr>
          </a:p>
        </p:txBody>
      </p:sp>
      <p:sp>
        <p:nvSpPr>
          <p:cNvPr id="90115" name="Rectangle 2">
            <a:extLst>
              <a:ext uri="{FF2B5EF4-FFF2-40B4-BE49-F238E27FC236}">
                <a16:creationId xmlns:a16="http://schemas.microsoft.com/office/drawing/2014/main" id="{23CC3DF6-EAE4-670A-EA63-FB7E9CF968EB}"/>
              </a:ext>
            </a:extLst>
          </p:cNvPr>
          <p:cNvSpPr>
            <a:spLocks noRot="1" noChangeArrowheads="1" noTextEdit="1"/>
          </p:cNvSpPr>
          <p:nvPr>
            <p:ph type="sldImg"/>
          </p:nvPr>
        </p:nvSpPr>
        <p:spPr>
          <a:ln/>
        </p:spPr>
      </p:sp>
      <p:sp>
        <p:nvSpPr>
          <p:cNvPr id="90116" name="Rectangle 3">
            <a:extLst>
              <a:ext uri="{FF2B5EF4-FFF2-40B4-BE49-F238E27FC236}">
                <a16:creationId xmlns:a16="http://schemas.microsoft.com/office/drawing/2014/main" id="{DB4BB28E-0B6D-63D1-F07C-3911202AAB1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4B781B50-A4B7-65DD-C20C-A264C919B93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FE013CDF-F413-7A40-B7EF-EE81E2F34AD9}" type="slidenum">
              <a:rPr lang="en-US" altLang="th-TH" sz="1200" b="0">
                <a:latin typeface="Times New Roman" panose="02020603050405020304" pitchFamily="18" charset="0"/>
              </a:rPr>
              <a:pPr/>
              <a:t>39</a:t>
            </a:fld>
            <a:endParaRPr lang="en-US" altLang="th-TH" sz="1200" b="0">
              <a:latin typeface="Times New Roman" panose="02020603050405020304" pitchFamily="18" charset="0"/>
            </a:endParaRPr>
          </a:p>
        </p:txBody>
      </p:sp>
      <p:sp>
        <p:nvSpPr>
          <p:cNvPr id="91139" name="Rectangle 2">
            <a:extLst>
              <a:ext uri="{FF2B5EF4-FFF2-40B4-BE49-F238E27FC236}">
                <a16:creationId xmlns:a16="http://schemas.microsoft.com/office/drawing/2014/main" id="{72BE5753-7B8B-2B62-4F5E-8B74F913B01B}"/>
              </a:ext>
            </a:extLst>
          </p:cNvPr>
          <p:cNvSpPr>
            <a:spLocks noRot="1" noChangeArrowheads="1" noTextEdit="1"/>
          </p:cNvSpPr>
          <p:nvPr>
            <p:ph type="sldImg"/>
          </p:nvPr>
        </p:nvSpPr>
        <p:spPr>
          <a:ln/>
        </p:spPr>
      </p:sp>
      <p:sp>
        <p:nvSpPr>
          <p:cNvPr id="91140" name="Rectangle 3">
            <a:extLst>
              <a:ext uri="{FF2B5EF4-FFF2-40B4-BE49-F238E27FC236}">
                <a16:creationId xmlns:a16="http://schemas.microsoft.com/office/drawing/2014/main" id="{4E5A7ECD-7179-4437-41AD-394185BAF9F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B06E6340-6EF6-EB24-F657-07A7C0F2C5D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27FB1A56-12B1-5A40-A9E6-2FC3E1327705}" type="slidenum">
              <a:rPr lang="en-US" altLang="th-TH" sz="1200" b="0">
                <a:latin typeface="Times New Roman" panose="02020603050405020304" pitchFamily="18" charset="0"/>
              </a:rPr>
              <a:pPr/>
              <a:t>40</a:t>
            </a:fld>
            <a:endParaRPr lang="en-US" altLang="th-TH" sz="1200" b="0">
              <a:latin typeface="Times New Roman" panose="02020603050405020304" pitchFamily="18" charset="0"/>
            </a:endParaRPr>
          </a:p>
        </p:txBody>
      </p:sp>
      <p:sp>
        <p:nvSpPr>
          <p:cNvPr id="92163" name="Rectangle 2">
            <a:extLst>
              <a:ext uri="{FF2B5EF4-FFF2-40B4-BE49-F238E27FC236}">
                <a16:creationId xmlns:a16="http://schemas.microsoft.com/office/drawing/2014/main" id="{F4274BD4-E50E-E6F8-F43A-6BE99616E0B9}"/>
              </a:ext>
            </a:extLst>
          </p:cNvPr>
          <p:cNvSpPr>
            <a:spLocks noRot="1" noChangeArrowheads="1" noTextEdit="1"/>
          </p:cNvSpPr>
          <p:nvPr>
            <p:ph type="sldImg"/>
          </p:nvPr>
        </p:nvSpPr>
        <p:spPr>
          <a:ln/>
        </p:spPr>
      </p:sp>
      <p:sp>
        <p:nvSpPr>
          <p:cNvPr id="92164" name="Rectangle 3">
            <a:extLst>
              <a:ext uri="{FF2B5EF4-FFF2-40B4-BE49-F238E27FC236}">
                <a16:creationId xmlns:a16="http://schemas.microsoft.com/office/drawing/2014/main" id="{FFB83D73-B743-4520-0CFF-A9A1961BB2F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60DD4372-8A98-3077-79F4-0728F874C3F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3BE144EE-4ABD-894D-87C5-C21B46A75541}" type="slidenum">
              <a:rPr lang="en-US" altLang="th-TH" sz="1200" b="0">
                <a:latin typeface="Times New Roman" panose="02020603050405020304" pitchFamily="18" charset="0"/>
              </a:rPr>
              <a:pPr/>
              <a:t>41</a:t>
            </a:fld>
            <a:endParaRPr lang="en-US" altLang="th-TH" sz="1200" b="0">
              <a:latin typeface="Times New Roman" panose="02020603050405020304" pitchFamily="18" charset="0"/>
            </a:endParaRPr>
          </a:p>
        </p:txBody>
      </p:sp>
      <p:sp>
        <p:nvSpPr>
          <p:cNvPr id="93187" name="Rectangle 2">
            <a:extLst>
              <a:ext uri="{FF2B5EF4-FFF2-40B4-BE49-F238E27FC236}">
                <a16:creationId xmlns:a16="http://schemas.microsoft.com/office/drawing/2014/main" id="{B0FFFF20-F619-8F0D-7A52-23F0A311AF1B}"/>
              </a:ext>
            </a:extLst>
          </p:cNvPr>
          <p:cNvSpPr>
            <a:spLocks noRot="1" noChangeArrowheads="1" noTextEdit="1"/>
          </p:cNvSpPr>
          <p:nvPr>
            <p:ph type="sldImg"/>
          </p:nvPr>
        </p:nvSpPr>
        <p:spPr>
          <a:ln/>
        </p:spPr>
      </p:sp>
      <p:sp>
        <p:nvSpPr>
          <p:cNvPr id="93188" name="Rectangle 3">
            <a:extLst>
              <a:ext uri="{FF2B5EF4-FFF2-40B4-BE49-F238E27FC236}">
                <a16:creationId xmlns:a16="http://schemas.microsoft.com/office/drawing/2014/main" id="{A5157522-3F61-A5A4-0ACB-7580B1FE4CD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a:extLst>
              <a:ext uri="{FF2B5EF4-FFF2-40B4-BE49-F238E27FC236}">
                <a16:creationId xmlns:a16="http://schemas.microsoft.com/office/drawing/2014/main" id="{CAED0334-04A8-9155-182C-B6CA68C59F8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59ECF96A-C533-E342-B1C8-BAFD9D7CE116}" type="slidenum">
              <a:rPr lang="en-US" altLang="th-TH" sz="1200" b="0">
                <a:latin typeface="Times New Roman" panose="02020603050405020304" pitchFamily="18" charset="0"/>
              </a:rPr>
              <a:pPr/>
              <a:t>42</a:t>
            </a:fld>
            <a:endParaRPr lang="en-US" altLang="th-TH" sz="1200" b="0">
              <a:latin typeface="Times New Roman" panose="02020603050405020304" pitchFamily="18" charset="0"/>
            </a:endParaRPr>
          </a:p>
        </p:txBody>
      </p:sp>
      <p:sp>
        <p:nvSpPr>
          <p:cNvPr id="94211" name="Rectangle 2">
            <a:extLst>
              <a:ext uri="{FF2B5EF4-FFF2-40B4-BE49-F238E27FC236}">
                <a16:creationId xmlns:a16="http://schemas.microsoft.com/office/drawing/2014/main" id="{682A16AD-8CB6-ED60-534C-7A16B0A048DB}"/>
              </a:ext>
            </a:extLst>
          </p:cNvPr>
          <p:cNvSpPr>
            <a:spLocks noRot="1" noChangeArrowheads="1" noTextEdit="1"/>
          </p:cNvSpPr>
          <p:nvPr>
            <p:ph type="sldImg"/>
          </p:nvPr>
        </p:nvSpPr>
        <p:spPr>
          <a:ln/>
        </p:spPr>
      </p:sp>
      <p:sp>
        <p:nvSpPr>
          <p:cNvPr id="94212" name="Rectangle 3">
            <a:extLst>
              <a:ext uri="{FF2B5EF4-FFF2-40B4-BE49-F238E27FC236}">
                <a16:creationId xmlns:a16="http://schemas.microsoft.com/office/drawing/2014/main" id="{4CDB8299-44FA-DCBF-9F92-C535833A1B1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4A683032-29C4-E60A-DB67-3AD48B6EC5F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4C35CE8A-B085-1441-AA4D-80DB913E6B1A}" type="slidenum">
              <a:rPr lang="en-US" altLang="th-TH" sz="1200" b="0">
                <a:latin typeface="Times New Roman" panose="02020603050405020304" pitchFamily="18" charset="0"/>
              </a:rPr>
              <a:pPr/>
              <a:t>43</a:t>
            </a:fld>
            <a:endParaRPr lang="en-US" altLang="th-TH" sz="1200" b="0">
              <a:latin typeface="Times New Roman" panose="02020603050405020304" pitchFamily="18" charset="0"/>
            </a:endParaRPr>
          </a:p>
        </p:txBody>
      </p:sp>
      <p:sp>
        <p:nvSpPr>
          <p:cNvPr id="95235" name="Rectangle 2">
            <a:extLst>
              <a:ext uri="{FF2B5EF4-FFF2-40B4-BE49-F238E27FC236}">
                <a16:creationId xmlns:a16="http://schemas.microsoft.com/office/drawing/2014/main" id="{B01ECA98-5210-8225-84CC-9AD87CEC6207}"/>
              </a:ext>
            </a:extLst>
          </p:cNvPr>
          <p:cNvSpPr>
            <a:spLocks noRot="1" noChangeArrowheads="1" noTextEdit="1"/>
          </p:cNvSpPr>
          <p:nvPr>
            <p:ph type="sldImg"/>
          </p:nvPr>
        </p:nvSpPr>
        <p:spPr>
          <a:ln/>
        </p:spPr>
      </p:sp>
      <p:sp>
        <p:nvSpPr>
          <p:cNvPr id="95236" name="Rectangle 3">
            <a:extLst>
              <a:ext uri="{FF2B5EF4-FFF2-40B4-BE49-F238E27FC236}">
                <a16:creationId xmlns:a16="http://schemas.microsoft.com/office/drawing/2014/main" id="{1C843F51-134A-5B8D-305A-13E2DC13FD9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a:extLst>
              <a:ext uri="{FF2B5EF4-FFF2-40B4-BE49-F238E27FC236}">
                <a16:creationId xmlns:a16="http://schemas.microsoft.com/office/drawing/2014/main" id="{474FF0CF-ED84-BDD5-586A-99B60C2D975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32D39D61-18F6-2247-A5DE-AAD1DC712108}" type="slidenum">
              <a:rPr lang="en-US" altLang="th-TH" sz="1200" b="0">
                <a:latin typeface="Times New Roman" panose="02020603050405020304" pitchFamily="18" charset="0"/>
              </a:rPr>
              <a:pPr/>
              <a:t>44</a:t>
            </a:fld>
            <a:endParaRPr lang="en-US" altLang="th-TH" sz="1200" b="0">
              <a:latin typeface="Times New Roman" panose="02020603050405020304" pitchFamily="18" charset="0"/>
            </a:endParaRPr>
          </a:p>
        </p:txBody>
      </p:sp>
      <p:sp>
        <p:nvSpPr>
          <p:cNvPr id="96259" name="Rectangle 2">
            <a:extLst>
              <a:ext uri="{FF2B5EF4-FFF2-40B4-BE49-F238E27FC236}">
                <a16:creationId xmlns:a16="http://schemas.microsoft.com/office/drawing/2014/main" id="{C5267D7F-55B8-F54C-2970-DDA6064463A1}"/>
              </a:ext>
            </a:extLst>
          </p:cNvPr>
          <p:cNvSpPr>
            <a:spLocks noRot="1" noChangeArrowheads="1" noTextEdit="1"/>
          </p:cNvSpPr>
          <p:nvPr>
            <p:ph type="sldImg"/>
          </p:nvPr>
        </p:nvSpPr>
        <p:spPr>
          <a:ln/>
        </p:spPr>
      </p:sp>
      <p:sp>
        <p:nvSpPr>
          <p:cNvPr id="96260" name="Rectangle 3">
            <a:extLst>
              <a:ext uri="{FF2B5EF4-FFF2-40B4-BE49-F238E27FC236}">
                <a16:creationId xmlns:a16="http://schemas.microsoft.com/office/drawing/2014/main" id="{BCCEA29D-4C29-F627-6656-B234DD84F7E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9B53A954-B43B-7D45-7549-1AE7A1A0786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9DA8BCFF-0504-8D42-B387-25F0A49A79D8}" type="slidenum">
              <a:rPr lang="en-US" altLang="th-TH" sz="1200" b="0">
                <a:latin typeface="Times New Roman" panose="02020603050405020304" pitchFamily="18" charset="0"/>
              </a:rPr>
              <a:pPr/>
              <a:t>45</a:t>
            </a:fld>
            <a:endParaRPr lang="en-US" altLang="th-TH" sz="1200" b="0">
              <a:latin typeface="Times New Roman" panose="02020603050405020304" pitchFamily="18" charset="0"/>
            </a:endParaRPr>
          </a:p>
        </p:txBody>
      </p:sp>
      <p:sp>
        <p:nvSpPr>
          <p:cNvPr id="97283" name="Rectangle 2">
            <a:extLst>
              <a:ext uri="{FF2B5EF4-FFF2-40B4-BE49-F238E27FC236}">
                <a16:creationId xmlns:a16="http://schemas.microsoft.com/office/drawing/2014/main" id="{C243C7EB-6CA9-2166-359B-F4A3079A5039}"/>
              </a:ext>
            </a:extLst>
          </p:cNvPr>
          <p:cNvSpPr>
            <a:spLocks noRot="1" noChangeArrowheads="1" noTextEdit="1"/>
          </p:cNvSpPr>
          <p:nvPr>
            <p:ph type="sldImg"/>
          </p:nvPr>
        </p:nvSpPr>
        <p:spPr>
          <a:ln/>
        </p:spPr>
      </p:sp>
      <p:sp>
        <p:nvSpPr>
          <p:cNvPr id="97284" name="Rectangle 3">
            <a:extLst>
              <a:ext uri="{FF2B5EF4-FFF2-40B4-BE49-F238E27FC236}">
                <a16:creationId xmlns:a16="http://schemas.microsoft.com/office/drawing/2014/main" id="{57ABF7EF-B5DD-B0F8-ECFA-10B5D180140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a:extLst>
              <a:ext uri="{FF2B5EF4-FFF2-40B4-BE49-F238E27FC236}">
                <a16:creationId xmlns:a16="http://schemas.microsoft.com/office/drawing/2014/main" id="{4E767B3F-8009-2B18-644F-20D4BF991BD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68BB6815-0B6A-AE46-AFA7-43A5B9953B81}" type="slidenum">
              <a:rPr lang="en-US" altLang="th-TH" sz="1200" b="0">
                <a:latin typeface="Times New Roman" panose="02020603050405020304" pitchFamily="18" charset="0"/>
              </a:rPr>
              <a:pPr/>
              <a:t>46</a:t>
            </a:fld>
            <a:endParaRPr lang="en-US" altLang="th-TH" sz="1200" b="0">
              <a:latin typeface="Times New Roman" panose="02020603050405020304" pitchFamily="18" charset="0"/>
            </a:endParaRPr>
          </a:p>
        </p:txBody>
      </p:sp>
      <p:sp>
        <p:nvSpPr>
          <p:cNvPr id="98307" name="Rectangle 2">
            <a:extLst>
              <a:ext uri="{FF2B5EF4-FFF2-40B4-BE49-F238E27FC236}">
                <a16:creationId xmlns:a16="http://schemas.microsoft.com/office/drawing/2014/main" id="{BD964339-28BB-89F6-49FF-11EFEB790F99}"/>
              </a:ext>
            </a:extLst>
          </p:cNvPr>
          <p:cNvSpPr>
            <a:spLocks noRot="1" noChangeArrowheads="1" noTextEdit="1"/>
          </p:cNvSpPr>
          <p:nvPr>
            <p:ph type="sldImg"/>
          </p:nvPr>
        </p:nvSpPr>
        <p:spPr>
          <a:ln/>
        </p:spPr>
      </p:sp>
      <p:sp>
        <p:nvSpPr>
          <p:cNvPr id="98308" name="Rectangle 3">
            <a:extLst>
              <a:ext uri="{FF2B5EF4-FFF2-40B4-BE49-F238E27FC236}">
                <a16:creationId xmlns:a16="http://schemas.microsoft.com/office/drawing/2014/main" id="{C1E4C2E3-B256-185D-F444-45D1A61E289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th-TH" altLang="th-TH"/>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ภาพนิ่งชื่อเรื่อง">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CDCB2019-66A2-5852-D684-A8FE46990183}"/>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CA801BBD-0647-64D6-FAF7-371825944447}"/>
                </a:ext>
              </a:extLst>
            </p:cNvPr>
            <p:cNvGrpSpPr>
              <a:grpSpLocks/>
            </p:cNvGrpSpPr>
            <p:nvPr/>
          </p:nvGrpSpPr>
          <p:grpSpPr bwMode="auto">
            <a:xfrm>
              <a:off x="185" y="1604"/>
              <a:ext cx="449" cy="299"/>
              <a:chOff x="720" y="336"/>
              <a:chExt cx="624" cy="432"/>
            </a:xfrm>
          </p:grpSpPr>
          <p:sp>
            <p:nvSpPr>
              <p:cNvPr id="10" name="Rectangle 4">
                <a:extLst>
                  <a:ext uri="{FF2B5EF4-FFF2-40B4-BE49-F238E27FC236}">
                    <a16:creationId xmlns:a16="http://schemas.microsoft.com/office/drawing/2014/main" id="{7910DED1-1C8A-A1B5-FEAA-284E0DC35845}"/>
                  </a:ext>
                </a:extLst>
              </p:cNvPr>
              <p:cNvSpPr>
                <a:spLocks noChangeArrowheads="1"/>
              </p:cNvSpPr>
              <p:nvPr/>
            </p:nvSpPr>
            <p:spPr bwMode="auto">
              <a:xfrm>
                <a:off x="720" y="336"/>
                <a:ext cx="384" cy="432"/>
              </a:xfrm>
              <a:prstGeom prst="rect">
                <a:avLst/>
              </a:prstGeom>
              <a:solidFill>
                <a:schemeClr val="folHlink"/>
              </a:solidFill>
              <a:ln w="9525">
                <a:noFill/>
                <a:miter lim="800000"/>
                <a:headEnd/>
                <a:tailEnd/>
              </a:ln>
              <a:effectLst/>
            </p:spPr>
            <p:txBody>
              <a:bodyPr wrap="none" anchor="ctr"/>
              <a:lstStyle/>
              <a:p>
                <a:pPr>
                  <a:defRPr/>
                </a:pPr>
                <a:endParaRPr lang="th-TH"/>
              </a:p>
            </p:txBody>
          </p:sp>
          <p:sp>
            <p:nvSpPr>
              <p:cNvPr id="11" name="Rectangle 5">
                <a:extLst>
                  <a:ext uri="{FF2B5EF4-FFF2-40B4-BE49-F238E27FC236}">
                    <a16:creationId xmlns:a16="http://schemas.microsoft.com/office/drawing/2014/main" id="{BBA92252-35F8-59B3-3792-326973DAC5B6}"/>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defRPr/>
                </a:pPr>
                <a:endParaRPr lang="th-TH"/>
              </a:p>
            </p:txBody>
          </p:sp>
        </p:grpSp>
        <p:grpSp>
          <p:nvGrpSpPr>
            <p:cNvPr id="4" name="Group 6">
              <a:extLst>
                <a:ext uri="{FF2B5EF4-FFF2-40B4-BE49-F238E27FC236}">
                  <a16:creationId xmlns:a16="http://schemas.microsoft.com/office/drawing/2014/main" id="{E7FDD2C7-267A-C372-50EC-3E81FB3CF8AB}"/>
                </a:ext>
              </a:extLst>
            </p:cNvPr>
            <p:cNvGrpSpPr>
              <a:grpSpLocks/>
            </p:cNvGrpSpPr>
            <p:nvPr/>
          </p:nvGrpSpPr>
          <p:grpSpPr bwMode="auto">
            <a:xfrm>
              <a:off x="263" y="1870"/>
              <a:ext cx="466" cy="299"/>
              <a:chOff x="912" y="2640"/>
              <a:chExt cx="672" cy="432"/>
            </a:xfrm>
          </p:grpSpPr>
          <p:sp>
            <p:nvSpPr>
              <p:cNvPr id="8" name="Rectangle 7">
                <a:extLst>
                  <a:ext uri="{FF2B5EF4-FFF2-40B4-BE49-F238E27FC236}">
                    <a16:creationId xmlns:a16="http://schemas.microsoft.com/office/drawing/2014/main" id="{3FBC5281-FA1F-52AC-C6C8-337FE1854829}"/>
                  </a:ext>
                </a:extLst>
              </p:cNvPr>
              <p:cNvSpPr>
                <a:spLocks noChangeArrowheads="1"/>
              </p:cNvSpPr>
              <p:nvPr/>
            </p:nvSpPr>
            <p:spPr bwMode="auto">
              <a:xfrm>
                <a:off x="912" y="2640"/>
                <a:ext cx="384" cy="432"/>
              </a:xfrm>
              <a:prstGeom prst="rect">
                <a:avLst/>
              </a:prstGeom>
              <a:solidFill>
                <a:schemeClr val="accent2"/>
              </a:solidFill>
              <a:ln w="9525">
                <a:noFill/>
                <a:miter lim="800000"/>
                <a:headEnd/>
                <a:tailEnd/>
              </a:ln>
              <a:effectLst/>
            </p:spPr>
            <p:txBody>
              <a:bodyPr wrap="none" anchor="ctr"/>
              <a:lstStyle/>
              <a:p>
                <a:pPr>
                  <a:defRPr/>
                </a:pPr>
                <a:endParaRPr lang="th-TH"/>
              </a:p>
            </p:txBody>
          </p:sp>
          <p:sp>
            <p:nvSpPr>
              <p:cNvPr id="9" name="Rectangle 8">
                <a:extLst>
                  <a:ext uri="{FF2B5EF4-FFF2-40B4-BE49-F238E27FC236}">
                    <a16:creationId xmlns:a16="http://schemas.microsoft.com/office/drawing/2014/main" id="{188F60CA-2ADB-E6D0-670A-415C3EE30914}"/>
                  </a:ext>
                </a:extLst>
              </p:cNvPr>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defRPr/>
                </a:pPr>
                <a:endParaRPr lang="th-TH"/>
              </a:p>
            </p:txBody>
          </p:sp>
        </p:grpSp>
        <p:sp>
          <p:nvSpPr>
            <p:cNvPr id="5" name="Rectangle 9">
              <a:extLst>
                <a:ext uri="{FF2B5EF4-FFF2-40B4-BE49-F238E27FC236}">
                  <a16:creationId xmlns:a16="http://schemas.microsoft.com/office/drawing/2014/main" id="{E17D9B93-D1F7-CE0B-C1EC-77A70D53CB7C}"/>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defRPr/>
              </a:pPr>
              <a:endParaRPr lang="th-TH"/>
            </a:p>
          </p:txBody>
        </p:sp>
        <p:sp>
          <p:nvSpPr>
            <p:cNvPr id="6" name="Rectangle 10">
              <a:extLst>
                <a:ext uri="{FF2B5EF4-FFF2-40B4-BE49-F238E27FC236}">
                  <a16:creationId xmlns:a16="http://schemas.microsoft.com/office/drawing/2014/main" id="{141642F0-E527-A024-C448-6E9B72DEC4A2}"/>
                </a:ext>
              </a:extLst>
            </p:cNvPr>
            <p:cNvSpPr>
              <a:spLocks noChangeArrowheads="1"/>
            </p:cNvSpPr>
            <p:nvPr/>
          </p:nvSpPr>
          <p:spPr bwMode="auto">
            <a:xfrm>
              <a:off x="400" y="1536"/>
              <a:ext cx="20" cy="663"/>
            </a:xfrm>
            <a:prstGeom prst="rect">
              <a:avLst/>
            </a:prstGeom>
            <a:solidFill>
              <a:schemeClr val="bg2"/>
            </a:solidFill>
            <a:ln w="9525">
              <a:noFill/>
              <a:miter lim="800000"/>
              <a:headEnd/>
              <a:tailEnd/>
            </a:ln>
            <a:effectLst/>
          </p:spPr>
          <p:txBody>
            <a:bodyPr wrap="none" anchor="ctr"/>
            <a:lstStyle/>
            <a:p>
              <a:pPr>
                <a:defRPr/>
              </a:pPr>
              <a:endParaRPr lang="th-TH"/>
            </a:p>
          </p:txBody>
        </p:sp>
        <p:sp>
          <p:nvSpPr>
            <p:cNvPr id="7" name="Rectangle 11">
              <a:extLst>
                <a:ext uri="{FF2B5EF4-FFF2-40B4-BE49-F238E27FC236}">
                  <a16:creationId xmlns:a16="http://schemas.microsoft.com/office/drawing/2014/main" id="{E94E199F-CE3C-7AB8-2CBD-CA16A443CC88}"/>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defRPr/>
              </a:pPr>
              <a:endParaRPr lang="th-TH"/>
            </a:p>
          </p:txBody>
        </p:sp>
      </p:grpSp>
      <p:sp>
        <p:nvSpPr>
          <p:cNvPr id="12" name="Text Box 17">
            <a:extLst>
              <a:ext uri="{FF2B5EF4-FFF2-40B4-BE49-F238E27FC236}">
                <a16:creationId xmlns:a16="http://schemas.microsoft.com/office/drawing/2014/main" id="{9CD68F85-375F-D461-3CBF-692AEC07C407}"/>
              </a:ext>
            </a:extLst>
          </p:cNvPr>
          <p:cNvSpPr txBox="1">
            <a:spLocks noChangeArrowheads="1"/>
          </p:cNvSpPr>
          <p:nvPr userDrawn="1"/>
        </p:nvSpPr>
        <p:spPr bwMode="auto">
          <a:xfrm>
            <a:off x="0" y="6553200"/>
            <a:ext cx="2209800" cy="304800"/>
          </a:xfrm>
          <a:prstGeom prst="rect">
            <a:avLst/>
          </a:prstGeom>
          <a:noFill/>
          <a:ln w="9525">
            <a:noFill/>
            <a:miter lim="800000"/>
            <a:headEnd/>
            <a:tailEnd/>
          </a:ln>
          <a:effectLst/>
        </p:spPr>
        <p:txBody>
          <a:bodyPr>
            <a:spAutoFit/>
          </a:bodyPr>
          <a:lstStyle/>
          <a:p>
            <a:pPr eaLnBrk="1" hangingPunct="1">
              <a:spcBef>
                <a:spcPct val="50000"/>
              </a:spcBef>
              <a:defRPr/>
            </a:pPr>
            <a:r>
              <a:rPr lang="en-US" altLang="en-US" sz="1400" b="0">
                <a:latin typeface="McGrawHill-Italic" pitchFamily="2" charset="0"/>
              </a:rPr>
              <a:t>McGraw-Hill</a:t>
            </a:r>
            <a:endParaRPr lang="en-US" altLang="en-US" sz="2400" b="0">
              <a:latin typeface="Times New Roman" pitchFamily="18" charset="0"/>
            </a:endParaRPr>
          </a:p>
        </p:txBody>
      </p:sp>
      <p:sp>
        <p:nvSpPr>
          <p:cNvPr id="13" name="Text Box 18">
            <a:extLst>
              <a:ext uri="{FF2B5EF4-FFF2-40B4-BE49-F238E27FC236}">
                <a16:creationId xmlns:a16="http://schemas.microsoft.com/office/drawing/2014/main" id="{FCE62E9B-A2FB-F098-340C-D89394742CE8}"/>
              </a:ext>
            </a:extLst>
          </p:cNvPr>
          <p:cNvSpPr txBox="1">
            <a:spLocks noChangeArrowheads="1"/>
          </p:cNvSpPr>
          <p:nvPr userDrawn="1"/>
        </p:nvSpPr>
        <p:spPr bwMode="auto">
          <a:xfrm>
            <a:off x="4572000" y="6553200"/>
            <a:ext cx="4572000" cy="304800"/>
          </a:xfrm>
          <a:prstGeom prst="rect">
            <a:avLst/>
          </a:prstGeom>
          <a:noFill/>
          <a:ln w="9525">
            <a:noFill/>
            <a:miter lim="800000"/>
            <a:headEnd/>
            <a:tailEnd/>
          </a:ln>
          <a:effectLst/>
        </p:spPr>
        <p:txBody>
          <a:bodyPr>
            <a:spAutoFit/>
          </a:bodyPr>
          <a:lstStyle/>
          <a:p>
            <a:pPr algn="r" eaLnBrk="1" hangingPunct="1">
              <a:spcBef>
                <a:spcPct val="50000"/>
              </a:spcBef>
              <a:buFontTx/>
              <a:buChar char="©"/>
              <a:defRPr/>
            </a:pPr>
            <a:r>
              <a:rPr lang="en-US" altLang="en-US" sz="1400" b="0">
                <a:latin typeface="McGrawHill-Italic" pitchFamily="2" charset="0"/>
              </a:rPr>
              <a:t>The McGraw-Hill Companies, Inc., 2000</a:t>
            </a:r>
            <a:endParaRPr lang="en-US" altLang="en-US" sz="2400" b="0">
              <a:latin typeface="Times New Roman" pitchFamily="18" charset="0"/>
            </a:endParaRPr>
          </a:p>
        </p:txBody>
      </p:sp>
      <p:sp>
        <p:nvSpPr>
          <p:cNvPr id="210956" name="Rectangle 12"/>
          <p:cNvSpPr>
            <a:spLocks noGrp="1" noChangeArrowheads="1"/>
          </p:cNvSpPr>
          <p:nvPr>
            <p:ph type="ctrTitle"/>
          </p:nvPr>
        </p:nvSpPr>
        <p:spPr bwMode="auto">
          <a:xfrm>
            <a:off x="990600" y="1676400"/>
            <a:ext cx="7772400" cy="1462088"/>
          </a:xfrm>
          <a:prstGeom prst="rect">
            <a:avLst/>
          </a:prstGeom>
          <a:noFill/>
          <a:ln>
            <a:miter lim="800000"/>
            <a:headEnd/>
            <a:tailEnd/>
          </a:ln>
        </p:spPr>
        <p:txBody>
          <a:bodyPr vert="horz" wrap="square" lIns="91440" tIns="45720" rIns="91440" bIns="45720" numCol="1" anchor="b" anchorCtr="0" compatLnSpc="1">
            <a:prstTxWarp prst="textNoShape">
              <a:avLst/>
            </a:prstTxWarp>
          </a:bodyPr>
          <a:lstStyle>
            <a:lvl1pPr>
              <a:defRPr/>
            </a:lvl1pPr>
          </a:lstStyle>
          <a:p>
            <a:r>
              <a:rPr lang="en-US"/>
              <a:t>Click to edit Master title style</a:t>
            </a:r>
          </a:p>
        </p:txBody>
      </p:sp>
      <p:sp>
        <p:nvSpPr>
          <p:cNvPr id="210957" name="Rectangle 13"/>
          <p:cNvSpPr>
            <a:spLocks noGrp="1" noChangeArrowheads="1"/>
          </p:cNvSpPr>
          <p:nvPr>
            <p:ph type="subTitle" idx="1"/>
          </p:nvPr>
        </p:nvSpPr>
        <p:spPr bwMode="auto">
          <a:xfrm>
            <a:off x="1371600" y="3886200"/>
            <a:ext cx="6400800" cy="1752600"/>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lvl1pPr marL="0" indent="0" algn="ctr">
              <a:buFont typeface="Wingdings" pitchFamily="2" charset="2"/>
              <a:buNone/>
              <a:defRPr/>
            </a:lvl1pPr>
          </a:lstStyle>
          <a:p>
            <a:r>
              <a:rPr lang="en-US"/>
              <a:t>Click to edit Master subtitle style</a:t>
            </a:r>
          </a:p>
        </p:txBody>
      </p:sp>
      <p:sp>
        <p:nvSpPr>
          <p:cNvPr id="14" name="Rectangle 14">
            <a:extLst>
              <a:ext uri="{FF2B5EF4-FFF2-40B4-BE49-F238E27FC236}">
                <a16:creationId xmlns:a16="http://schemas.microsoft.com/office/drawing/2014/main" id="{2150B916-1E18-BF0E-6A47-9D2490A7DC69}"/>
              </a:ext>
            </a:extLst>
          </p:cNvPr>
          <p:cNvSpPr>
            <a:spLocks noGrp="1" noChangeArrowheads="1"/>
          </p:cNvSpPr>
          <p:nvPr>
            <p:ph type="dt" sz="half" idx="10"/>
          </p:nvPr>
        </p:nvSpPr>
        <p:spPr bwMode="auto">
          <a:xfrm>
            <a:off x="990600" y="6248400"/>
            <a:ext cx="19050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eaLnBrk="1" hangingPunct="1">
              <a:defRPr sz="1400" b="0" smtClean="0">
                <a:solidFill>
                  <a:schemeClr val="bg2"/>
                </a:solidFill>
                <a:latin typeface="+mn-lt"/>
              </a:defRPr>
            </a:lvl1pPr>
          </a:lstStyle>
          <a:p>
            <a:pPr>
              <a:defRPr/>
            </a:pPr>
            <a:endParaRPr lang="en-US"/>
          </a:p>
        </p:txBody>
      </p:sp>
      <p:sp>
        <p:nvSpPr>
          <p:cNvPr id="15" name="Rectangle 15">
            <a:extLst>
              <a:ext uri="{FF2B5EF4-FFF2-40B4-BE49-F238E27FC236}">
                <a16:creationId xmlns:a16="http://schemas.microsoft.com/office/drawing/2014/main" id="{CF65EFA8-0DF5-7952-94E4-288DC644595E}"/>
              </a:ext>
            </a:extLst>
          </p:cNvPr>
          <p:cNvSpPr>
            <a:spLocks noGrp="1" noChangeArrowheads="1"/>
          </p:cNvSpPr>
          <p:nvPr>
            <p:ph type="ftr" sz="quarter" idx="11"/>
          </p:nvPr>
        </p:nvSpPr>
        <p:spPr bwMode="auto">
          <a:xfrm>
            <a:off x="3429000" y="6248400"/>
            <a:ext cx="2895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ctr" eaLnBrk="1" hangingPunct="1">
              <a:defRPr sz="1400" b="0" smtClean="0">
                <a:solidFill>
                  <a:schemeClr val="bg2"/>
                </a:solidFill>
                <a:latin typeface="+mn-lt"/>
              </a:defRPr>
            </a:lvl1pPr>
          </a:lstStyle>
          <a:p>
            <a:pPr>
              <a:defRPr/>
            </a:pPr>
            <a:endParaRPr lang="en-US"/>
          </a:p>
        </p:txBody>
      </p:sp>
      <p:sp>
        <p:nvSpPr>
          <p:cNvPr id="16" name="Rectangle 16">
            <a:extLst>
              <a:ext uri="{FF2B5EF4-FFF2-40B4-BE49-F238E27FC236}">
                <a16:creationId xmlns:a16="http://schemas.microsoft.com/office/drawing/2014/main" id="{BB532E35-E471-3C67-DCF2-3F4E60C17306}"/>
              </a:ext>
            </a:extLst>
          </p:cNvPr>
          <p:cNvSpPr>
            <a:spLocks noGrp="1" noChangeArrowheads="1"/>
          </p:cNvSpPr>
          <p:nvPr>
            <p:ph type="sldNum" sz="quarter" idx="12"/>
          </p:nvPr>
        </p:nvSpPr>
        <p:spPr>
          <a:xfrm>
            <a:off x="6858000" y="6248400"/>
            <a:ext cx="1905000" cy="457200"/>
          </a:xfrm>
        </p:spPr>
        <p:txBody>
          <a:bodyPr/>
          <a:lstStyle>
            <a:lvl1pPr algn="r">
              <a:defRPr sz="1400" b="0">
                <a:latin typeface="Tahoma" panose="020B0604030504040204" pitchFamily="34" charset="0"/>
              </a:defRPr>
            </a:lvl1pPr>
          </a:lstStyle>
          <a:p>
            <a:fld id="{E402C61E-263D-924A-B9D4-94E3D950408E}" type="slidenum">
              <a:rPr lang="en-US" altLang="th-TH"/>
              <a:pPr/>
              <a:t>‹#›</a:t>
            </a:fld>
            <a:endParaRPr lang="en-US" altLang="th-TH"/>
          </a:p>
        </p:txBody>
      </p:sp>
    </p:spTree>
    <p:extLst>
      <p:ext uri="{BB962C8B-B14F-4D97-AF65-F5344CB8AC3E}">
        <p14:creationId xmlns:p14="http://schemas.microsoft.com/office/powerpoint/2010/main" val="984752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ชื่อเรื่องและเนื้อหา">
    <p:spTree>
      <p:nvGrpSpPr>
        <p:cNvPr id="1" name=""/>
        <p:cNvGrpSpPr/>
        <p:nvPr/>
      </p:nvGrpSpPr>
      <p:grpSpPr>
        <a:xfrm>
          <a:off x="0" y="0"/>
          <a:ext cx="0" cy="0"/>
          <a:chOff x="0" y="0"/>
          <a:chExt cx="0" cy="0"/>
        </a:xfrm>
      </p:grpSpPr>
      <p:sp>
        <p:nvSpPr>
          <p:cNvPr id="2" name="ชื่อเรื่อง 1"/>
          <p:cNvSpPr>
            <a:spLocks noGrp="1"/>
          </p:cNvSpPr>
          <p:nvPr>
            <p:ph type="title"/>
          </p:nvPr>
        </p:nvSpPr>
        <p:spPr>
          <a:xfrm>
            <a:off x="457200" y="274638"/>
            <a:ext cx="8229600" cy="1143000"/>
          </a:xfrm>
          <a:prstGeom prst="rect">
            <a:avLst/>
          </a:prstGeom>
        </p:spPr>
        <p:txBody>
          <a:bodyPr/>
          <a:lstStyle/>
          <a:p>
            <a:r>
              <a:rPr lang="th-TH"/>
              <a:t>คลิกเพื่อแก้ไขลักษณะชื่อเรื่องต้นแบบ</a:t>
            </a:r>
          </a:p>
        </p:txBody>
      </p:sp>
      <p:sp>
        <p:nvSpPr>
          <p:cNvPr id="3" name="ตัวยึดเนื้อหา 2"/>
          <p:cNvSpPr>
            <a:spLocks noGrp="1"/>
          </p:cNvSpPr>
          <p:nvPr>
            <p:ph idx="1"/>
          </p:nvPr>
        </p:nvSpPr>
        <p:spPr>
          <a:xfrm>
            <a:off x="457200" y="1600200"/>
            <a:ext cx="8229600" cy="4525963"/>
          </a:xfrm>
          <a:prstGeom prst="rect">
            <a:avLst/>
          </a:prstGeom>
        </p:spPr>
        <p:txBody>
          <a:bodyPr/>
          <a:lstStyle/>
          <a:p>
            <a:pPr lvl="0"/>
            <a:r>
              <a:rPr lang="th-TH"/>
              <a:t>คลิกเพื่อแก้ไขลักษณะของข้อความต้นแบบ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4" name="Rectangle 16">
            <a:extLst>
              <a:ext uri="{FF2B5EF4-FFF2-40B4-BE49-F238E27FC236}">
                <a16:creationId xmlns:a16="http://schemas.microsoft.com/office/drawing/2014/main" id="{45B43260-F5E7-B2EC-2267-F3CD74D98427}"/>
              </a:ext>
            </a:extLst>
          </p:cNvPr>
          <p:cNvSpPr>
            <a:spLocks noGrp="1" noChangeArrowheads="1"/>
          </p:cNvSpPr>
          <p:nvPr>
            <p:ph type="sldNum" sz="quarter" idx="10"/>
          </p:nvPr>
        </p:nvSpPr>
        <p:spPr>
          <a:ln/>
        </p:spPr>
        <p:txBody>
          <a:bodyPr/>
          <a:lstStyle>
            <a:lvl1pPr>
              <a:defRPr/>
            </a:lvl1pPr>
          </a:lstStyle>
          <a:p>
            <a:r>
              <a:rPr lang="en-US" altLang="th-TH"/>
              <a:t>8.</a:t>
            </a:r>
            <a:fld id="{3C1E7E9D-B923-8843-94A6-95F3EAB08747}" type="slidenum">
              <a:rPr lang="en-US" altLang="th-TH"/>
              <a:pPr/>
              <a:t>‹#›</a:t>
            </a:fld>
            <a:endParaRPr lang="en-US" altLang="th-TH"/>
          </a:p>
        </p:txBody>
      </p:sp>
    </p:spTree>
    <p:extLst>
      <p:ext uri="{BB962C8B-B14F-4D97-AF65-F5344CB8AC3E}">
        <p14:creationId xmlns:p14="http://schemas.microsoft.com/office/powerpoint/2010/main" val="14517728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ส่วนหัวของส่วน">
    <p:spTree>
      <p:nvGrpSpPr>
        <p:cNvPr id="1" name=""/>
        <p:cNvGrpSpPr/>
        <p:nvPr/>
      </p:nvGrpSpPr>
      <p:grpSpPr>
        <a:xfrm>
          <a:off x="0" y="0"/>
          <a:ext cx="0" cy="0"/>
          <a:chOff x="0" y="0"/>
          <a:chExt cx="0" cy="0"/>
        </a:xfrm>
      </p:grpSpPr>
      <p:sp>
        <p:nvSpPr>
          <p:cNvPr id="2" name="ชื่อเรื่อง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th-TH"/>
              <a:t>คลิกเพื่อแก้ไขลักษณะชื่อเรื่องต้นแบบ</a:t>
            </a:r>
          </a:p>
        </p:txBody>
      </p:sp>
      <p:sp>
        <p:nvSpPr>
          <p:cNvPr id="3" name="ตัวยึดข้อความ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th-TH"/>
              <a:t>คลิกเพื่อแก้ไขลักษณะของข้อความต้นแบบ</a:t>
            </a:r>
          </a:p>
        </p:txBody>
      </p:sp>
      <p:sp>
        <p:nvSpPr>
          <p:cNvPr id="4" name="Rectangle 16">
            <a:extLst>
              <a:ext uri="{FF2B5EF4-FFF2-40B4-BE49-F238E27FC236}">
                <a16:creationId xmlns:a16="http://schemas.microsoft.com/office/drawing/2014/main" id="{C77CC294-96FA-81DE-549A-91000EC41DAA}"/>
              </a:ext>
            </a:extLst>
          </p:cNvPr>
          <p:cNvSpPr>
            <a:spLocks noGrp="1" noChangeArrowheads="1"/>
          </p:cNvSpPr>
          <p:nvPr>
            <p:ph type="sldNum" sz="quarter" idx="10"/>
          </p:nvPr>
        </p:nvSpPr>
        <p:spPr>
          <a:ln/>
        </p:spPr>
        <p:txBody>
          <a:bodyPr/>
          <a:lstStyle>
            <a:lvl1pPr>
              <a:defRPr/>
            </a:lvl1pPr>
          </a:lstStyle>
          <a:p>
            <a:r>
              <a:rPr lang="en-US" altLang="th-TH"/>
              <a:t>8.</a:t>
            </a:r>
            <a:fld id="{016DDA15-809C-1648-BBE8-E0ED026C6872}" type="slidenum">
              <a:rPr lang="en-US" altLang="th-TH"/>
              <a:pPr/>
              <a:t>‹#›</a:t>
            </a:fld>
            <a:endParaRPr lang="en-US" altLang="th-TH"/>
          </a:p>
        </p:txBody>
      </p:sp>
    </p:spTree>
    <p:extLst>
      <p:ext uri="{BB962C8B-B14F-4D97-AF65-F5344CB8AC3E}">
        <p14:creationId xmlns:p14="http://schemas.microsoft.com/office/powerpoint/2010/main" val="24093738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เนื้อหา 2 ส่วน">
    <p:spTree>
      <p:nvGrpSpPr>
        <p:cNvPr id="1" name=""/>
        <p:cNvGrpSpPr/>
        <p:nvPr/>
      </p:nvGrpSpPr>
      <p:grpSpPr>
        <a:xfrm>
          <a:off x="0" y="0"/>
          <a:ext cx="0" cy="0"/>
          <a:chOff x="0" y="0"/>
          <a:chExt cx="0" cy="0"/>
        </a:xfrm>
      </p:grpSpPr>
      <p:sp>
        <p:nvSpPr>
          <p:cNvPr id="2" name="ชื่อเรื่อง 1"/>
          <p:cNvSpPr>
            <a:spLocks noGrp="1"/>
          </p:cNvSpPr>
          <p:nvPr>
            <p:ph type="title"/>
          </p:nvPr>
        </p:nvSpPr>
        <p:spPr>
          <a:xfrm>
            <a:off x="457200" y="274638"/>
            <a:ext cx="8229600" cy="1143000"/>
          </a:xfrm>
          <a:prstGeom prst="rect">
            <a:avLst/>
          </a:prstGeom>
        </p:spPr>
        <p:txBody>
          <a:bodyPr/>
          <a:lstStyle/>
          <a:p>
            <a:r>
              <a:rPr lang="th-TH"/>
              <a:t>คลิกเพื่อแก้ไขลักษณะชื่อเรื่องต้นแบบ</a:t>
            </a:r>
          </a:p>
        </p:txBody>
      </p:sp>
      <p:sp>
        <p:nvSpPr>
          <p:cNvPr id="3" name="ตัวยึดเนื้อหา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h-TH"/>
              <a:t>คลิกเพื่อแก้ไขลักษณะของข้อความต้นแบบ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4" name="ตัวยึดเนื้อหา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h-TH"/>
              <a:t>คลิกเพื่อแก้ไขลักษณะของข้อความต้นแบบ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5" name="Rectangle 16">
            <a:extLst>
              <a:ext uri="{FF2B5EF4-FFF2-40B4-BE49-F238E27FC236}">
                <a16:creationId xmlns:a16="http://schemas.microsoft.com/office/drawing/2014/main" id="{C49FBCA8-ADF5-A844-B70E-F32852A91990}"/>
              </a:ext>
            </a:extLst>
          </p:cNvPr>
          <p:cNvSpPr>
            <a:spLocks noGrp="1" noChangeArrowheads="1"/>
          </p:cNvSpPr>
          <p:nvPr>
            <p:ph type="sldNum" sz="quarter" idx="10"/>
          </p:nvPr>
        </p:nvSpPr>
        <p:spPr>
          <a:ln/>
        </p:spPr>
        <p:txBody>
          <a:bodyPr/>
          <a:lstStyle>
            <a:lvl1pPr>
              <a:defRPr/>
            </a:lvl1pPr>
          </a:lstStyle>
          <a:p>
            <a:r>
              <a:rPr lang="en-US" altLang="th-TH"/>
              <a:t>8.</a:t>
            </a:r>
            <a:fld id="{F2467C5A-BE05-F449-A41E-925A0FCCF14E}" type="slidenum">
              <a:rPr lang="en-US" altLang="th-TH"/>
              <a:pPr/>
              <a:t>‹#›</a:t>
            </a:fld>
            <a:endParaRPr lang="en-US" altLang="th-TH"/>
          </a:p>
        </p:txBody>
      </p:sp>
    </p:spTree>
    <p:extLst>
      <p:ext uri="{BB962C8B-B14F-4D97-AF65-F5344CB8AC3E}">
        <p14:creationId xmlns:p14="http://schemas.microsoft.com/office/powerpoint/2010/main" val="148903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การเปรียบเทียบ">
    <p:spTree>
      <p:nvGrpSpPr>
        <p:cNvPr id="1" name=""/>
        <p:cNvGrpSpPr/>
        <p:nvPr/>
      </p:nvGrpSpPr>
      <p:grpSpPr>
        <a:xfrm>
          <a:off x="0" y="0"/>
          <a:ext cx="0" cy="0"/>
          <a:chOff x="0" y="0"/>
          <a:chExt cx="0" cy="0"/>
        </a:xfrm>
      </p:grpSpPr>
      <p:sp>
        <p:nvSpPr>
          <p:cNvPr id="2" name="ชื่อเรื่อง 1"/>
          <p:cNvSpPr>
            <a:spLocks noGrp="1"/>
          </p:cNvSpPr>
          <p:nvPr>
            <p:ph type="title"/>
          </p:nvPr>
        </p:nvSpPr>
        <p:spPr>
          <a:xfrm>
            <a:off x="457200" y="274638"/>
            <a:ext cx="8229600" cy="1143000"/>
          </a:xfrm>
          <a:prstGeom prst="rect">
            <a:avLst/>
          </a:prstGeom>
        </p:spPr>
        <p:txBody>
          <a:bodyPr/>
          <a:lstStyle>
            <a:lvl1pPr>
              <a:defRPr/>
            </a:lvl1pPr>
          </a:lstStyle>
          <a:p>
            <a:r>
              <a:rPr lang="th-TH"/>
              <a:t>คลิกเพื่อแก้ไขลักษณะชื่อเรื่องต้นแบบ</a:t>
            </a:r>
          </a:p>
        </p:txBody>
      </p:sp>
      <p:sp>
        <p:nvSpPr>
          <p:cNvPr id="3" name="ตัวยึดข้อความ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h-TH"/>
              <a:t>คลิกเพื่อแก้ไขลักษณะของข้อความต้นแบบ</a:t>
            </a:r>
          </a:p>
        </p:txBody>
      </p:sp>
      <p:sp>
        <p:nvSpPr>
          <p:cNvPr id="4" name="ตัวยึดเนื้อหา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h-TH"/>
              <a:t>คลิกเพื่อแก้ไขลักษณะของข้อความต้นแบบ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5" name="ตัวยึดข้อความ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h-TH"/>
              <a:t>คลิกเพื่อแก้ไขลักษณะของข้อความต้นแบบ</a:t>
            </a:r>
          </a:p>
        </p:txBody>
      </p:sp>
      <p:sp>
        <p:nvSpPr>
          <p:cNvPr id="6" name="ตัวยึดเนื้อหา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h-TH"/>
              <a:t>คลิกเพื่อแก้ไขลักษณะของข้อความต้นแบบ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7" name="Rectangle 16">
            <a:extLst>
              <a:ext uri="{FF2B5EF4-FFF2-40B4-BE49-F238E27FC236}">
                <a16:creationId xmlns:a16="http://schemas.microsoft.com/office/drawing/2014/main" id="{918F73AD-E6DD-A949-FEDE-84DA66AF9E4B}"/>
              </a:ext>
            </a:extLst>
          </p:cNvPr>
          <p:cNvSpPr>
            <a:spLocks noGrp="1" noChangeArrowheads="1"/>
          </p:cNvSpPr>
          <p:nvPr>
            <p:ph type="sldNum" sz="quarter" idx="10"/>
          </p:nvPr>
        </p:nvSpPr>
        <p:spPr>
          <a:ln/>
        </p:spPr>
        <p:txBody>
          <a:bodyPr/>
          <a:lstStyle>
            <a:lvl1pPr>
              <a:defRPr/>
            </a:lvl1pPr>
          </a:lstStyle>
          <a:p>
            <a:r>
              <a:rPr lang="en-US" altLang="th-TH"/>
              <a:t>8.</a:t>
            </a:r>
            <a:fld id="{E35B68A9-923E-3048-B759-8889BD086812}" type="slidenum">
              <a:rPr lang="en-US" altLang="th-TH"/>
              <a:pPr/>
              <a:t>‹#›</a:t>
            </a:fld>
            <a:endParaRPr lang="en-US" altLang="th-TH"/>
          </a:p>
        </p:txBody>
      </p:sp>
    </p:spTree>
    <p:extLst>
      <p:ext uri="{BB962C8B-B14F-4D97-AF65-F5344CB8AC3E}">
        <p14:creationId xmlns:p14="http://schemas.microsoft.com/office/powerpoint/2010/main" val="24386294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เฉพาะชื่อเรื่อง">
    <p:spTree>
      <p:nvGrpSpPr>
        <p:cNvPr id="1" name=""/>
        <p:cNvGrpSpPr/>
        <p:nvPr/>
      </p:nvGrpSpPr>
      <p:grpSpPr>
        <a:xfrm>
          <a:off x="0" y="0"/>
          <a:ext cx="0" cy="0"/>
          <a:chOff x="0" y="0"/>
          <a:chExt cx="0" cy="0"/>
        </a:xfrm>
      </p:grpSpPr>
      <p:sp>
        <p:nvSpPr>
          <p:cNvPr id="2" name="ชื่อเรื่อง 1"/>
          <p:cNvSpPr>
            <a:spLocks noGrp="1"/>
          </p:cNvSpPr>
          <p:nvPr>
            <p:ph type="title"/>
          </p:nvPr>
        </p:nvSpPr>
        <p:spPr>
          <a:xfrm>
            <a:off x="457200" y="274638"/>
            <a:ext cx="8229600" cy="1143000"/>
          </a:xfrm>
          <a:prstGeom prst="rect">
            <a:avLst/>
          </a:prstGeom>
        </p:spPr>
        <p:txBody>
          <a:bodyPr/>
          <a:lstStyle/>
          <a:p>
            <a:r>
              <a:rPr lang="th-TH"/>
              <a:t>คลิกเพื่อแก้ไขลักษณะชื่อเรื่องต้นแบบ</a:t>
            </a:r>
          </a:p>
        </p:txBody>
      </p:sp>
      <p:sp>
        <p:nvSpPr>
          <p:cNvPr id="3" name="Rectangle 16">
            <a:extLst>
              <a:ext uri="{FF2B5EF4-FFF2-40B4-BE49-F238E27FC236}">
                <a16:creationId xmlns:a16="http://schemas.microsoft.com/office/drawing/2014/main" id="{2CEE14F8-534A-E2ED-B3C5-91BF21B33500}"/>
              </a:ext>
            </a:extLst>
          </p:cNvPr>
          <p:cNvSpPr>
            <a:spLocks noGrp="1" noChangeArrowheads="1"/>
          </p:cNvSpPr>
          <p:nvPr>
            <p:ph type="sldNum" sz="quarter" idx="10"/>
          </p:nvPr>
        </p:nvSpPr>
        <p:spPr>
          <a:ln/>
        </p:spPr>
        <p:txBody>
          <a:bodyPr/>
          <a:lstStyle>
            <a:lvl1pPr>
              <a:defRPr/>
            </a:lvl1pPr>
          </a:lstStyle>
          <a:p>
            <a:r>
              <a:rPr lang="en-US" altLang="th-TH"/>
              <a:t>8.</a:t>
            </a:r>
            <a:fld id="{E9F2A4F1-7890-8F4A-ABED-2E1FF9C2C0DF}" type="slidenum">
              <a:rPr lang="en-US" altLang="th-TH"/>
              <a:pPr/>
              <a:t>‹#›</a:t>
            </a:fld>
            <a:endParaRPr lang="en-US" altLang="th-TH"/>
          </a:p>
        </p:txBody>
      </p:sp>
    </p:spTree>
    <p:extLst>
      <p:ext uri="{BB962C8B-B14F-4D97-AF65-F5344CB8AC3E}">
        <p14:creationId xmlns:p14="http://schemas.microsoft.com/office/powerpoint/2010/main" val="21183180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ว่างเปล่า">
    <p:spTree>
      <p:nvGrpSpPr>
        <p:cNvPr id="1" name=""/>
        <p:cNvGrpSpPr/>
        <p:nvPr/>
      </p:nvGrpSpPr>
      <p:grpSpPr>
        <a:xfrm>
          <a:off x="0" y="0"/>
          <a:ext cx="0" cy="0"/>
          <a:chOff x="0" y="0"/>
          <a:chExt cx="0" cy="0"/>
        </a:xfrm>
      </p:grpSpPr>
      <p:sp>
        <p:nvSpPr>
          <p:cNvPr id="2" name="Rectangle 16">
            <a:extLst>
              <a:ext uri="{FF2B5EF4-FFF2-40B4-BE49-F238E27FC236}">
                <a16:creationId xmlns:a16="http://schemas.microsoft.com/office/drawing/2014/main" id="{4C8EE61C-9449-AE39-197F-2E37320DE636}"/>
              </a:ext>
            </a:extLst>
          </p:cNvPr>
          <p:cNvSpPr>
            <a:spLocks noGrp="1" noChangeArrowheads="1"/>
          </p:cNvSpPr>
          <p:nvPr>
            <p:ph type="sldNum" sz="quarter" idx="10"/>
          </p:nvPr>
        </p:nvSpPr>
        <p:spPr>
          <a:ln/>
        </p:spPr>
        <p:txBody>
          <a:bodyPr/>
          <a:lstStyle>
            <a:lvl1pPr>
              <a:defRPr/>
            </a:lvl1pPr>
          </a:lstStyle>
          <a:p>
            <a:r>
              <a:rPr lang="en-US" altLang="th-TH"/>
              <a:t>8.</a:t>
            </a:r>
            <a:fld id="{FABA9C1B-AB9A-294D-8D13-7516E8DBA1B9}" type="slidenum">
              <a:rPr lang="en-US" altLang="th-TH"/>
              <a:pPr/>
              <a:t>‹#›</a:t>
            </a:fld>
            <a:endParaRPr lang="en-US" altLang="th-TH"/>
          </a:p>
        </p:txBody>
      </p:sp>
    </p:spTree>
    <p:extLst>
      <p:ext uri="{BB962C8B-B14F-4D97-AF65-F5344CB8AC3E}">
        <p14:creationId xmlns:p14="http://schemas.microsoft.com/office/powerpoint/2010/main" val="30486006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เนื้อหาพร้อมคำอธิบายภาพ">
    <p:spTree>
      <p:nvGrpSpPr>
        <p:cNvPr id="1" name=""/>
        <p:cNvGrpSpPr/>
        <p:nvPr/>
      </p:nvGrpSpPr>
      <p:grpSpPr>
        <a:xfrm>
          <a:off x="0" y="0"/>
          <a:ext cx="0" cy="0"/>
          <a:chOff x="0" y="0"/>
          <a:chExt cx="0" cy="0"/>
        </a:xfrm>
      </p:grpSpPr>
      <p:sp>
        <p:nvSpPr>
          <p:cNvPr id="2" name="ชื่อเรื่อง 1"/>
          <p:cNvSpPr>
            <a:spLocks noGrp="1"/>
          </p:cNvSpPr>
          <p:nvPr>
            <p:ph type="title"/>
          </p:nvPr>
        </p:nvSpPr>
        <p:spPr>
          <a:xfrm>
            <a:off x="457200" y="273050"/>
            <a:ext cx="3008313" cy="1162050"/>
          </a:xfrm>
          <a:prstGeom prst="rect">
            <a:avLst/>
          </a:prstGeom>
        </p:spPr>
        <p:txBody>
          <a:bodyPr anchor="b"/>
          <a:lstStyle>
            <a:lvl1pPr algn="l">
              <a:defRPr sz="2000" b="1"/>
            </a:lvl1pPr>
          </a:lstStyle>
          <a:p>
            <a:r>
              <a:rPr lang="th-TH"/>
              <a:t>คลิกเพื่อแก้ไขลักษณะชื่อเรื่องต้นแบบ</a:t>
            </a:r>
          </a:p>
        </p:txBody>
      </p:sp>
      <p:sp>
        <p:nvSpPr>
          <p:cNvPr id="3" name="ตัวยึดเนื้อหา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h-TH"/>
              <a:t>คลิกเพื่อแก้ไขลักษณะของข้อความต้นแบบ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4" name="ตัวยึดข้อความ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h-TH"/>
              <a:t>คลิกเพื่อแก้ไขลักษณะของข้อความต้นแบบ</a:t>
            </a:r>
          </a:p>
        </p:txBody>
      </p:sp>
      <p:sp>
        <p:nvSpPr>
          <p:cNvPr id="5" name="Rectangle 16">
            <a:extLst>
              <a:ext uri="{FF2B5EF4-FFF2-40B4-BE49-F238E27FC236}">
                <a16:creationId xmlns:a16="http://schemas.microsoft.com/office/drawing/2014/main" id="{D3C179D5-DD30-75F5-1A25-498908420AAF}"/>
              </a:ext>
            </a:extLst>
          </p:cNvPr>
          <p:cNvSpPr>
            <a:spLocks noGrp="1" noChangeArrowheads="1"/>
          </p:cNvSpPr>
          <p:nvPr>
            <p:ph type="sldNum" sz="quarter" idx="10"/>
          </p:nvPr>
        </p:nvSpPr>
        <p:spPr>
          <a:ln/>
        </p:spPr>
        <p:txBody>
          <a:bodyPr/>
          <a:lstStyle>
            <a:lvl1pPr>
              <a:defRPr/>
            </a:lvl1pPr>
          </a:lstStyle>
          <a:p>
            <a:r>
              <a:rPr lang="en-US" altLang="th-TH"/>
              <a:t>8.</a:t>
            </a:r>
            <a:fld id="{EBFA2214-E9D5-8A4C-A628-8DAE93934E5F}" type="slidenum">
              <a:rPr lang="en-US" altLang="th-TH"/>
              <a:pPr/>
              <a:t>‹#›</a:t>
            </a:fld>
            <a:endParaRPr lang="en-US" altLang="th-TH"/>
          </a:p>
        </p:txBody>
      </p:sp>
    </p:spTree>
    <p:extLst>
      <p:ext uri="{BB962C8B-B14F-4D97-AF65-F5344CB8AC3E}">
        <p14:creationId xmlns:p14="http://schemas.microsoft.com/office/powerpoint/2010/main" val="13863126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รูปภาพพร้อมคำอธิบายภาพ">
    <p:spTree>
      <p:nvGrpSpPr>
        <p:cNvPr id="1" name=""/>
        <p:cNvGrpSpPr/>
        <p:nvPr/>
      </p:nvGrpSpPr>
      <p:grpSpPr>
        <a:xfrm>
          <a:off x="0" y="0"/>
          <a:ext cx="0" cy="0"/>
          <a:chOff x="0" y="0"/>
          <a:chExt cx="0" cy="0"/>
        </a:xfrm>
      </p:grpSpPr>
      <p:sp>
        <p:nvSpPr>
          <p:cNvPr id="2" name="ชื่อเรื่อง 1"/>
          <p:cNvSpPr>
            <a:spLocks noGrp="1"/>
          </p:cNvSpPr>
          <p:nvPr>
            <p:ph type="title"/>
          </p:nvPr>
        </p:nvSpPr>
        <p:spPr>
          <a:xfrm>
            <a:off x="1792288" y="4800600"/>
            <a:ext cx="5486400" cy="566738"/>
          </a:xfrm>
          <a:prstGeom prst="rect">
            <a:avLst/>
          </a:prstGeom>
        </p:spPr>
        <p:txBody>
          <a:bodyPr anchor="b"/>
          <a:lstStyle>
            <a:lvl1pPr algn="l">
              <a:defRPr sz="2000" b="1"/>
            </a:lvl1pPr>
          </a:lstStyle>
          <a:p>
            <a:r>
              <a:rPr lang="th-TH"/>
              <a:t>คลิกเพื่อแก้ไขลักษณะชื่อเรื่องต้นแบบ</a:t>
            </a:r>
          </a:p>
        </p:txBody>
      </p:sp>
      <p:sp>
        <p:nvSpPr>
          <p:cNvPr id="3" name="ตัวยึดรูปภาพ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th-TH" noProof="0"/>
          </a:p>
        </p:txBody>
      </p:sp>
      <p:sp>
        <p:nvSpPr>
          <p:cNvPr id="4" name="ตัวยึดข้อความ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h-TH"/>
              <a:t>คลิกเพื่อแก้ไขลักษณะของข้อความต้นแบบ</a:t>
            </a:r>
          </a:p>
        </p:txBody>
      </p:sp>
      <p:sp>
        <p:nvSpPr>
          <p:cNvPr id="5" name="Rectangle 16">
            <a:extLst>
              <a:ext uri="{FF2B5EF4-FFF2-40B4-BE49-F238E27FC236}">
                <a16:creationId xmlns:a16="http://schemas.microsoft.com/office/drawing/2014/main" id="{F71C481F-4AAB-1F52-6B0B-8F1072C1BC27}"/>
              </a:ext>
            </a:extLst>
          </p:cNvPr>
          <p:cNvSpPr>
            <a:spLocks noGrp="1" noChangeArrowheads="1"/>
          </p:cNvSpPr>
          <p:nvPr>
            <p:ph type="sldNum" sz="quarter" idx="10"/>
          </p:nvPr>
        </p:nvSpPr>
        <p:spPr>
          <a:ln/>
        </p:spPr>
        <p:txBody>
          <a:bodyPr/>
          <a:lstStyle>
            <a:lvl1pPr>
              <a:defRPr/>
            </a:lvl1pPr>
          </a:lstStyle>
          <a:p>
            <a:r>
              <a:rPr lang="en-US" altLang="th-TH"/>
              <a:t>8.</a:t>
            </a:r>
            <a:fld id="{29EBACC5-73AD-0B43-8972-C3308300616D}" type="slidenum">
              <a:rPr lang="en-US" altLang="th-TH"/>
              <a:pPr/>
              <a:t>‹#›</a:t>
            </a:fld>
            <a:endParaRPr lang="en-US" altLang="th-TH"/>
          </a:p>
        </p:txBody>
      </p:sp>
    </p:spTree>
    <p:extLst>
      <p:ext uri="{BB962C8B-B14F-4D97-AF65-F5344CB8AC3E}">
        <p14:creationId xmlns:p14="http://schemas.microsoft.com/office/powerpoint/2010/main" val="4218713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ชื่อเรื่องและข้อความแนวตั้ง">
    <p:spTree>
      <p:nvGrpSpPr>
        <p:cNvPr id="1" name=""/>
        <p:cNvGrpSpPr/>
        <p:nvPr/>
      </p:nvGrpSpPr>
      <p:grpSpPr>
        <a:xfrm>
          <a:off x="0" y="0"/>
          <a:ext cx="0" cy="0"/>
          <a:chOff x="0" y="0"/>
          <a:chExt cx="0" cy="0"/>
        </a:xfrm>
      </p:grpSpPr>
      <p:sp>
        <p:nvSpPr>
          <p:cNvPr id="2" name="ชื่อเรื่อง 1"/>
          <p:cNvSpPr>
            <a:spLocks noGrp="1"/>
          </p:cNvSpPr>
          <p:nvPr>
            <p:ph type="title"/>
          </p:nvPr>
        </p:nvSpPr>
        <p:spPr>
          <a:xfrm>
            <a:off x="457200" y="274638"/>
            <a:ext cx="8229600" cy="1143000"/>
          </a:xfrm>
          <a:prstGeom prst="rect">
            <a:avLst/>
          </a:prstGeom>
        </p:spPr>
        <p:txBody>
          <a:bodyPr/>
          <a:lstStyle/>
          <a:p>
            <a:r>
              <a:rPr lang="th-TH"/>
              <a:t>คลิกเพื่อแก้ไขลักษณะชื่อเรื่องต้นแบบ</a:t>
            </a:r>
          </a:p>
        </p:txBody>
      </p:sp>
      <p:sp>
        <p:nvSpPr>
          <p:cNvPr id="3" name="ตัวยึดข้อความแนวตั้ง 2"/>
          <p:cNvSpPr>
            <a:spLocks noGrp="1"/>
          </p:cNvSpPr>
          <p:nvPr>
            <p:ph type="body" orient="vert" idx="1"/>
          </p:nvPr>
        </p:nvSpPr>
        <p:spPr>
          <a:xfrm>
            <a:off x="457200" y="1600200"/>
            <a:ext cx="8229600" cy="4525963"/>
          </a:xfrm>
          <a:prstGeom prst="rect">
            <a:avLst/>
          </a:prstGeom>
        </p:spPr>
        <p:txBody>
          <a:bodyPr vert="eaVert"/>
          <a:lstStyle/>
          <a:p>
            <a:pPr lvl="0"/>
            <a:r>
              <a:rPr lang="th-TH"/>
              <a:t>คลิกเพื่อแก้ไขลักษณะของข้อความต้นแบบ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4" name="Rectangle 16">
            <a:extLst>
              <a:ext uri="{FF2B5EF4-FFF2-40B4-BE49-F238E27FC236}">
                <a16:creationId xmlns:a16="http://schemas.microsoft.com/office/drawing/2014/main" id="{30250729-CC73-B124-1744-0F9AF01FA3EB}"/>
              </a:ext>
            </a:extLst>
          </p:cNvPr>
          <p:cNvSpPr>
            <a:spLocks noGrp="1" noChangeArrowheads="1"/>
          </p:cNvSpPr>
          <p:nvPr>
            <p:ph type="sldNum" sz="quarter" idx="10"/>
          </p:nvPr>
        </p:nvSpPr>
        <p:spPr>
          <a:ln/>
        </p:spPr>
        <p:txBody>
          <a:bodyPr/>
          <a:lstStyle>
            <a:lvl1pPr>
              <a:defRPr/>
            </a:lvl1pPr>
          </a:lstStyle>
          <a:p>
            <a:r>
              <a:rPr lang="en-US" altLang="th-TH"/>
              <a:t>8.</a:t>
            </a:r>
            <a:fld id="{78F6137C-4166-2945-9963-0A374C4B3683}" type="slidenum">
              <a:rPr lang="en-US" altLang="th-TH"/>
              <a:pPr/>
              <a:t>‹#›</a:t>
            </a:fld>
            <a:endParaRPr lang="en-US" altLang="th-TH"/>
          </a:p>
        </p:txBody>
      </p:sp>
    </p:spTree>
    <p:extLst>
      <p:ext uri="{BB962C8B-B14F-4D97-AF65-F5344CB8AC3E}">
        <p14:creationId xmlns:p14="http://schemas.microsoft.com/office/powerpoint/2010/main" val="27762896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ข้อความและชื่อเรื่องแนวตั้ง">
    <p:spTree>
      <p:nvGrpSpPr>
        <p:cNvPr id="1" name=""/>
        <p:cNvGrpSpPr/>
        <p:nvPr/>
      </p:nvGrpSpPr>
      <p:grpSpPr>
        <a:xfrm>
          <a:off x="0" y="0"/>
          <a:ext cx="0" cy="0"/>
          <a:chOff x="0" y="0"/>
          <a:chExt cx="0" cy="0"/>
        </a:xfrm>
      </p:grpSpPr>
      <p:sp>
        <p:nvSpPr>
          <p:cNvPr id="2" name="ชื่อเรื่องแนวตั้ง 1"/>
          <p:cNvSpPr>
            <a:spLocks noGrp="1"/>
          </p:cNvSpPr>
          <p:nvPr>
            <p:ph type="title" orient="vert"/>
          </p:nvPr>
        </p:nvSpPr>
        <p:spPr>
          <a:xfrm>
            <a:off x="6629400" y="274638"/>
            <a:ext cx="2057400" cy="5851525"/>
          </a:xfrm>
          <a:prstGeom prst="rect">
            <a:avLst/>
          </a:prstGeom>
        </p:spPr>
        <p:txBody>
          <a:bodyPr vert="eaVert"/>
          <a:lstStyle/>
          <a:p>
            <a:r>
              <a:rPr lang="th-TH"/>
              <a:t>คลิกเพื่อแก้ไขลักษณะชื่อเรื่องต้นแบบ</a:t>
            </a:r>
          </a:p>
        </p:txBody>
      </p:sp>
      <p:sp>
        <p:nvSpPr>
          <p:cNvPr id="3" name="ตัวยึดข้อความแนวตั้ง 2"/>
          <p:cNvSpPr>
            <a:spLocks noGrp="1"/>
          </p:cNvSpPr>
          <p:nvPr>
            <p:ph type="body" orient="vert" idx="1"/>
          </p:nvPr>
        </p:nvSpPr>
        <p:spPr>
          <a:xfrm>
            <a:off x="457200" y="274638"/>
            <a:ext cx="6019800" cy="5851525"/>
          </a:xfrm>
          <a:prstGeom prst="rect">
            <a:avLst/>
          </a:prstGeom>
        </p:spPr>
        <p:txBody>
          <a:bodyPr vert="eaVert"/>
          <a:lstStyle/>
          <a:p>
            <a:pPr lvl="0"/>
            <a:r>
              <a:rPr lang="th-TH"/>
              <a:t>คลิกเพื่อแก้ไขลักษณะของข้อความต้นแบบ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4" name="Rectangle 16">
            <a:extLst>
              <a:ext uri="{FF2B5EF4-FFF2-40B4-BE49-F238E27FC236}">
                <a16:creationId xmlns:a16="http://schemas.microsoft.com/office/drawing/2014/main" id="{2F0C8D1C-D5AC-D912-827E-51B66C28AAEC}"/>
              </a:ext>
            </a:extLst>
          </p:cNvPr>
          <p:cNvSpPr>
            <a:spLocks noGrp="1" noChangeArrowheads="1"/>
          </p:cNvSpPr>
          <p:nvPr>
            <p:ph type="sldNum" sz="quarter" idx="10"/>
          </p:nvPr>
        </p:nvSpPr>
        <p:spPr>
          <a:ln/>
        </p:spPr>
        <p:txBody>
          <a:bodyPr/>
          <a:lstStyle>
            <a:lvl1pPr>
              <a:defRPr/>
            </a:lvl1pPr>
          </a:lstStyle>
          <a:p>
            <a:r>
              <a:rPr lang="en-US" altLang="th-TH"/>
              <a:t>8.</a:t>
            </a:r>
            <a:fld id="{52DC6EF0-F668-A34C-A96F-1FEF7517ADD9}" type="slidenum">
              <a:rPr lang="en-US" altLang="th-TH"/>
              <a:pPr/>
              <a:t>‹#›</a:t>
            </a:fld>
            <a:endParaRPr lang="en-US" altLang="th-TH"/>
          </a:p>
        </p:txBody>
      </p:sp>
    </p:spTree>
    <p:extLst>
      <p:ext uri="{BB962C8B-B14F-4D97-AF65-F5344CB8AC3E}">
        <p14:creationId xmlns:p14="http://schemas.microsoft.com/office/powerpoint/2010/main" val="34722451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เนื้อหา">
    <p:spTree>
      <p:nvGrpSpPr>
        <p:cNvPr id="1" name=""/>
        <p:cNvGrpSpPr/>
        <p:nvPr/>
      </p:nvGrpSpPr>
      <p:grpSpPr>
        <a:xfrm>
          <a:off x="0" y="0"/>
          <a:ext cx="0" cy="0"/>
          <a:chOff x="0" y="0"/>
          <a:chExt cx="0" cy="0"/>
        </a:xfrm>
      </p:grpSpPr>
      <p:sp>
        <p:nvSpPr>
          <p:cNvPr id="2" name="ตัวยึดเนื้อหา 1"/>
          <p:cNvSpPr>
            <a:spLocks noGrp="1"/>
          </p:cNvSpPr>
          <p:nvPr>
            <p:ph/>
          </p:nvPr>
        </p:nvSpPr>
        <p:spPr>
          <a:xfrm>
            <a:off x="457200" y="274638"/>
            <a:ext cx="8229600" cy="5851525"/>
          </a:xfrm>
          <a:prstGeom prst="rect">
            <a:avLst/>
          </a:prstGeom>
        </p:spPr>
        <p:txBody>
          <a:bodyPr/>
          <a:lstStyle/>
          <a:p>
            <a:pPr lvl="0"/>
            <a:r>
              <a:rPr lang="th-TH"/>
              <a:t>คลิกเพื่อแก้ไขลักษณะของข้อความต้นแบบ</a:t>
            </a:r>
          </a:p>
          <a:p>
            <a:pPr lvl="1"/>
            <a:r>
              <a:rPr lang="th-TH"/>
              <a:t>ระดับที่สอง</a:t>
            </a:r>
          </a:p>
          <a:p>
            <a:pPr lvl="2"/>
            <a:r>
              <a:rPr lang="th-TH"/>
              <a:t>ระดับที่สาม</a:t>
            </a:r>
          </a:p>
          <a:p>
            <a:pPr lvl="3"/>
            <a:r>
              <a:rPr lang="th-TH"/>
              <a:t>ระดับที่สี่</a:t>
            </a:r>
          </a:p>
          <a:p>
            <a:pPr lvl="4"/>
            <a:r>
              <a:rPr lang="th-TH"/>
              <a:t>ระดับที่ห้า</a:t>
            </a:r>
          </a:p>
        </p:txBody>
      </p:sp>
      <p:sp>
        <p:nvSpPr>
          <p:cNvPr id="3" name="Rectangle 16">
            <a:extLst>
              <a:ext uri="{FF2B5EF4-FFF2-40B4-BE49-F238E27FC236}">
                <a16:creationId xmlns:a16="http://schemas.microsoft.com/office/drawing/2014/main" id="{BC7856F1-EB78-59B3-E507-5451359F0716}"/>
              </a:ext>
            </a:extLst>
          </p:cNvPr>
          <p:cNvSpPr>
            <a:spLocks noGrp="1" noChangeArrowheads="1"/>
          </p:cNvSpPr>
          <p:nvPr>
            <p:ph type="sldNum" sz="quarter" idx="10"/>
          </p:nvPr>
        </p:nvSpPr>
        <p:spPr>
          <a:ln/>
        </p:spPr>
        <p:txBody>
          <a:bodyPr/>
          <a:lstStyle>
            <a:lvl1pPr>
              <a:defRPr/>
            </a:lvl1pPr>
          </a:lstStyle>
          <a:p>
            <a:r>
              <a:rPr lang="en-US" altLang="th-TH"/>
              <a:t>8.</a:t>
            </a:r>
            <a:fld id="{6CEEAF47-11D5-AE4F-98A7-04C87195FA2B}" type="slidenum">
              <a:rPr lang="en-US" altLang="th-TH"/>
              <a:pPr/>
              <a:t>‹#›</a:t>
            </a:fld>
            <a:endParaRPr lang="en-US" altLang="th-TH"/>
          </a:p>
        </p:txBody>
      </p:sp>
    </p:spTree>
    <p:extLst>
      <p:ext uri="{BB962C8B-B14F-4D97-AF65-F5344CB8AC3E}">
        <p14:creationId xmlns:p14="http://schemas.microsoft.com/office/powerpoint/2010/main" val="32797889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936" name="Rectangle 16">
            <a:extLst>
              <a:ext uri="{FF2B5EF4-FFF2-40B4-BE49-F238E27FC236}">
                <a16:creationId xmlns:a16="http://schemas.microsoft.com/office/drawing/2014/main" id="{5872A27E-3315-AAA6-C857-86D00E90C416}"/>
              </a:ext>
            </a:extLst>
          </p:cNvPr>
          <p:cNvSpPr>
            <a:spLocks noGrp="1" noChangeArrowheads="1"/>
          </p:cNvSpPr>
          <p:nvPr>
            <p:ph type="sldNum" sz="quarter" idx="4"/>
          </p:nvPr>
        </p:nvSpPr>
        <p:spPr bwMode="auto">
          <a:xfrm>
            <a:off x="0" y="64008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2000">
                <a:solidFill>
                  <a:schemeClr val="bg2"/>
                </a:solidFill>
              </a:defRPr>
            </a:lvl1pPr>
          </a:lstStyle>
          <a:p>
            <a:r>
              <a:rPr lang="en-US" altLang="th-TH"/>
              <a:t>8.</a:t>
            </a:r>
            <a:fld id="{E053254C-8247-0347-BB46-327E7A63908D}" type="slidenum">
              <a:rPr lang="en-US" altLang="th-TH"/>
              <a:pPr/>
              <a:t>‹#›</a:t>
            </a:fld>
            <a:endParaRPr lang="en-US" altLang="th-TH"/>
          </a:p>
        </p:txBody>
      </p:sp>
    </p:spTree>
  </p:cSld>
  <p:clrMap bg1="lt1" tx1="dk1" bg2="lt2" tx2="dk2" accent1="accent1" accent2="accent2" accent3="accent3" accent4="accent4" accent5="accent5" accent6="accent6" hlink="hlink" folHlink="folHlink"/>
  <p:sldLayoutIdLst>
    <p:sldLayoutId id="2147483674"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th-TH"/>
      </a:defPPr>
      <a:lvl1pPr marL="0" algn="l" defTabSz="914400" rtl="0" eaLnBrk="1" latinLnBrk="0" hangingPunct="1">
        <a:defRPr sz="2800" kern="1200">
          <a:solidFill>
            <a:schemeClr val="tx1"/>
          </a:solidFill>
          <a:latin typeface="+mn-lt"/>
          <a:ea typeface="+mn-ea"/>
          <a:cs typeface="+mn-cs"/>
        </a:defRPr>
      </a:lvl1pPr>
      <a:lvl2pPr marL="457200" algn="l" defTabSz="914400" rtl="0" eaLnBrk="1" latinLnBrk="0" hangingPunct="1">
        <a:defRPr sz="2800" kern="1200">
          <a:solidFill>
            <a:schemeClr val="tx1"/>
          </a:solidFill>
          <a:latin typeface="+mn-lt"/>
          <a:ea typeface="+mn-ea"/>
          <a:cs typeface="+mn-cs"/>
        </a:defRPr>
      </a:lvl2pPr>
      <a:lvl3pPr marL="914400" algn="l" defTabSz="914400" rtl="0" eaLnBrk="1" latinLnBrk="0" hangingPunct="1">
        <a:defRPr sz="2800" kern="1200">
          <a:solidFill>
            <a:schemeClr val="tx1"/>
          </a:solidFill>
          <a:latin typeface="+mn-lt"/>
          <a:ea typeface="+mn-ea"/>
          <a:cs typeface="+mn-cs"/>
        </a:defRPr>
      </a:lvl3pPr>
      <a:lvl4pPr marL="1371600" algn="l" defTabSz="914400" rtl="0" eaLnBrk="1" latinLnBrk="0" hangingPunct="1">
        <a:defRPr sz="2800" kern="1200">
          <a:solidFill>
            <a:schemeClr val="tx1"/>
          </a:solidFill>
          <a:latin typeface="+mn-lt"/>
          <a:ea typeface="+mn-ea"/>
          <a:cs typeface="+mn-cs"/>
        </a:defRPr>
      </a:lvl4pPr>
      <a:lvl5pPr marL="1828800" algn="l" defTabSz="914400" rtl="0" eaLnBrk="1" latinLnBrk="0" hangingPunct="1">
        <a:defRPr sz="2800" kern="1200">
          <a:solidFill>
            <a:schemeClr val="tx1"/>
          </a:solidFill>
          <a:latin typeface="+mn-lt"/>
          <a:ea typeface="+mn-ea"/>
          <a:cs typeface="+mn-cs"/>
        </a:defRPr>
      </a:lvl5pPr>
      <a:lvl6pPr marL="2286000" algn="l" defTabSz="914400" rtl="0" eaLnBrk="1" latinLnBrk="0" hangingPunct="1">
        <a:defRPr sz="2800" kern="1200">
          <a:solidFill>
            <a:schemeClr val="tx1"/>
          </a:solidFill>
          <a:latin typeface="+mn-lt"/>
          <a:ea typeface="+mn-ea"/>
          <a:cs typeface="+mn-cs"/>
        </a:defRPr>
      </a:lvl6pPr>
      <a:lvl7pPr marL="2743200" algn="l" defTabSz="914400" rtl="0" eaLnBrk="1" latinLnBrk="0" hangingPunct="1">
        <a:defRPr sz="2800" kern="1200">
          <a:solidFill>
            <a:schemeClr val="tx1"/>
          </a:solidFill>
          <a:latin typeface="+mn-lt"/>
          <a:ea typeface="+mn-ea"/>
          <a:cs typeface="+mn-cs"/>
        </a:defRPr>
      </a:lvl7pPr>
      <a:lvl8pPr marL="3200400" algn="l" defTabSz="914400" rtl="0" eaLnBrk="1" latinLnBrk="0" hangingPunct="1">
        <a:defRPr sz="2800" kern="1200">
          <a:solidFill>
            <a:schemeClr val="tx1"/>
          </a:solidFill>
          <a:latin typeface="+mn-lt"/>
          <a:ea typeface="+mn-ea"/>
          <a:cs typeface="+mn-cs"/>
        </a:defRPr>
      </a:lvl8pPr>
      <a:lvl9pPr marL="3657600" algn="l" defTabSz="914400" rtl="0" eaLnBrk="1" latinLnBrk="0" hangingPunct="1">
        <a:defRPr sz="2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ตัวยึดหมายเลขภาพนิ่ง 2">
            <a:extLst>
              <a:ext uri="{FF2B5EF4-FFF2-40B4-BE49-F238E27FC236}">
                <a16:creationId xmlns:a16="http://schemas.microsoft.com/office/drawing/2014/main" id="{78F029DE-15ED-1CFB-142C-4487DBC4298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8.</a:t>
            </a:r>
            <a:fld id="{971B30BF-2C09-EF46-9A5E-D114D9C4626D}" type="slidenum">
              <a:rPr lang="en-US" altLang="th-TH" sz="2000">
                <a:solidFill>
                  <a:schemeClr val="bg2"/>
                </a:solidFill>
              </a:rPr>
              <a:pPr/>
              <a:t>1</a:t>
            </a:fld>
            <a:endParaRPr lang="en-US" altLang="th-TH" sz="2000">
              <a:solidFill>
                <a:schemeClr val="bg2"/>
              </a:solidFill>
            </a:endParaRPr>
          </a:p>
        </p:txBody>
      </p:sp>
      <p:pic>
        <p:nvPicPr>
          <p:cNvPr id="3075" name="Picture 2" descr="Forouzan4e07_banner">
            <a:extLst>
              <a:ext uri="{FF2B5EF4-FFF2-40B4-BE49-F238E27FC236}">
                <a16:creationId xmlns:a16="http://schemas.microsoft.com/office/drawing/2014/main" id="{2FBA0DCA-EC05-DA4A-6137-03C9EC409CC2}"/>
              </a:ext>
            </a:extLst>
          </p:cNvPr>
          <p:cNvPicPr>
            <a:picLocks noGrp="1" noChangeAspect="1" noChangeArrowheads="1"/>
          </p:cNvPicPr>
          <p:nvPr>
            <p:ph/>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10969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6" name="Rectangle 3">
            <a:extLst>
              <a:ext uri="{FF2B5EF4-FFF2-40B4-BE49-F238E27FC236}">
                <a16:creationId xmlns:a16="http://schemas.microsoft.com/office/drawing/2014/main" id="{8C2A0F27-4685-161D-0A7C-E02BDF19E44F}"/>
              </a:ext>
            </a:extLst>
          </p:cNvPr>
          <p:cNvSpPr>
            <a:spLocks noChangeArrowheads="1"/>
          </p:cNvSpPr>
          <p:nvPr/>
        </p:nvSpPr>
        <p:spPr bwMode="auto">
          <a:xfrm>
            <a:off x="1143000" y="2514600"/>
            <a:ext cx="6858000" cy="173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en-US" altLang="en-US" sz="4400">
                <a:solidFill>
                  <a:schemeClr val="tx2"/>
                </a:solidFill>
              </a:rPr>
              <a:t>Chapter 8</a:t>
            </a:r>
          </a:p>
          <a:p>
            <a:pPr algn="ctr"/>
            <a:endParaRPr lang="en-US" altLang="en-US" sz="2000">
              <a:solidFill>
                <a:schemeClr val="tx2"/>
              </a:solidFill>
            </a:endParaRPr>
          </a:p>
          <a:p>
            <a:pPr algn="ctr"/>
            <a:r>
              <a:rPr lang="en-US" altLang="th-TH" sz="4400"/>
              <a:t>Switching</a:t>
            </a:r>
          </a:p>
        </p:txBody>
      </p:sp>
      <p:sp>
        <p:nvSpPr>
          <p:cNvPr id="3077" name="Text Box 4">
            <a:extLst>
              <a:ext uri="{FF2B5EF4-FFF2-40B4-BE49-F238E27FC236}">
                <a16:creationId xmlns:a16="http://schemas.microsoft.com/office/drawing/2014/main" id="{741862A6-380F-452D-3BAC-D262214EED0E}"/>
              </a:ext>
            </a:extLst>
          </p:cNvPr>
          <p:cNvSpPr txBox="1">
            <a:spLocks noChangeArrowheads="1"/>
          </p:cNvSpPr>
          <p:nvPr/>
        </p:nvSpPr>
        <p:spPr bwMode="auto">
          <a:xfrm>
            <a:off x="0" y="6507163"/>
            <a:ext cx="91440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r>
              <a:rPr lang="en-US" altLang="th-TH" sz="1200" b="0">
                <a:latin typeface="Times New Roman" panose="02020603050405020304" pitchFamily="18" charset="0"/>
              </a:rPr>
              <a:t>Copyright © The McGraw-Hill Companies, Inc. Permission required for reproduction or display.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ตัวยึดหมายเลขภาพนิ่ง 1">
            <a:extLst>
              <a:ext uri="{FF2B5EF4-FFF2-40B4-BE49-F238E27FC236}">
                <a16:creationId xmlns:a16="http://schemas.microsoft.com/office/drawing/2014/main" id="{1AFBE873-F13C-27E2-235C-D3CFBD49EF7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8.</a:t>
            </a:r>
            <a:fld id="{626FC44A-CA09-F547-9BDD-CB6D16B544F5}" type="slidenum">
              <a:rPr lang="en-US" altLang="th-TH" sz="2000">
                <a:solidFill>
                  <a:schemeClr val="bg2"/>
                </a:solidFill>
              </a:rPr>
              <a:pPr/>
              <a:t>2</a:t>
            </a:fld>
            <a:endParaRPr lang="en-US" altLang="th-TH" sz="2000">
              <a:solidFill>
                <a:schemeClr val="bg2"/>
              </a:solidFill>
            </a:endParaRPr>
          </a:p>
        </p:txBody>
      </p:sp>
      <p:sp>
        <p:nvSpPr>
          <p:cNvPr id="4099" name="Line 2">
            <a:extLst>
              <a:ext uri="{FF2B5EF4-FFF2-40B4-BE49-F238E27FC236}">
                <a16:creationId xmlns:a16="http://schemas.microsoft.com/office/drawing/2014/main" id="{F508A437-A561-65FE-9FD8-7E8FAF13FCEC}"/>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4100" name="Line 3">
            <a:extLst>
              <a:ext uri="{FF2B5EF4-FFF2-40B4-BE49-F238E27FC236}">
                <a16:creationId xmlns:a16="http://schemas.microsoft.com/office/drawing/2014/main" id="{F3085ABF-63C6-764F-6EF1-A50CB2524624}"/>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4101" name="Text Box 4">
            <a:extLst>
              <a:ext uri="{FF2B5EF4-FFF2-40B4-BE49-F238E27FC236}">
                <a16:creationId xmlns:a16="http://schemas.microsoft.com/office/drawing/2014/main" id="{B9422DC0-CBD4-71EC-1639-B5D725CFC6BC}"/>
              </a:ext>
            </a:extLst>
          </p:cNvPr>
          <p:cNvSpPr txBox="1">
            <a:spLocks noChangeArrowheads="1"/>
          </p:cNvSpPr>
          <p:nvPr/>
        </p:nvSpPr>
        <p:spPr bwMode="auto">
          <a:xfrm>
            <a:off x="304800" y="381000"/>
            <a:ext cx="3509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400">
                <a:solidFill>
                  <a:schemeClr val="folHlink"/>
                </a:solidFill>
                <a:latin typeface="Times New Roman" panose="02020603050405020304" pitchFamily="18" charset="0"/>
              </a:rPr>
              <a:t>Figure 8.1  </a:t>
            </a:r>
            <a:r>
              <a:rPr lang="en-US" altLang="th-TH" sz="2000" i="1">
                <a:latin typeface="Times New Roman" panose="02020603050405020304" pitchFamily="18" charset="0"/>
              </a:rPr>
              <a:t>Switched network</a:t>
            </a:r>
          </a:p>
        </p:txBody>
      </p:sp>
      <p:sp>
        <p:nvSpPr>
          <p:cNvPr id="4102" name="Line 5">
            <a:extLst>
              <a:ext uri="{FF2B5EF4-FFF2-40B4-BE49-F238E27FC236}">
                <a16:creationId xmlns:a16="http://schemas.microsoft.com/office/drawing/2014/main" id="{F016C3C2-BF6C-6564-BA96-BAC814DD3207}"/>
              </a:ext>
            </a:extLst>
          </p:cNvPr>
          <p:cNvSpPr>
            <a:spLocks noChangeShapeType="1"/>
          </p:cNvSpPr>
          <p:nvPr/>
        </p:nvSpPr>
        <p:spPr bwMode="auto">
          <a:xfrm>
            <a:off x="152400" y="6324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pic>
        <p:nvPicPr>
          <p:cNvPr id="4103" name="Picture 6">
            <a:extLst>
              <a:ext uri="{FF2B5EF4-FFF2-40B4-BE49-F238E27FC236}">
                <a16:creationId xmlns:a16="http://schemas.microsoft.com/office/drawing/2014/main" id="{9C40F592-8753-231F-53EE-3F870688E7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1088" y="1905000"/>
            <a:ext cx="6691312" cy="328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ตัวยึดหมายเลขภาพนิ่ง 1">
            <a:extLst>
              <a:ext uri="{FF2B5EF4-FFF2-40B4-BE49-F238E27FC236}">
                <a16:creationId xmlns:a16="http://schemas.microsoft.com/office/drawing/2014/main" id="{4ABCC62F-EBAB-2DE4-DD64-4D0AD8BD4B6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8.</a:t>
            </a:r>
            <a:fld id="{CE1537FF-2111-FC40-B9D0-8DE415F1E0A3}" type="slidenum">
              <a:rPr lang="en-US" altLang="th-TH" sz="2000">
                <a:solidFill>
                  <a:schemeClr val="bg2"/>
                </a:solidFill>
              </a:rPr>
              <a:pPr/>
              <a:t>3</a:t>
            </a:fld>
            <a:endParaRPr lang="en-US" altLang="th-TH" sz="2000">
              <a:solidFill>
                <a:schemeClr val="bg2"/>
              </a:solidFill>
            </a:endParaRPr>
          </a:p>
        </p:txBody>
      </p:sp>
      <p:sp>
        <p:nvSpPr>
          <p:cNvPr id="5123" name="Line 2">
            <a:extLst>
              <a:ext uri="{FF2B5EF4-FFF2-40B4-BE49-F238E27FC236}">
                <a16:creationId xmlns:a16="http://schemas.microsoft.com/office/drawing/2014/main" id="{94EA65B3-A531-6694-D90D-C2181719FE5F}"/>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5124" name="Line 3">
            <a:extLst>
              <a:ext uri="{FF2B5EF4-FFF2-40B4-BE49-F238E27FC236}">
                <a16:creationId xmlns:a16="http://schemas.microsoft.com/office/drawing/2014/main" id="{8B240E0F-0CBD-1F18-A9AF-1B1B30782FAC}"/>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5125" name="Text Box 4">
            <a:extLst>
              <a:ext uri="{FF2B5EF4-FFF2-40B4-BE49-F238E27FC236}">
                <a16:creationId xmlns:a16="http://schemas.microsoft.com/office/drawing/2014/main" id="{9B0F82C3-6C42-B182-F5E5-397279B089B9}"/>
              </a:ext>
            </a:extLst>
          </p:cNvPr>
          <p:cNvSpPr txBox="1">
            <a:spLocks noChangeArrowheads="1"/>
          </p:cNvSpPr>
          <p:nvPr/>
        </p:nvSpPr>
        <p:spPr bwMode="auto">
          <a:xfrm>
            <a:off x="304800" y="381000"/>
            <a:ext cx="5018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400">
                <a:solidFill>
                  <a:schemeClr val="folHlink"/>
                </a:solidFill>
                <a:latin typeface="Times New Roman" panose="02020603050405020304" pitchFamily="18" charset="0"/>
              </a:rPr>
              <a:t>Figure 8.2  </a:t>
            </a:r>
            <a:r>
              <a:rPr lang="en-US" altLang="th-TH" sz="2000" i="1">
                <a:latin typeface="Times New Roman" panose="02020603050405020304" pitchFamily="18" charset="0"/>
              </a:rPr>
              <a:t>Taxonomy of switched networks</a:t>
            </a:r>
          </a:p>
        </p:txBody>
      </p:sp>
      <p:sp>
        <p:nvSpPr>
          <p:cNvPr id="5126" name="Line 5">
            <a:extLst>
              <a:ext uri="{FF2B5EF4-FFF2-40B4-BE49-F238E27FC236}">
                <a16:creationId xmlns:a16="http://schemas.microsoft.com/office/drawing/2014/main" id="{44356600-6C8A-E7A2-C21B-F9F3051B8365}"/>
              </a:ext>
            </a:extLst>
          </p:cNvPr>
          <p:cNvSpPr>
            <a:spLocks noChangeShapeType="1"/>
          </p:cNvSpPr>
          <p:nvPr/>
        </p:nvSpPr>
        <p:spPr bwMode="auto">
          <a:xfrm>
            <a:off x="152400" y="6324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pic>
        <p:nvPicPr>
          <p:cNvPr id="5127" name="Picture 6">
            <a:extLst>
              <a:ext uri="{FF2B5EF4-FFF2-40B4-BE49-F238E27FC236}">
                <a16:creationId xmlns:a16="http://schemas.microsoft.com/office/drawing/2014/main" id="{7FF7C3C4-4248-B3BF-653E-80372338C3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975" y="1765300"/>
            <a:ext cx="8328025"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ตัวยึดหมายเลขภาพนิ่ง 1">
            <a:extLst>
              <a:ext uri="{FF2B5EF4-FFF2-40B4-BE49-F238E27FC236}">
                <a16:creationId xmlns:a16="http://schemas.microsoft.com/office/drawing/2014/main" id="{A2B37C08-8981-7C2C-6015-6118DED7E6D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8.</a:t>
            </a:r>
            <a:fld id="{91A1D269-E2FB-864E-9063-EA712368388B}" type="slidenum">
              <a:rPr lang="en-US" altLang="th-TH" sz="2000">
                <a:solidFill>
                  <a:schemeClr val="bg2"/>
                </a:solidFill>
              </a:rPr>
              <a:pPr/>
              <a:t>4</a:t>
            </a:fld>
            <a:endParaRPr lang="en-US" altLang="th-TH" sz="2000">
              <a:solidFill>
                <a:schemeClr val="bg2"/>
              </a:solidFill>
            </a:endParaRPr>
          </a:p>
        </p:txBody>
      </p:sp>
      <p:sp>
        <p:nvSpPr>
          <p:cNvPr id="565250" name="Rectangle 2">
            <a:extLst>
              <a:ext uri="{FF2B5EF4-FFF2-40B4-BE49-F238E27FC236}">
                <a16:creationId xmlns:a16="http://schemas.microsoft.com/office/drawing/2014/main" id="{F8133A16-5167-E5CD-1475-05B068DB693F}"/>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th-TH">
              <a:effectLst>
                <a:outerShdw blurRad="38100" dist="38100" dir="2700000" algn="tl">
                  <a:srgbClr val="FFFFFF"/>
                </a:outerShdw>
              </a:effectLst>
              <a:latin typeface="Times New Roman" pitchFamily="18" charset="0"/>
            </a:endParaRPr>
          </a:p>
        </p:txBody>
      </p:sp>
      <p:sp>
        <p:nvSpPr>
          <p:cNvPr id="565251" name="Text Box 3">
            <a:extLst>
              <a:ext uri="{FF2B5EF4-FFF2-40B4-BE49-F238E27FC236}">
                <a16:creationId xmlns:a16="http://schemas.microsoft.com/office/drawing/2014/main" id="{41719DEA-6D29-B850-2E9E-190AE1BCDF7C}"/>
              </a:ext>
            </a:extLst>
          </p:cNvPr>
          <p:cNvSpPr txBox="1">
            <a:spLocks noChangeArrowheads="1"/>
          </p:cNvSpPr>
          <p:nvPr/>
        </p:nvSpPr>
        <p:spPr bwMode="auto">
          <a:xfrm>
            <a:off x="228600" y="406400"/>
            <a:ext cx="7661275" cy="579438"/>
          </a:xfrm>
          <a:prstGeom prst="rect">
            <a:avLst/>
          </a:prstGeom>
          <a:noFill/>
          <a:ln w="9525">
            <a:noFill/>
            <a:miter lim="800000"/>
            <a:headEnd/>
            <a:tailEnd/>
          </a:ln>
          <a:effectLst/>
        </p:spPr>
        <p:txBody>
          <a:bodyPr wrap="none">
            <a:spAutoFit/>
          </a:bodyPr>
          <a:lstStyle/>
          <a:p>
            <a:pPr>
              <a:defRPr/>
            </a:pPr>
            <a:r>
              <a:rPr lang="en-US">
                <a:effectLst>
                  <a:outerShdw blurRad="38100" dist="38100" dir="2700000" algn="tl">
                    <a:srgbClr val="C0C0C0"/>
                  </a:outerShdw>
                </a:effectLst>
                <a:latin typeface="Times" pitchFamily="18" charset="0"/>
              </a:rPr>
              <a:t>8-1   CIRCUIT-SWITCHED NETWORKS</a:t>
            </a:r>
          </a:p>
        </p:txBody>
      </p:sp>
      <p:sp>
        <p:nvSpPr>
          <p:cNvPr id="6149" name="Text Box 4">
            <a:extLst>
              <a:ext uri="{FF2B5EF4-FFF2-40B4-BE49-F238E27FC236}">
                <a16:creationId xmlns:a16="http://schemas.microsoft.com/office/drawing/2014/main" id="{84D89684-715C-791A-4D16-52CFE7785894}"/>
              </a:ext>
            </a:extLst>
          </p:cNvPr>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th-TH" altLang="th-TH" sz="1800">
              <a:latin typeface="Times New Roman" panose="02020603050405020304" pitchFamily="18" charset="0"/>
            </a:endParaRPr>
          </a:p>
        </p:txBody>
      </p:sp>
      <p:sp>
        <p:nvSpPr>
          <p:cNvPr id="565253" name="Rectangle 5">
            <a:extLst>
              <a:ext uri="{FF2B5EF4-FFF2-40B4-BE49-F238E27FC236}">
                <a16:creationId xmlns:a16="http://schemas.microsoft.com/office/drawing/2014/main" id="{CB3C46F2-ABE3-2B72-05C0-7643D391FAED}"/>
              </a:ext>
            </a:extLst>
          </p:cNvPr>
          <p:cNvSpPr>
            <a:spLocks noChangeArrowheads="1"/>
          </p:cNvSpPr>
          <p:nvPr/>
        </p:nvSpPr>
        <p:spPr bwMode="auto">
          <a:xfrm>
            <a:off x="304800" y="1536700"/>
            <a:ext cx="8229600" cy="2654300"/>
          </a:xfrm>
          <a:prstGeom prst="rect">
            <a:avLst/>
          </a:prstGeom>
          <a:noFill/>
          <a:ln w="9525">
            <a:noFill/>
            <a:miter lim="800000"/>
            <a:headEnd/>
            <a:tailEnd/>
          </a:ln>
          <a:effectLst/>
        </p:spPr>
        <p:txBody>
          <a:bodyPr anchor="ctr">
            <a:spAutoFit/>
          </a:bodyPr>
          <a:lstStyle/>
          <a:p>
            <a:pPr algn="just" eaLnBrk="1" hangingPunct="1">
              <a:defRPr/>
            </a:pPr>
            <a:r>
              <a:rPr lang="en-US" sz="2800" i="1">
                <a:effectLst>
                  <a:outerShdw blurRad="38100" dist="38100" dir="2700000" algn="tl">
                    <a:srgbClr val="C0C0C0"/>
                  </a:outerShdw>
                </a:effectLst>
                <a:latin typeface="Times New Roman" pitchFamily="18" charset="0"/>
              </a:rPr>
              <a:t>A circuit-switched network consists of a set of switches connected by physical links. A connection between two stations is a dedicated path made of one or more links. However, each connection uses only one dedicated channel on each link. Each link is normally divided into n channels by using FDM or TDM.</a:t>
            </a:r>
          </a:p>
        </p:txBody>
      </p:sp>
      <p:sp>
        <p:nvSpPr>
          <p:cNvPr id="6151" name="Rectangle 30">
            <a:extLst>
              <a:ext uri="{FF2B5EF4-FFF2-40B4-BE49-F238E27FC236}">
                <a16:creationId xmlns:a16="http://schemas.microsoft.com/office/drawing/2014/main" id="{4BAE8494-B790-86BC-E691-156B99A2DC2E}"/>
              </a:ext>
            </a:extLst>
          </p:cNvPr>
          <p:cNvSpPr>
            <a:spLocks noChangeArrowheads="1"/>
          </p:cNvSpPr>
          <p:nvPr/>
        </p:nvSpPr>
        <p:spPr bwMode="auto">
          <a:xfrm>
            <a:off x="152400" y="4908550"/>
            <a:ext cx="76962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buClr>
                <a:schemeClr val="tx1"/>
              </a:buClr>
              <a:buSzPct val="117000"/>
              <a:buFont typeface="Wingdings" pitchFamily="2" charset="2"/>
              <a:buNone/>
            </a:pPr>
            <a:r>
              <a:rPr lang="en-US" altLang="th-TH" sz="2400">
                <a:solidFill>
                  <a:srgbClr val="0033CC"/>
                </a:solidFill>
                <a:latin typeface="Times New Roman" panose="02020603050405020304" pitchFamily="18" charset="0"/>
              </a:rPr>
              <a:t>Three Phases</a:t>
            </a:r>
            <a:br>
              <a:rPr lang="fr-FR" altLang="th-TH" sz="2400">
                <a:solidFill>
                  <a:srgbClr val="0033CC"/>
                </a:solidFill>
                <a:latin typeface="Times New Roman" panose="02020603050405020304" pitchFamily="18" charset="0"/>
              </a:rPr>
            </a:br>
            <a:r>
              <a:rPr lang="fr-FR" altLang="th-TH" sz="2400">
                <a:solidFill>
                  <a:srgbClr val="0033CC"/>
                </a:solidFill>
                <a:latin typeface="Times New Roman" panose="02020603050405020304" pitchFamily="18" charset="0"/>
              </a:rPr>
              <a:t>Efficiency</a:t>
            </a:r>
            <a:br>
              <a:rPr lang="fr-FR" altLang="th-TH" sz="2400">
                <a:solidFill>
                  <a:srgbClr val="0033CC"/>
                </a:solidFill>
                <a:latin typeface="Times New Roman" panose="02020603050405020304" pitchFamily="18" charset="0"/>
              </a:rPr>
            </a:br>
            <a:r>
              <a:rPr lang="fr-FR" altLang="th-TH" sz="2400">
                <a:solidFill>
                  <a:srgbClr val="0033CC"/>
                </a:solidFill>
                <a:latin typeface="Times New Roman" panose="02020603050405020304" pitchFamily="18" charset="0"/>
              </a:rPr>
              <a:t>Delay</a:t>
            </a:r>
          </a:p>
          <a:p>
            <a:pPr>
              <a:buClr>
                <a:schemeClr val="tx1"/>
              </a:buClr>
              <a:buSzPct val="117000"/>
              <a:buFont typeface="Wingdings" pitchFamily="2" charset="2"/>
              <a:buNone/>
            </a:pPr>
            <a:r>
              <a:rPr lang="en-US" altLang="th-TH" sz="2400">
                <a:solidFill>
                  <a:srgbClr val="0033CC"/>
                </a:solidFill>
                <a:latin typeface="Times New Roman" panose="02020603050405020304" pitchFamily="18" charset="0"/>
              </a:rPr>
              <a:t>Circuit-Switched Technology in Telephone Networks</a:t>
            </a:r>
          </a:p>
        </p:txBody>
      </p:sp>
      <p:sp>
        <p:nvSpPr>
          <p:cNvPr id="565279" name="Text Box 31">
            <a:extLst>
              <a:ext uri="{FF2B5EF4-FFF2-40B4-BE49-F238E27FC236}">
                <a16:creationId xmlns:a16="http://schemas.microsoft.com/office/drawing/2014/main" id="{3C616961-D675-9310-8889-F64D5CF66E8A}"/>
              </a:ext>
            </a:extLst>
          </p:cNvPr>
          <p:cNvSpPr txBox="1">
            <a:spLocks noChangeArrowheads="1"/>
          </p:cNvSpPr>
          <p:nvPr/>
        </p:nvSpPr>
        <p:spPr bwMode="auto">
          <a:xfrm>
            <a:off x="165100" y="4432300"/>
            <a:ext cx="4862513" cy="519113"/>
          </a:xfrm>
          <a:prstGeom prst="rect">
            <a:avLst/>
          </a:prstGeom>
          <a:noFill/>
          <a:ln w="76200" algn="ctr">
            <a:noFill/>
            <a:miter lim="800000"/>
            <a:headEnd/>
            <a:tailEnd/>
          </a:ln>
          <a:effectLst/>
        </p:spPr>
        <p:txBody>
          <a:bodyPr wrap="none">
            <a:spAutoFit/>
          </a:bodyPr>
          <a:lstStyle/>
          <a:p>
            <a:pPr algn="ctr">
              <a:defRPr/>
            </a:pPr>
            <a:r>
              <a:rPr lang="en-US" sz="2800" i="1" u="sng">
                <a:solidFill>
                  <a:schemeClr val="hlink"/>
                </a:solidFill>
                <a:effectLst>
                  <a:outerShdw blurRad="38100" dist="38100" dir="2700000" algn="tl">
                    <a:srgbClr val="C0C0C0"/>
                  </a:outerShdw>
                </a:effectLst>
                <a:latin typeface="Times New Roman" pitchFamily="18" charset="0"/>
              </a:rPr>
              <a:t>Topics discussed in this section: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ตัวยึดหมายเลขภาพนิ่ง 1">
            <a:extLst>
              <a:ext uri="{FF2B5EF4-FFF2-40B4-BE49-F238E27FC236}">
                <a16:creationId xmlns:a16="http://schemas.microsoft.com/office/drawing/2014/main" id="{93B98D9F-6877-1AC1-77AC-03DA6BA8674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8.</a:t>
            </a:r>
            <a:fld id="{B74087D6-1FB2-C541-9EE0-B7DC347E80F4}" type="slidenum">
              <a:rPr lang="en-US" altLang="th-TH" sz="2000">
                <a:solidFill>
                  <a:schemeClr val="bg2"/>
                </a:solidFill>
              </a:rPr>
              <a:pPr/>
              <a:t>5</a:t>
            </a:fld>
            <a:endParaRPr lang="en-US" altLang="th-TH" sz="2000">
              <a:solidFill>
                <a:schemeClr val="bg2"/>
              </a:solidFill>
            </a:endParaRPr>
          </a:p>
        </p:txBody>
      </p:sp>
      <p:sp>
        <p:nvSpPr>
          <p:cNvPr id="7171" name="Rectangle 2">
            <a:extLst>
              <a:ext uri="{FF2B5EF4-FFF2-40B4-BE49-F238E27FC236}">
                <a16:creationId xmlns:a16="http://schemas.microsoft.com/office/drawing/2014/main" id="{FC2374E7-EED5-B3B6-446A-517725109809}"/>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7172" name="Rectangle 3">
            <a:extLst>
              <a:ext uri="{FF2B5EF4-FFF2-40B4-BE49-F238E27FC236}">
                <a16:creationId xmlns:a16="http://schemas.microsoft.com/office/drawing/2014/main" id="{0A1D0A82-4257-4DE9-FA5B-A05F4844A966}"/>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7173" name="Rectangle 4">
            <a:extLst>
              <a:ext uri="{FF2B5EF4-FFF2-40B4-BE49-F238E27FC236}">
                <a16:creationId xmlns:a16="http://schemas.microsoft.com/office/drawing/2014/main" id="{AB737D4F-9452-70E1-5A57-71F7785FCCDA}"/>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7174" name="Rectangle 5">
            <a:extLst>
              <a:ext uri="{FF2B5EF4-FFF2-40B4-BE49-F238E27FC236}">
                <a16:creationId xmlns:a16="http://schemas.microsoft.com/office/drawing/2014/main" id="{906FE8D4-4A33-1678-249D-9763699D48A8}"/>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7175" name="Rectangle 6">
            <a:extLst>
              <a:ext uri="{FF2B5EF4-FFF2-40B4-BE49-F238E27FC236}">
                <a16:creationId xmlns:a16="http://schemas.microsoft.com/office/drawing/2014/main" id="{D9C02351-F07B-4FDC-4C11-1A11480D79D0}"/>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7176" name="Rectangle 7">
            <a:extLst>
              <a:ext uri="{FF2B5EF4-FFF2-40B4-BE49-F238E27FC236}">
                <a16:creationId xmlns:a16="http://schemas.microsoft.com/office/drawing/2014/main" id="{A45593A8-BF57-D808-4075-4A84C4EB7E9D}"/>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7177" name="Rectangle 8">
            <a:extLst>
              <a:ext uri="{FF2B5EF4-FFF2-40B4-BE49-F238E27FC236}">
                <a16:creationId xmlns:a16="http://schemas.microsoft.com/office/drawing/2014/main" id="{30F8734F-A55D-CEB5-D12B-3EFA0B55AB79}"/>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7178" name="Line 9">
            <a:extLst>
              <a:ext uri="{FF2B5EF4-FFF2-40B4-BE49-F238E27FC236}">
                <a16:creationId xmlns:a16="http://schemas.microsoft.com/office/drawing/2014/main" id="{0E3EDE7B-418E-D64B-39A7-732175F65AE3}"/>
              </a:ext>
            </a:extLst>
          </p:cNvPr>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7179" name="Line 10">
            <a:extLst>
              <a:ext uri="{FF2B5EF4-FFF2-40B4-BE49-F238E27FC236}">
                <a16:creationId xmlns:a16="http://schemas.microsoft.com/office/drawing/2014/main" id="{4FA909CE-B920-A1EB-64FE-3D94F93CB197}"/>
              </a:ext>
            </a:extLst>
          </p:cNvPr>
          <p:cNvSpPr>
            <a:spLocks noChangeShapeType="1"/>
          </p:cNvSpPr>
          <p:nvPr/>
        </p:nvSpPr>
        <p:spPr bwMode="auto">
          <a:xfrm>
            <a:off x="458788" y="4876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7180" name="Rectangle 11">
            <a:extLst>
              <a:ext uri="{FF2B5EF4-FFF2-40B4-BE49-F238E27FC236}">
                <a16:creationId xmlns:a16="http://schemas.microsoft.com/office/drawing/2014/main" id="{82D6D652-0A02-FFB7-E912-DB4C9FC69A7A}"/>
              </a:ext>
            </a:extLst>
          </p:cNvPr>
          <p:cNvSpPr>
            <a:spLocks noChangeArrowheads="1"/>
          </p:cNvSpPr>
          <p:nvPr/>
        </p:nvSpPr>
        <p:spPr bwMode="auto">
          <a:xfrm>
            <a:off x="495300" y="2759075"/>
            <a:ext cx="8077200" cy="2041525"/>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en-US" altLang="th-TH"/>
              <a:t>A circuit-switched network is made of a set of switches connected by physical links, in which  each link is </a:t>
            </a:r>
            <a:br>
              <a:rPr lang="en-US" altLang="th-TH"/>
            </a:br>
            <a:r>
              <a:rPr lang="en-US" altLang="th-TH"/>
              <a:t>divided into </a:t>
            </a:r>
            <a:r>
              <a:rPr lang="en-US" altLang="th-TH" i="1"/>
              <a:t>n</a:t>
            </a:r>
            <a:r>
              <a:rPr lang="en-US" altLang="th-TH"/>
              <a:t> channels.</a:t>
            </a:r>
          </a:p>
        </p:txBody>
      </p:sp>
      <p:grpSp>
        <p:nvGrpSpPr>
          <p:cNvPr id="7181" name="Group 12">
            <a:extLst>
              <a:ext uri="{FF2B5EF4-FFF2-40B4-BE49-F238E27FC236}">
                <a16:creationId xmlns:a16="http://schemas.microsoft.com/office/drawing/2014/main" id="{881CA889-C707-A9EB-E66F-CB2627CB6C6F}"/>
              </a:ext>
            </a:extLst>
          </p:cNvPr>
          <p:cNvGrpSpPr>
            <a:grpSpLocks/>
          </p:cNvGrpSpPr>
          <p:nvPr/>
        </p:nvGrpSpPr>
        <p:grpSpPr bwMode="auto">
          <a:xfrm>
            <a:off x="457200" y="1981200"/>
            <a:ext cx="1143000" cy="566738"/>
            <a:chOff x="1200" y="1248"/>
            <a:chExt cx="720" cy="357"/>
          </a:xfrm>
        </p:grpSpPr>
        <p:pic>
          <p:nvPicPr>
            <p:cNvPr id="7182" name="Picture 13">
              <a:extLst>
                <a:ext uri="{FF2B5EF4-FFF2-40B4-BE49-F238E27FC236}">
                  <a16:creationId xmlns:a16="http://schemas.microsoft.com/office/drawing/2014/main" id="{99C1773E-76DB-D45C-0294-2BEFA61BEC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83" name="Text Box 14">
              <a:extLst>
                <a:ext uri="{FF2B5EF4-FFF2-40B4-BE49-F238E27FC236}">
                  <a16:creationId xmlns:a16="http://schemas.microsoft.com/office/drawing/2014/main" id="{BAC367DD-C8A8-4A85-0ABB-6F912433A316}"/>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800" i="1">
                  <a:solidFill>
                    <a:schemeClr val="hlink"/>
                  </a:solidFill>
                  <a:latin typeface="Times New Roman" panose="02020603050405020304" pitchFamily="18" charset="0"/>
                </a:rPr>
                <a:t>Note</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ตัวยึดหมายเลขภาพนิ่ง 1">
            <a:extLst>
              <a:ext uri="{FF2B5EF4-FFF2-40B4-BE49-F238E27FC236}">
                <a16:creationId xmlns:a16="http://schemas.microsoft.com/office/drawing/2014/main" id="{F65CE406-4028-5536-B4A1-C36A61B4DAA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8.</a:t>
            </a:r>
            <a:fld id="{B02DBC24-5418-554D-BEF6-AAAF0169A315}" type="slidenum">
              <a:rPr lang="en-US" altLang="th-TH" sz="2000">
                <a:solidFill>
                  <a:schemeClr val="bg2"/>
                </a:solidFill>
              </a:rPr>
              <a:pPr/>
              <a:t>6</a:t>
            </a:fld>
            <a:endParaRPr lang="en-US" altLang="th-TH" sz="2000">
              <a:solidFill>
                <a:schemeClr val="bg2"/>
              </a:solidFill>
            </a:endParaRPr>
          </a:p>
        </p:txBody>
      </p:sp>
      <p:sp>
        <p:nvSpPr>
          <p:cNvPr id="8195" name="Line 2">
            <a:extLst>
              <a:ext uri="{FF2B5EF4-FFF2-40B4-BE49-F238E27FC236}">
                <a16:creationId xmlns:a16="http://schemas.microsoft.com/office/drawing/2014/main" id="{4D629D7A-740C-353B-1736-6CD9707BADD4}"/>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8196" name="Line 3">
            <a:extLst>
              <a:ext uri="{FF2B5EF4-FFF2-40B4-BE49-F238E27FC236}">
                <a16:creationId xmlns:a16="http://schemas.microsoft.com/office/drawing/2014/main" id="{EB44752B-6F82-9C9F-912B-E8D0438717D4}"/>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8197" name="Text Box 4">
            <a:extLst>
              <a:ext uri="{FF2B5EF4-FFF2-40B4-BE49-F238E27FC236}">
                <a16:creationId xmlns:a16="http://schemas.microsoft.com/office/drawing/2014/main" id="{73B178CC-B6A8-6937-BA10-F8B3C3BB77CA}"/>
              </a:ext>
            </a:extLst>
          </p:cNvPr>
          <p:cNvSpPr txBox="1">
            <a:spLocks noChangeArrowheads="1"/>
          </p:cNvSpPr>
          <p:nvPr/>
        </p:nvSpPr>
        <p:spPr bwMode="auto">
          <a:xfrm>
            <a:off x="304800" y="381000"/>
            <a:ext cx="5140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400">
                <a:solidFill>
                  <a:schemeClr val="folHlink"/>
                </a:solidFill>
                <a:latin typeface="Times New Roman" panose="02020603050405020304" pitchFamily="18" charset="0"/>
              </a:rPr>
              <a:t>Figure 8.3  </a:t>
            </a:r>
            <a:r>
              <a:rPr lang="en-US" altLang="th-TH" sz="2000" i="1">
                <a:latin typeface="Times New Roman" panose="02020603050405020304" pitchFamily="18" charset="0"/>
              </a:rPr>
              <a:t>A trivial circuit-switched network</a:t>
            </a:r>
          </a:p>
        </p:txBody>
      </p:sp>
      <p:sp>
        <p:nvSpPr>
          <p:cNvPr id="8198" name="Line 5">
            <a:extLst>
              <a:ext uri="{FF2B5EF4-FFF2-40B4-BE49-F238E27FC236}">
                <a16:creationId xmlns:a16="http://schemas.microsoft.com/office/drawing/2014/main" id="{84BE7CEA-B391-0788-BAF6-5E41B319692D}"/>
              </a:ext>
            </a:extLst>
          </p:cNvPr>
          <p:cNvSpPr>
            <a:spLocks noChangeShapeType="1"/>
          </p:cNvSpPr>
          <p:nvPr/>
        </p:nvSpPr>
        <p:spPr bwMode="auto">
          <a:xfrm>
            <a:off x="152400" y="6324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pic>
        <p:nvPicPr>
          <p:cNvPr id="8199" name="Picture 6">
            <a:extLst>
              <a:ext uri="{FF2B5EF4-FFF2-40B4-BE49-F238E27FC236}">
                <a16:creationId xmlns:a16="http://schemas.microsoft.com/office/drawing/2014/main" id="{0BA21F95-9C42-A806-F00C-7DCC57CECA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913" y="1436688"/>
            <a:ext cx="7532687" cy="450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ตัวยึดหมายเลขภาพนิ่ง 1">
            <a:extLst>
              <a:ext uri="{FF2B5EF4-FFF2-40B4-BE49-F238E27FC236}">
                <a16:creationId xmlns:a16="http://schemas.microsoft.com/office/drawing/2014/main" id="{A42AC305-26F7-C1AB-0955-8BAE37C1AC2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8.</a:t>
            </a:r>
            <a:fld id="{2E4ED583-A38B-2F45-A8BE-CE4ADF93EABF}" type="slidenum">
              <a:rPr lang="en-US" altLang="th-TH" sz="2000">
                <a:solidFill>
                  <a:schemeClr val="bg2"/>
                </a:solidFill>
              </a:rPr>
              <a:pPr/>
              <a:t>7</a:t>
            </a:fld>
            <a:endParaRPr lang="en-US" altLang="th-TH" sz="2000">
              <a:solidFill>
                <a:schemeClr val="bg2"/>
              </a:solidFill>
            </a:endParaRPr>
          </a:p>
        </p:txBody>
      </p:sp>
      <p:sp>
        <p:nvSpPr>
          <p:cNvPr id="9219" name="Rectangle 2">
            <a:extLst>
              <a:ext uri="{FF2B5EF4-FFF2-40B4-BE49-F238E27FC236}">
                <a16:creationId xmlns:a16="http://schemas.microsoft.com/office/drawing/2014/main" id="{7012E296-817D-5B2F-78C3-288B5BC08248}"/>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9220" name="Rectangle 3">
            <a:extLst>
              <a:ext uri="{FF2B5EF4-FFF2-40B4-BE49-F238E27FC236}">
                <a16:creationId xmlns:a16="http://schemas.microsoft.com/office/drawing/2014/main" id="{789D7C9B-24D6-99EC-F6A6-747B38EE5FE9}"/>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9221" name="Rectangle 4">
            <a:extLst>
              <a:ext uri="{FF2B5EF4-FFF2-40B4-BE49-F238E27FC236}">
                <a16:creationId xmlns:a16="http://schemas.microsoft.com/office/drawing/2014/main" id="{8C0DC2F4-5C6D-A23B-7C19-20A98F800DD7}"/>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9222" name="Rectangle 5">
            <a:extLst>
              <a:ext uri="{FF2B5EF4-FFF2-40B4-BE49-F238E27FC236}">
                <a16:creationId xmlns:a16="http://schemas.microsoft.com/office/drawing/2014/main" id="{CBABCC26-5E90-B0E6-AB73-B641B1868F99}"/>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9223" name="Rectangle 6">
            <a:extLst>
              <a:ext uri="{FF2B5EF4-FFF2-40B4-BE49-F238E27FC236}">
                <a16:creationId xmlns:a16="http://schemas.microsoft.com/office/drawing/2014/main" id="{0D2D66C1-E7C5-5838-45B8-8AA78E0D7CAE}"/>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9224" name="Rectangle 7">
            <a:extLst>
              <a:ext uri="{FF2B5EF4-FFF2-40B4-BE49-F238E27FC236}">
                <a16:creationId xmlns:a16="http://schemas.microsoft.com/office/drawing/2014/main" id="{42123712-E878-60FD-1EE3-05CFE2DEF434}"/>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9225" name="Rectangle 8">
            <a:extLst>
              <a:ext uri="{FF2B5EF4-FFF2-40B4-BE49-F238E27FC236}">
                <a16:creationId xmlns:a16="http://schemas.microsoft.com/office/drawing/2014/main" id="{7A5A62C4-1ABA-454B-DEFA-7F4ED875B99B}"/>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9226" name="Line 9">
            <a:extLst>
              <a:ext uri="{FF2B5EF4-FFF2-40B4-BE49-F238E27FC236}">
                <a16:creationId xmlns:a16="http://schemas.microsoft.com/office/drawing/2014/main" id="{B0F3BAD4-89DB-93B5-0734-ECE9B11FC6FD}"/>
              </a:ext>
            </a:extLst>
          </p:cNvPr>
          <p:cNvSpPr>
            <a:spLocks noChangeShapeType="1"/>
          </p:cNvSpPr>
          <p:nvPr/>
        </p:nvSpPr>
        <p:spPr bwMode="auto">
          <a:xfrm>
            <a:off x="457200" y="2209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9227" name="Line 10">
            <a:extLst>
              <a:ext uri="{FF2B5EF4-FFF2-40B4-BE49-F238E27FC236}">
                <a16:creationId xmlns:a16="http://schemas.microsoft.com/office/drawing/2014/main" id="{6D854782-9921-699D-EB5A-3D72FCEF311C}"/>
              </a:ext>
            </a:extLst>
          </p:cNvPr>
          <p:cNvSpPr>
            <a:spLocks noChangeShapeType="1"/>
          </p:cNvSpPr>
          <p:nvPr/>
        </p:nvSpPr>
        <p:spPr bwMode="auto">
          <a:xfrm>
            <a:off x="458788" y="54102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9228" name="Rectangle 11">
            <a:extLst>
              <a:ext uri="{FF2B5EF4-FFF2-40B4-BE49-F238E27FC236}">
                <a16:creationId xmlns:a16="http://schemas.microsoft.com/office/drawing/2014/main" id="{FB23E3C3-8EF8-32D0-3ED7-1B0558E37F56}"/>
              </a:ext>
            </a:extLst>
          </p:cNvPr>
          <p:cNvSpPr>
            <a:spLocks noChangeArrowheads="1"/>
          </p:cNvSpPr>
          <p:nvPr/>
        </p:nvSpPr>
        <p:spPr bwMode="auto">
          <a:xfrm>
            <a:off x="495300" y="2301875"/>
            <a:ext cx="8077200" cy="3016250"/>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br>
              <a:rPr lang="en-US" altLang="th-TH"/>
            </a:br>
            <a:r>
              <a:rPr lang="en-US" altLang="th-TH"/>
              <a:t>In circuit switching, the resources need to be  reserved during the setup phase;</a:t>
            </a:r>
            <a:br>
              <a:rPr lang="en-US" altLang="th-TH"/>
            </a:br>
            <a:r>
              <a:rPr lang="en-US" altLang="th-TH"/>
              <a:t>the resources remain dedicated for the entire duration of data transfer until the teardown phase.</a:t>
            </a:r>
          </a:p>
        </p:txBody>
      </p:sp>
      <p:grpSp>
        <p:nvGrpSpPr>
          <p:cNvPr id="9229" name="Group 12">
            <a:extLst>
              <a:ext uri="{FF2B5EF4-FFF2-40B4-BE49-F238E27FC236}">
                <a16:creationId xmlns:a16="http://schemas.microsoft.com/office/drawing/2014/main" id="{86404D9C-2C74-292D-3D37-8265ED415D6B}"/>
              </a:ext>
            </a:extLst>
          </p:cNvPr>
          <p:cNvGrpSpPr>
            <a:grpSpLocks/>
          </p:cNvGrpSpPr>
          <p:nvPr/>
        </p:nvGrpSpPr>
        <p:grpSpPr bwMode="auto">
          <a:xfrm>
            <a:off x="457200" y="1524000"/>
            <a:ext cx="1143000" cy="566738"/>
            <a:chOff x="1200" y="1248"/>
            <a:chExt cx="720" cy="357"/>
          </a:xfrm>
        </p:grpSpPr>
        <p:pic>
          <p:nvPicPr>
            <p:cNvPr id="9230" name="Picture 13">
              <a:extLst>
                <a:ext uri="{FF2B5EF4-FFF2-40B4-BE49-F238E27FC236}">
                  <a16:creationId xmlns:a16="http://schemas.microsoft.com/office/drawing/2014/main" id="{CA1EACCC-51E1-64C8-ADF1-F4CBAAB7EF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31" name="Text Box 14">
              <a:extLst>
                <a:ext uri="{FF2B5EF4-FFF2-40B4-BE49-F238E27FC236}">
                  <a16:creationId xmlns:a16="http://schemas.microsoft.com/office/drawing/2014/main" id="{98A22447-4FF2-5C92-E80F-F5AB475C773C}"/>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800" i="1">
                  <a:solidFill>
                    <a:schemeClr val="hlink"/>
                  </a:solidFill>
                  <a:latin typeface="Times New Roman" panose="02020603050405020304" pitchFamily="18" charset="0"/>
                </a:rPr>
                <a:t>Note</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ตัวยึดหมายเลขภาพนิ่ง 1">
            <a:extLst>
              <a:ext uri="{FF2B5EF4-FFF2-40B4-BE49-F238E27FC236}">
                <a16:creationId xmlns:a16="http://schemas.microsoft.com/office/drawing/2014/main" id="{AB478098-0BDD-F0BC-C0F8-CB1DA2EA6BF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8.</a:t>
            </a:r>
            <a:fld id="{642131C8-A0E0-4B43-A58E-8374C84E24B5}" type="slidenum">
              <a:rPr lang="en-US" altLang="th-TH" sz="2000">
                <a:solidFill>
                  <a:schemeClr val="bg2"/>
                </a:solidFill>
              </a:rPr>
              <a:pPr/>
              <a:t>8</a:t>
            </a:fld>
            <a:endParaRPr lang="en-US" altLang="th-TH" sz="2000">
              <a:solidFill>
                <a:schemeClr val="bg2"/>
              </a:solidFill>
            </a:endParaRPr>
          </a:p>
        </p:txBody>
      </p:sp>
      <p:sp>
        <p:nvSpPr>
          <p:cNvPr id="10243" name="Rectangle 2">
            <a:extLst>
              <a:ext uri="{FF2B5EF4-FFF2-40B4-BE49-F238E27FC236}">
                <a16:creationId xmlns:a16="http://schemas.microsoft.com/office/drawing/2014/main" id="{9EEDF3DC-8A4E-817D-7819-24547DE6B9B2}"/>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0244" name="Rectangle 3">
            <a:extLst>
              <a:ext uri="{FF2B5EF4-FFF2-40B4-BE49-F238E27FC236}">
                <a16:creationId xmlns:a16="http://schemas.microsoft.com/office/drawing/2014/main" id="{DA8F644C-2ACE-9EBE-D670-626ABD022289}"/>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0245" name="Rectangle 4">
            <a:extLst>
              <a:ext uri="{FF2B5EF4-FFF2-40B4-BE49-F238E27FC236}">
                <a16:creationId xmlns:a16="http://schemas.microsoft.com/office/drawing/2014/main" id="{41F195E6-0F57-9D44-D536-159F7368B5FB}"/>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0246" name="Rectangle 5">
            <a:extLst>
              <a:ext uri="{FF2B5EF4-FFF2-40B4-BE49-F238E27FC236}">
                <a16:creationId xmlns:a16="http://schemas.microsoft.com/office/drawing/2014/main" id="{466E3DBE-AB23-6802-27EA-ED161B33B6BC}"/>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0247" name="Rectangle 6">
            <a:extLst>
              <a:ext uri="{FF2B5EF4-FFF2-40B4-BE49-F238E27FC236}">
                <a16:creationId xmlns:a16="http://schemas.microsoft.com/office/drawing/2014/main" id="{7189F0D2-2798-53D7-828C-ED13D8C035EB}"/>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0248" name="Rectangle 7">
            <a:extLst>
              <a:ext uri="{FF2B5EF4-FFF2-40B4-BE49-F238E27FC236}">
                <a16:creationId xmlns:a16="http://schemas.microsoft.com/office/drawing/2014/main" id="{7C3C0597-9054-CC79-4889-F93C7C5BF2A1}"/>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0249" name="Rectangle 8">
            <a:extLst>
              <a:ext uri="{FF2B5EF4-FFF2-40B4-BE49-F238E27FC236}">
                <a16:creationId xmlns:a16="http://schemas.microsoft.com/office/drawing/2014/main" id="{6AD48586-070E-7043-A4EA-6C2DC0E85B3B}"/>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0250" name="Rectangle 9">
            <a:extLst>
              <a:ext uri="{FF2B5EF4-FFF2-40B4-BE49-F238E27FC236}">
                <a16:creationId xmlns:a16="http://schemas.microsoft.com/office/drawing/2014/main" id="{4AC08949-8508-0708-3E66-E914CE9DDE4D}"/>
              </a:ext>
            </a:extLst>
          </p:cNvPr>
          <p:cNvSpPr>
            <a:spLocks noChangeArrowheads="1"/>
          </p:cNvSpPr>
          <p:nvPr/>
        </p:nvSpPr>
        <p:spPr bwMode="auto">
          <a:xfrm>
            <a:off x="228600" y="1219200"/>
            <a:ext cx="8686800" cy="393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en-US" altLang="th-TH" sz="2800" i="1">
                <a:latin typeface="Times New Roman" panose="02020603050405020304" pitchFamily="18" charset="0"/>
              </a:rPr>
              <a:t>As a trivial example, let us use a circuit-switched network to connect eight telephones in a small area. Communication is through 4-kHz voice channels. We assume that each link uses FDM to connect a maximum of two voice channels. The bandwidth of each link is then 8 kHz. Figure 8.4 shows the situation. Telephone 1 is connected to telephone 7; 2 to 5; 3 to 8; and 4 to 6. Of course the situation may change when new connections are made. The switch controls the connections.</a:t>
            </a:r>
          </a:p>
        </p:txBody>
      </p:sp>
      <p:sp>
        <p:nvSpPr>
          <p:cNvPr id="10251" name="Text Box 11">
            <a:extLst>
              <a:ext uri="{FF2B5EF4-FFF2-40B4-BE49-F238E27FC236}">
                <a16:creationId xmlns:a16="http://schemas.microsoft.com/office/drawing/2014/main" id="{8F0A05D5-D00E-909C-0E8A-46A32697B5C1}"/>
              </a:ext>
            </a:extLst>
          </p:cNvPr>
          <p:cNvSpPr txBox="1">
            <a:spLocks noChangeArrowheads="1"/>
          </p:cNvSpPr>
          <p:nvPr/>
        </p:nvSpPr>
        <p:spPr bwMode="auto">
          <a:xfrm>
            <a:off x="1144588" y="0"/>
            <a:ext cx="228441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i="1">
                <a:solidFill>
                  <a:schemeClr val="hlink"/>
                </a:solidFill>
                <a:latin typeface="Times New Roman" panose="02020603050405020304" pitchFamily="18" charset="0"/>
              </a:rPr>
              <a:t>Example 8.1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ตัวยึดหมายเลขภาพนิ่ง 1">
            <a:extLst>
              <a:ext uri="{FF2B5EF4-FFF2-40B4-BE49-F238E27FC236}">
                <a16:creationId xmlns:a16="http://schemas.microsoft.com/office/drawing/2014/main" id="{2F010EA1-6D5A-55D9-4C83-11C762048A9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8.</a:t>
            </a:r>
            <a:fld id="{9BFF2FA9-536E-1348-AC2D-448AC504B026}" type="slidenum">
              <a:rPr lang="en-US" altLang="th-TH" sz="2000">
                <a:solidFill>
                  <a:schemeClr val="bg2"/>
                </a:solidFill>
              </a:rPr>
              <a:pPr/>
              <a:t>9</a:t>
            </a:fld>
            <a:endParaRPr lang="en-US" altLang="th-TH" sz="2000">
              <a:solidFill>
                <a:schemeClr val="bg2"/>
              </a:solidFill>
            </a:endParaRPr>
          </a:p>
        </p:txBody>
      </p:sp>
      <p:sp>
        <p:nvSpPr>
          <p:cNvPr id="11267" name="Line 2">
            <a:extLst>
              <a:ext uri="{FF2B5EF4-FFF2-40B4-BE49-F238E27FC236}">
                <a16:creationId xmlns:a16="http://schemas.microsoft.com/office/drawing/2014/main" id="{9B45912B-1E81-53F9-9AFA-D755EE3B4CC8}"/>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11268" name="Line 3">
            <a:extLst>
              <a:ext uri="{FF2B5EF4-FFF2-40B4-BE49-F238E27FC236}">
                <a16:creationId xmlns:a16="http://schemas.microsoft.com/office/drawing/2014/main" id="{6531CF07-514B-650C-75A9-472E33470EF6}"/>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11269" name="Text Box 4">
            <a:extLst>
              <a:ext uri="{FF2B5EF4-FFF2-40B4-BE49-F238E27FC236}">
                <a16:creationId xmlns:a16="http://schemas.microsoft.com/office/drawing/2014/main" id="{332D9166-5505-6F79-73D0-B6B3D5527F96}"/>
              </a:ext>
            </a:extLst>
          </p:cNvPr>
          <p:cNvSpPr txBox="1">
            <a:spLocks noChangeArrowheads="1"/>
          </p:cNvSpPr>
          <p:nvPr/>
        </p:nvSpPr>
        <p:spPr bwMode="auto">
          <a:xfrm>
            <a:off x="304800" y="381000"/>
            <a:ext cx="64754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400">
                <a:solidFill>
                  <a:schemeClr val="folHlink"/>
                </a:solidFill>
                <a:latin typeface="Times New Roman" panose="02020603050405020304" pitchFamily="18" charset="0"/>
              </a:rPr>
              <a:t>Figure 8.4  </a:t>
            </a:r>
            <a:r>
              <a:rPr lang="en-US" altLang="th-TH" sz="2000" i="1">
                <a:latin typeface="Times New Roman" panose="02020603050405020304" pitchFamily="18" charset="0"/>
              </a:rPr>
              <a:t>Circuit-switched network used in Example 8.1</a:t>
            </a:r>
          </a:p>
        </p:txBody>
      </p:sp>
      <p:sp>
        <p:nvSpPr>
          <p:cNvPr id="11270" name="Line 5">
            <a:extLst>
              <a:ext uri="{FF2B5EF4-FFF2-40B4-BE49-F238E27FC236}">
                <a16:creationId xmlns:a16="http://schemas.microsoft.com/office/drawing/2014/main" id="{74CCF9C5-79FA-013C-25D5-4578AD8757D3}"/>
              </a:ext>
            </a:extLst>
          </p:cNvPr>
          <p:cNvSpPr>
            <a:spLocks noChangeShapeType="1"/>
          </p:cNvSpPr>
          <p:nvPr/>
        </p:nvSpPr>
        <p:spPr bwMode="auto">
          <a:xfrm>
            <a:off x="152400" y="6324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pic>
        <p:nvPicPr>
          <p:cNvPr id="11271" name="Picture 7">
            <a:extLst>
              <a:ext uri="{FF2B5EF4-FFF2-40B4-BE49-F238E27FC236}">
                <a16:creationId xmlns:a16="http://schemas.microsoft.com/office/drawing/2014/main" id="{56236C67-02F9-46D5-C784-AA106B1D14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8288" y="1981200"/>
            <a:ext cx="8418512" cy="316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ตัวยึดหมายเลขภาพนิ่ง 1">
            <a:extLst>
              <a:ext uri="{FF2B5EF4-FFF2-40B4-BE49-F238E27FC236}">
                <a16:creationId xmlns:a16="http://schemas.microsoft.com/office/drawing/2014/main" id="{BD343195-EE56-253B-7FE8-42B089B1905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8.</a:t>
            </a:r>
            <a:fld id="{7C260A3F-5BB5-5C40-97B8-4DE4FCC87E10}" type="slidenum">
              <a:rPr lang="en-US" altLang="th-TH" sz="2000">
                <a:solidFill>
                  <a:schemeClr val="bg2"/>
                </a:solidFill>
              </a:rPr>
              <a:pPr/>
              <a:t>10</a:t>
            </a:fld>
            <a:endParaRPr lang="en-US" altLang="th-TH" sz="2000">
              <a:solidFill>
                <a:schemeClr val="bg2"/>
              </a:solidFill>
            </a:endParaRPr>
          </a:p>
        </p:txBody>
      </p:sp>
      <p:sp>
        <p:nvSpPr>
          <p:cNvPr id="12291" name="Rectangle 2">
            <a:extLst>
              <a:ext uri="{FF2B5EF4-FFF2-40B4-BE49-F238E27FC236}">
                <a16:creationId xmlns:a16="http://schemas.microsoft.com/office/drawing/2014/main" id="{97618041-5B59-8259-FEB8-294F6A5FDBB4}"/>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2292" name="Rectangle 3">
            <a:extLst>
              <a:ext uri="{FF2B5EF4-FFF2-40B4-BE49-F238E27FC236}">
                <a16:creationId xmlns:a16="http://schemas.microsoft.com/office/drawing/2014/main" id="{C46815B5-1FFF-331F-B73C-DB18DEE58CA7}"/>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2293" name="Rectangle 4">
            <a:extLst>
              <a:ext uri="{FF2B5EF4-FFF2-40B4-BE49-F238E27FC236}">
                <a16:creationId xmlns:a16="http://schemas.microsoft.com/office/drawing/2014/main" id="{0EEE819C-834F-6A72-CAE2-ABA5AB4D5EA4}"/>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2294" name="Rectangle 5">
            <a:extLst>
              <a:ext uri="{FF2B5EF4-FFF2-40B4-BE49-F238E27FC236}">
                <a16:creationId xmlns:a16="http://schemas.microsoft.com/office/drawing/2014/main" id="{9690627C-C841-A013-FCCE-5899C103AC0E}"/>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2295" name="Rectangle 6">
            <a:extLst>
              <a:ext uri="{FF2B5EF4-FFF2-40B4-BE49-F238E27FC236}">
                <a16:creationId xmlns:a16="http://schemas.microsoft.com/office/drawing/2014/main" id="{DDD9B8D4-FFD2-605D-4084-7EB338AB43D9}"/>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2296" name="Rectangle 7">
            <a:extLst>
              <a:ext uri="{FF2B5EF4-FFF2-40B4-BE49-F238E27FC236}">
                <a16:creationId xmlns:a16="http://schemas.microsoft.com/office/drawing/2014/main" id="{7170A4CB-C5F2-77E6-7CA8-55EF5D554767}"/>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2297" name="Rectangle 8">
            <a:extLst>
              <a:ext uri="{FF2B5EF4-FFF2-40B4-BE49-F238E27FC236}">
                <a16:creationId xmlns:a16="http://schemas.microsoft.com/office/drawing/2014/main" id="{5A60076D-1AA7-621B-EAB9-B3CCB7C3AD9F}"/>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2298" name="Rectangle 9">
            <a:extLst>
              <a:ext uri="{FF2B5EF4-FFF2-40B4-BE49-F238E27FC236}">
                <a16:creationId xmlns:a16="http://schemas.microsoft.com/office/drawing/2014/main" id="{F53A98D0-3F84-12DF-5DAC-64A7E20E3AA9}"/>
              </a:ext>
            </a:extLst>
          </p:cNvPr>
          <p:cNvSpPr>
            <a:spLocks noChangeArrowheads="1"/>
          </p:cNvSpPr>
          <p:nvPr/>
        </p:nvSpPr>
        <p:spPr bwMode="auto">
          <a:xfrm>
            <a:off x="228600" y="1143000"/>
            <a:ext cx="8686800" cy="436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en-US" altLang="th-TH" sz="2800" i="1">
                <a:latin typeface="Times New Roman" panose="02020603050405020304" pitchFamily="18" charset="0"/>
              </a:rPr>
              <a:t>As another example, consider a circuit-switched network that connects computers in two remote offices of a private company. The offices are connected using a T-1 line leased from a communication service provider. There are two 4 × 8 (4 inputs and 8 outputs) switches in this network. For each switch, four output ports are folded into the input ports to allow communication between computers in the same office. Four other output ports allow communication between the two offices. Figure 8.5 shows the situation.</a:t>
            </a:r>
          </a:p>
        </p:txBody>
      </p:sp>
      <p:sp>
        <p:nvSpPr>
          <p:cNvPr id="12299" name="Text Box 11">
            <a:extLst>
              <a:ext uri="{FF2B5EF4-FFF2-40B4-BE49-F238E27FC236}">
                <a16:creationId xmlns:a16="http://schemas.microsoft.com/office/drawing/2014/main" id="{DEB90613-66AF-A0E0-21FC-D2E6E023F0DB}"/>
              </a:ext>
            </a:extLst>
          </p:cNvPr>
          <p:cNvSpPr txBox="1">
            <a:spLocks noChangeArrowheads="1"/>
          </p:cNvSpPr>
          <p:nvPr/>
        </p:nvSpPr>
        <p:spPr bwMode="auto">
          <a:xfrm>
            <a:off x="1144588" y="0"/>
            <a:ext cx="228441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i="1">
                <a:solidFill>
                  <a:schemeClr val="hlink"/>
                </a:solidFill>
                <a:latin typeface="Times New Roman" panose="02020603050405020304" pitchFamily="18" charset="0"/>
              </a:rPr>
              <a:t>Example 8.2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ตัวยึดหมายเลขภาพนิ่ง 1">
            <a:extLst>
              <a:ext uri="{FF2B5EF4-FFF2-40B4-BE49-F238E27FC236}">
                <a16:creationId xmlns:a16="http://schemas.microsoft.com/office/drawing/2014/main" id="{3F090676-0D08-5BDA-D54B-CFF92010EDC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8.</a:t>
            </a:r>
            <a:fld id="{1605AEEA-7AAD-9940-A73F-66C4B308C1E4}" type="slidenum">
              <a:rPr lang="en-US" altLang="th-TH" sz="2000">
                <a:solidFill>
                  <a:schemeClr val="bg2"/>
                </a:solidFill>
              </a:rPr>
              <a:pPr/>
              <a:t>11</a:t>
            </a:fld>
            <a:endParaRPr lang="en-US" altLang="th-TH" sz="2000">
              <a:solidFill>
                <a:schemeClr val="bg2"/>
              </a:solidFill>
            </a:endParaRPr>
          </a:p>
        </p:txBody>
      </p:sp>
      <p:sp>
        <p:nvSpPr>
          <p:cNvPr id="13315" name="Line 2">
            <a:extLst>
              <a:ext uri="{FF2B5EF4-FFF2-40B4-BE49-F238E27FC236}">
                <a16:creationId xmlns:a16="http://schemas.microsoft.com/office/drawing/2014/main" id="{C418C4B6-43FF-2D1B-3522-B4654FFA4E5A}"/>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13316" name="Line 3">
            <a:extLst>
              <a:ext uri="{FF2B5EF4-FFF2-40B4-BE49-F238E27FC236}">
                <a16:creationId xmlns:a16="http://schemas.microsoft.com/office/drawing/2014/main" id="{882E4C8C-FB0C-F2AB-6802-27D0455FBA27}"/>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13317" name="Text Box 4">
            <a:extLst>
              <a:ext uri="{FF2B5EF4-FFF2-40B4-BE49-F238E27FC236}">
                <a16:creationId xmlns:a16="http://schemas.microsoft.com/office/drawing/2014/main" id="{F2A65CA5-3189-1A13-2A95-825689FB4998}"/>
              </a:ext>
            </a:extLst>
          </p:cNvPr>
          <p:cNvSpPr txBox="1">
            <a:spLocks noChangeArrowheads="1"/>
          </p:cNvSpPr>
          <p:nvPr/>
        </p:nvSpPr>
        <p:spPr bwMode="auto">
          <a:xfrm>
            <a:off x="304800" y="381000"/>
            <a:ext cx="64754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400">
                <a:solidFill>
                  <a:schemeClr val="folHlink"/>
                </a:solidFill>
                <a:latin typeface="Times New Roman" panose="02020603050405020304" pitchFamily="18" charset="0"/>
              </a:rPr>
              <a:t>Figure 8.5  </a:t>
            </a:r>
            <a:r>
              <a:rPr lang="en-US" altLang="th-TH" sz="2000" i="1">
                <a:latin typeface="Times New Roman" panose="02020603050405020304" pitchFamily="18" charset="0"/>
              </a:rPr>
              <a:t>Circuit-switched network used in Example 8.2</a:t>
            </a:r>
          </a:p>
        </p:txBody>
      </p:sp>
      <p:sp>
        <p:nvSpPr>
          <p:cNvPr id="13318" name="Line 5">
            <a:extLst>
              <a:ext uri="{FF2B5EF4-FFF2-40B4-BE49-F238E27FC236}">
                <a16:creationId xmlns:a16="http://schemas.microsoft.com/office/drawing/2014/main" id="{0A94A2B4-CCB3-405E-2F39-572F33673512}"/>
              </a:ext>
            </a:extLst>
          </p:cNvPr>
          <p:cNvSpPr>
            <a:spLocks noChangeShapeType="1"/>
          </p:cNvSpPr>
          <p:nvPr/>
        </p:nvSpPr>
        <p:spPr bwMode="auto">
          <a:xfrm>
            <a:off x="152400" y="6324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pic>
        <p:nvPicPr>
          <p:cNvPr id="13319" name="Picture 6">
            <a:extLst>
              <a:ext uri="{FF2B5EF4-FFF2-40B4-BE49-F238E27FC236}">
                <a16:creationId xmlns:a16="http://schemas.microsoft.com/office/drawing/2014/main" id="{DC31708D-F3B9-4A27-96BF-F4014D5D92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8288" y="2076450"/>
            <a:ext cx="8418512" cy="340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ตัวยึดหมายเลขภาพนิ่ง 1">
            <a:extLst>
              <a:ext uri="{FF2B5EF4-FFF2-40B4-BE49-F238E27FC236}">
                <a16:creationId xmlns:a16="http://schemas.microsoft.com/office/drawing/2014/main" id="{7023D163-1EC4-5A34-B1E4-D331D5760BB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8.</a:t>
            </a:r>
            <a:fld id="{C3C25FF8-8E19-A640-A8E3-8ABB6F10BFF3}" type="slidenum">
              <a:rPr lang="en-US" altLang="th-TH" sz="2000">
                <a:solidFill>
                  <a:schemeClr val="bg2"/>
                </a:solidFill>
              </a:rPr>
              <a:pPr/>
              <a:t>12</a:t>
            </a:fld>
            <a:endParaRPr lang="en-US" altLang="th-TH" sz="2000">
              <a:solidFill>
                <a:schemeClr val="bg2"/>
              </a:solidFill>
            </a:endParaRPr>
          </a:p>
        </p:txBody>
      </p:sp>
      <p:sp>
        <p:nvSpPr>
          <p:cNvPr id="14339" name="Line 2">
            <a:extLst>
              <a:ext uri="{FF2B5EF4-FFF2-40B4-BE49-F238E27FC236}">
                <a16:creationId xmlns:a16="http://schemas.microsoft.com/office/drawing/2014/main" id="{EE218874-938A-641B-B3AC-763BE8C9D33E}"/>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14340" name="Line 3">
            <a:extLst>
              <a:ext uri="{FF2B5EF4-FFF2-40B4-BE49-F238E27FC236}">
                <a16:creationId xmlns:a16="http://schemas.microsoft.com/office/drawing/2014/main" id="{64F5F6D1-E90D-D7E7-63BE-E398E732A563}"/>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14341" name="Text Box 4">
            <a:extLst>
              <a:ext uri="{FF2B5EF4-FFF2-40B4-BE49-F238E27FC236}">
                <a16:creationId xmlns:a16="http://schemas.microsoft.com/office/drawing/2014/main" id="{4540612C-94F6-F49F-8B7C-DFF536CF8CD6}"/>
              </a:ext>
            </a:extLst>
          </p:cNvPr>
          <p:cNvSpPr txBox="1">
            <a:spLocks noChangeArrowheads="1"/>
          </p:cNvSpPr>
          <p:nvPr/>
        </p:nvSpPr>
        <p:spPr bwMode="auto">
          <a:xfrm>
            <a:off x="304800" y="381000"/>
            <a:ext cx="53609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400">
                <a:solidFill>
                  <a:schemeClr val="folHlink"/>
                </a:solidFill>
                <a:latin typeface="Times New Roman" panose="02020603050405020304" pitchFamily="18" charset="0"/>
              </a:rPr>
              <a:t>Figure 8.6  </a:t>
            </a:r>
            <a:r>
              <a:rPr lang="en-US" altLang="th-TH" sz="2000" i="1">
                <a:latin typeface="Times New Roman" panose="02020603050405020304" pitchFamily="18" charset="0"/>
              </a:rPr>
              <a:t>Delay in a circuit-switched network</a:t>
            </a:r>
          </a:p>
        </p:txBody>
      </p:sp>
      <p:sp>
        <p:nvSpPr>
          <p:cNvPr id="14342" name="Line 5">
            <a:extLst>
              <a:ext uri="{FF2B5EF4-FFF2-40B4-BE49-F238E27FC236}">
                <a16:creationId xmlns:a16="http://schemas.microsoft.com/office/drawing/2014/main" id="{89CF61B2-EA34-63B8-BC8D-56BEC889D623}"/>
              </a:ext>
            </a:extLst>
          </p:cNvPr>
          <p:cNvSpPr>
            <a:spLocks noChangeShapeType="1"/>
          </p:cNvSpPr>
          <p:nvPr/>
        </p:nvSpPr>
        <p:spPr bwMode="auto">
          <a:xfrm>
            <a:off x="152400" y="6324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pic>
        <p:nvPicPr>
          <p:cNvPr id="14343" name="Picture 6">
            <a:extLst>
              <a:ext uri="{FF2B5EF4-FFF2-40B4-BE49-F238E27FC236}">
                <a16:creationId xmlns:a16="http://schemas.microsoft.com/office/drawing/2014/main" id="{021D2599-85E7-E181-44BE-FC99530A79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538" y="1592263"/>
            <a:ext cx="8729662"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ตัวยึดหมายเลขภาพนิ่ง 1">
            <a:extLst>
              <a:ext uri="{FF2B5EF4-FFF2-40B4-BE49-F238E27FC236}">
                <a16:creationId xmlns:a16="http://schemas.microsoft.com/office/drawing/2014/main" id="{21EF051F-1994-1A94-C6CC-28951D379C7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8.</a:t>
            </a:r>
            <a:fld id="{FEB20E6F-B1E2-8847-BD19-D0B5F2C78C17}" type="slidenum">
              <a:rPr lang="en-US" altLang="th-TH" sz="2000">
                <a:solidFill>
                  <a:schemeClr val="bg2"/>
                </a:solidFill>
              </a:rPr>
              <a:pPr/>
              <a:t>13</a:t>
            </a:fld>
            <a:endParaRPr lang="en-US" altLang="th-TH" sz="2000">
              <a:solidFill>
                <a:schemeClr val="bg2"/>
              </a:solidFill>
            </a:endParaRPr>
          </a:p>
        </p:txBody>
      </p:sp>
      <p:sp>
        <p:nvSpPr>
          <p:cNvPr id="15363" name="Rectangle 2">
            <a:extLst>
              <a:ext uri="{FF2B5EF4-FFF2-40B4-BE49-F238E27FC236}">
                <a16:creationId xmlns:a16="http://schemas.microsoft.com/office/drawing/2014/main" id="{32A0CFCD-7035-F900-9CFC-5C8096DF2C88}"/>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5364" name="Rectangle 3">
            <a:extLst>
              <a:ext uri="{FF2B5EF4-FFF2-40B4-BE49-F238E27FC236}">
                <a16:creationId xmlns:a16="http://schemas.microsoft.com/office/drawing/2014/main" id="{11166F98-52BB-EFCE-49D0-F4BF601C581A}"/>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5365" name="Rectangle 4">
            <a:extLst>
              <a:ext uri="{FF2B5EF4-FFF2-40B4-BE49-F238E27FC236}">
                <a16:creationId xmlns:a16="http://schemas.microsoft.com/office/drawing/2014/main" id="{3CA11A0A-9335-9F0E-B95C-800635F0C8F8}"/>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5366" name="Rectangle 5">
            <a:extLst>
              <a:ext uri="{FF2B5EF4-FFF2-40B4-BE49-F238E27FC236}">
                <a16:creationId xmlns:a16="http://schemas.microsoft.com/office/drawing/2014/main" id="{9A72E659-A9BF-CF71-A16F-0870724493B5}"/>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5367" name="Rectangle 6">
            <a:extLst>
              <a:ext uri="{FF2B5EF4-FFF2-40B4-BE49-F238E27FC236}">
                <a16:creationId xmlns:a16="http://schemas.microsoft.com/office/drawing/2014/main" id="{F467D576-E810-FD48-3E87-DB60F6364DD3}"/>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5368" name="Rectangle 7">
            <a:extLst>
              <a:ext uri="{FF2B5EF4-FFF2-40B4-BE49-F238E27FC236}">
                <a16:creationId xmlns:a16="http://schemas.microsoft.com/office/drawing/2014/main" id="{D5F62CB3-F41F-79E1-9DDC-F72B5E4CE3FD}"/>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5369" name="Rectangle 8">
            <a:extLst>
              <a:ext uri="{FF2B5EF4-FFF2-40B4-BE49-F238E27FC236}">
                <a16:creationId xmlns:a16="http://schemas.microsoft.com/office/drawing/2014/main" id="{DE8E966C-C9A3-733D-2103-18AD8844744E}"/>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5370" name="Line 9">
            <a:extLst>
              <a:ext uri="{FF2B5EF4-FFF2-40B4-BE49-F238E27FC236}">
                <a16:creationId xmlns:a16="http://schemas.microsoft.com/office/drawing/2014/main" id="{29EC9747-F8EE-3196-65C8-A5EB51DB361A}"/>
              </a:ext>
            </a:extLst>
          </p:cNvPr>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15371" name="Line 10">
            <a:extLst>
              <a:ext uri="{FF2B5EF4-FFF2-40B4-BE49-F238E27FC236}">
                <a16:creationId xmlns:a16="http://schemas.microsoft.com/office/drawing/2014/main" id="{C81843F7-F631-6FE7-8240-805A7AEDF3ED}"/>
              </a:ext>
            </a:extLst>
          </p:cNvPr>
          <p:cNvSpPr>
            <a:spLocks noChangeShapeType="1"/>
          </p:cNvSpPr>
          <p:nvPr/>
        </p:nvSpPr>
        <p:spPr bwMode="auto">
          <a:xfrm>
            <a:off x="458788" y="44196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15372" name="Rectangle 11">
            <a:extLst>
              <a:ext uri="{FF2B5EF4-FFF2-40B4-BE49-F238E27FC236}">
                <a16:creationId xmlns:a16="http://schemas.microsoft.com/office/drawing/2014/main" id="{156A6199-CB54-AE5A-9E3C-C882C567CCD0}"/>
              </a:ext>
            </a:extLst>
          </p:cNvPr>
          <p:cNvSpPr>
            <a:spLocks noChangeArrowheads="1"/>
          </p:cNvSpPr>
          <p:nvPr/>
        </p:nvSpPr>
        <p:spPr bwMode="auto">
          <a:xfrm>
            <a:off x="495300" y="2759075"/>
            <a:ext cx="8077200" cy="1554163"/>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en-US" altLang="th-TH"/>
              <a:t>Switching at the physical layer in the traditional telephone network uses</a:t>
            </a:r>
          </a:p>
          <a:p>
            <a:pPr algn="ctr"/>
            <a:r>
              <a:rPr lang="en-US" altLang="th-TH"/>
              <a:t>the circuit-switching approach.</a:t>
            </a:r>
          </a:p>
        </p:txBody>
      </p:sp>
      <p:grpSp>
        <p:nvGrpSpPr>
          <p:cNvPr id="15373" name="Group 12">
            <a:extLst>
              <a:ext uri="{FF2B5EF4-FFF2-40B4-BE49-F238E27FC236}">
                <a16:creationId xmlns:a16="http://schemas.microsoft.com/office/drawing/2014/main" id="{F0E4259C-F125-B9CB-93BD-64C921C4BA08}"/>
              </a:ext>
            </a:extLst>
          </p:cNvPr>
          <p:cNvGrpSpPr>
            <a:grpSpLocks/>
          </p:cNvGrpSpPr>
          <p:nvPr/>
        </p:nvGrpSpPr>
        <p:grpSpPr bwMode="auto">
          <a:xfrm>
            <a:off x="457200" y="2024063"/>
            <a:ext cx="1143000" cy="566737"/>
            <a:chOff x="1200" y="1248"/>
            <a:chExt cx="720" cy="357"/>
          </a:xfrm>
        </p:grpSpPr>
        <p:pic>
          <p:nvPicPr>
            <p:cNvPr id="15374" name="Picture 13">
              <a:extLst>
                <a:ext uri="{FF2B5EF4-FFF2-40B4-BE49-F238E27FC236}">
                  <a16:creationId xmlns:a16="http://schemas.microsoft.com/office/drawing/2014/main" id="{D90312D4-464E-8F30-3576-09DC348EBA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75" name="Text Box 14">
              <a:extLst>
                <a:ext uri="{FF2B5EF4-FFF2-40B4-BE49-F238E27FC236}">
                  <a16:creationId xmlns:a16="http://schemas.microsoft.com/office/drawing/2014/main" id="{84CBB2FC-686B-7EBA-F78C-B2B6EF9BFE40}"/>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800" i="1">
                  <a:solidFill>
                    <a:schemeClr val="hlink"/>
                  </a:solidFill>
                  <a:latin typeface="Times New Roman" panose="02020603050405020304" pitchFamily="18" charset="0"/>
                </a:rPr>
                <a:t>Note</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ตัวยึดหมายเลขภาพนิ่ง 1">
            <a:extLst>
              <a:ext uri="{FF2B5EF4-FFF2-40B4-BE49-F238E27FC236}">
                <a16:creationId xmlns:a16="http://schemas.microsoft.com/office/drawing/2014/main" id="{1271274C-DB71-35D6-CEF4-953053D44BD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8.</a:t>
            </a:r>
            <a:fld id="{A440E17E-708A-8846-A0F8-7B4F2408452F}" type="slidenum">
              <a:rPr lang="en-US" altLang="th-TH" sz="2000">
                <a:solidFill>
                  <a:schemeClr val="bg2"/>
                </a:solidFill>
              </a:rPr>
              <a:pPr/>
              <a:t>14</a:t>
            </a:fld>
            <a:endParaRPr lang="en-US" altLang="th-TH" sz="2000">
              <a:solidFill>
                <a:schemeClr val="bg2"/>
              </a:solidFill>
            </a:endParaRPr>
          </a:p>
        </p:txBody>
      </p:sp>
      <p:sp>
        <p:nvSpPr>
          <p:cNvPr id="857090" name="Rectangle 2">
            <a:extLst>
              <a:ext uri="{FF2B5EF4-FFF2-40B4-BE49-F238E27FC236}">
                <a16:creationId xmlns:a16="http://schemas.microsoft.com/office/drawing/2014/main" id="{81F00569-63B7-7102-6821-3C2C07F4CC29}"/>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th-TH">
              <a:effectLst>
                <a:outerShdw blurRad="38100" dist="38100" dir="2700000" algn="tl">
                  <a:srgbClr val="FFFFFF"/>
                </a:outerShdw>
              </a:effectLst>
              <a:latin typeface="Times New Roman" pitchFamily="18" charset="0"/>
            </a:endParaRPr>
          </a:p>
        </p:txBody>
      </p:sp>
      <p:sp>
        <p:nvSpPr>
          <p:cNvPr id="857091" name="Text Box 3">
            <a:extLst>
              <a:ext uri="{FF2B5EF4-FFF2-40B4-BE49-F238E27FC236}">
                <a16:creationId xmlns:a16="http://schemas.microsoft.com/office/drawing/2014/main" id="{2012D70D-8E0E-1B9B-E7CD-9E319C462BF3}"/>
              </a:ext>
            </a:extLst>
          </p:cNvPr>
          <p:cNvSpPr txBox="1">
            <a:spLocks noChangeArrowheads="1"/>
          </p:cNvSpPr>
          <p:nvPr/>
        </p:nvSpPr>
        <p:spPr bwMode="auto">
          <a:xfrm>
            <a:off x="228600" y="406400"/>
            <a:ext cx="5965825" cy="579438"/>
          </a:xfrm>
          <a:prstGeom prst="rect">
            <a:avLst/>
          </a:prstGeom>
          <a:noFill/>
          <a:ln w="9525">
            <a:noFill/>
            <a:miter lim="800000"/>
            <a:headEnd/>
            <a:tailEnd/>
          </a:ln>
          <a:effectLst/>
        </p:spPr>
        <p:txBody>
          <a:bodyPr wrap="none">
            <a:spAutoFit/>
          </a:bodyPr>
          <a:lstStyle/>
          <a:p>
            <a:pPr>
              <a:defRPr/>
            </a:pPr>
            <a:r>
              <a:rPr lang="en-US">
                <a:effectLst>
                  <a:outerShdw blurRad="38100" dist="38100" dir="2700000" algn="tl">
                    <a:srgbClr val="C0C0C0"/>
                  </a:outerShdw>
                </a:effectLst>
                <a:latin typeface="Times" pitchFamily="18" charset="0"/>
              </a:rPr>
              <a:t>8-2   DATAGRAM NETWORKS</a:t>
            </a:r>
          </a:p>
        </p:txBody>
      </p:sp>
      <p:sp>
        <p:nvSpPr>
          <p:cNvPr id="16389" name="Text Box 4">
            <a:extLst>
              <a:ext uri="{FF2B5EF4-FFF2-40B4-BE49-F238E27FC236}">
                <a16:creationId xmlns:a16="http://schemas.microsoft.com/office/drawing/2014/main" id="{801EF769-A2AB-5016-9D17-C9B106F6AD16}"/>
              </a:ext>
            </a:extLst>
          </p:cNvPr>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th-TH" altLang="th-TH" sz="1800">
              <a:latin typeface="Times New Roman" panose="02020603050405020304" pitchFamily="18" charset="0"/>
            </a:endParaRPr>
          </a:p>
        </p:txBody>
      </p:sp>
      <p:sp>
        <p:nvSpPr>
          <p:cNvPr id="857093" name="Rectangle 5">
            <a:extLst>
              <a:ext uri="{FF2B5EF4-FFF2-40B4-BE49-F238E27FC236}">
                <a16:creationId xmlns:a16="http://schemas.microsoft.com/office/drawing/2014/main" id="{F6091B49-8386-9405-D953-4E6701CE64B6}"/>
              </a:ext>
            </a:extLst>
          </p:cNvPr>
          <p:cNvSpPr>
            <a:spLocks noChangeArrowheads="1"/>
          </p:cNvSpPr>
          <p:nvPr/>
        </p:nvSpPr>
        <p:spPr bwMode="auto">
          <a:xfrm>
            <a:off x="304800" y="1536700"/>
            <a:ext cx="8229600" cy="2654300"/>
          </a:xfrm>
          <a:prstGeom prst="rect">
            <a:avLst/>
          </a:prstGeom>
          <a:noFill/>
          <a:ln w="9525">
            <a:noFill/>
            <a:miter lim="800000"/>
            <a:headEnd/>
            <a:tailEnd/>
          </a:ln>
          <a:effectLst/>
        </p:spPr>
        <p:txBody>
          <a:bodyPr anchor="ctr">
            <a:spAutoFit/>
          </a:bodyPr>
          <a:lstStyle/>
          <a:p>
            <a:pPr algn="just" eaLnBrk="1" hangingPunct="1">
              <a:defRPr/>
            </a:pPr>
            <a:r>
              <a:rPr lang="en-US" sz="2800" i="1">
                <a:effectLst>
                  <a:outerShdw blurRad="38100" dist="38100" dir="2700000" algn="tl">
                    <a:srgbClr val="C0C0C0"/>
                  </a:outerShdw>
                </a:effectLst>
                <a:latin typeface="Times New Roman" pitchFamily="18" charset="0"/>
              </a:rPr>
              <a:t>In data communications, we need to send messages from one end system to another. If the message is going to pass through a packet-switched network, it needs to be divided into packets of fixed or variable size. The size of the packet is determined by the network and the governing protocol.</a:t>
            </a:r>
          </a:p>
        </p:txBody>
      </p:sp>
      <p:sp>
        <p:nvSpPr>
          <p:cNvPr id="16391" name="Rectangle 6">
            <a:extLst>
              <a:ext uri="{FF2B5EF4-FFF2-40B4-BE49-F238E27FC236}">
                <a16:creationId xmlns:a16="http://schemas.microsoft.com/office/drawing/2014/main" id="{A2517469-175A-8E57-70F9-907EE40EFB7F}"/>
              </a:ext>
            </a:extLst>
          </p:cNvPr>
          <p:cNvSpPr>
            <a:spLocks noChangeArrowheads="1"/>
          </p:cNvSpPr>
          <p:nvPr/>
        </p:nvSpPr>
        <p:spPr bwMode="auto">
          <a:xfrm>
            <a:off x="152400" y="4908550"/>
            <a:ext cx="76962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buClr>
                <a:schemeClr val="tx1"/>
              </a:buClr>
              <a:buSzPct val="117000"/>
              <a:buFont typeface="Wingdings" pitchFamily="2" charset="2"/>
              <a:buNone/>
            </a:pPr>
            <a:r>
              <a:rPr lang="en-US" altLang="th-TH" sz="2400">
                <a:solidFill>
                  <a:srgbClr val="0033CC"/>
                </a:solidFill>
                <a:latin typeface="Times New Roman" panose="02020603050405020304" pitchFamily="18" charset="0"/>
              </a:rPr>
              <a:t>Routing Table</a:t>
            </a:r>
            <a:br>
              <a:rPr lang="fr-FR" altLang="th-TH" sz="2400">
                <a:solidFill>
                  <a:srgbClr val="0033CC"/>
                </a:solidFill>
                <a:latin typeface="Times New Roman" panose="02020603050405020304" pitchFamily="18" charset="0"/>
              </a:rPr>
            </a:br>
            <a:r>
              <a:rPr lang="fr-FR" altLang="th-TH" sz="2400">
                <a:solidFill>
                  <a:srgbClr val="0033CC"/>
                </a:solidFill>
                <a:latin typeface="Times New Roman" panose="02020603050405020304" pitchFamily="18" charset="0"/>
              </a:rPr>
              <a:t>Efficiency</a:t>
            </a:r>
            <a:br>
              <a:rPr lang="fr-FR" altLang="th-TH" sz="2400">
                <a:solidFill>
                  <a:srgbClr val="0033CC"/>
                </a:solidFill>
                <a:latin typeface="Times New Roman" panose="02020603050405020304" pitchFamily="18" charset="0"/>
              </a:rPr>
            </a:br>
            <a:r>
              <a:rPr lang="fr-FR" altLang="th-TH" sz="2400">
                <a:solidFill>
                  <a:srgbClr val="0033CC"/>
                </a:solidFill>
                <a:latin typeface="Times New Roman" panose="02020603050405020304" pitchFamily="18" charset="0"/>
              </a:rPr>
              <a:t>Delay</a:t>
            </a:r>
          </a:p>
          <a:p>
            <a:pPr>
              <a:buClr>
                <a:schemeClr val="tx1"/>
              </a:buClr>
              <a:buSzPct val="117000"/>
              <a:buFont typeface="Wingdings" pitchFamily="2" charset="2"/>
              <a:buNone/>
            </a:pPr>
            <a:r>
              <a:rPr lang="en-US" altLang="th-TH" sz="2400">
                <a:solidFill>
                  <a:srgbClr val="0033CC"/>
                </a:solidFill>
                <a:latin typeface="Times New Roman" panose="02020603050405020304" pitchFamily="18" charset="0"/>
              </a:rPr>
              <a:t>Datagram Networks in the Internet</a:t>
            </a:r>
          </a:p>
        </p:txBody>
      </p:sp>
      <p:sp>
        <p:nvSpPr>
          <p:cNvPr id="857095" name="Text Box 7">
            <a:extLst>
              <a:ext uri="{FF2B5EF4-FFF2-40B4-BE49-F238E27FC236}">
                <a16:creationId xmlns:a16="http://schemas.microsoft.com/office/drawing/2014/main" id="{66061F05-15F1-30C8-2357-0970B8C30B91}"/>
              </a:ext>
            </a:extLst>
          </p:cNvPr>
          <p:cNvSpPr txBox="1">
            <a:spLocks noChangeArrowheads="1"/>
          </p:cNvSpPr>
          <p:nvPr/>
        </p:nvSpPr>
        <p:spPr bwMode="auto">
          <a:xfrm>
            <a:off x="165100" y="4432300"/>
            <a:ext cx="4862513" cy="519113"/>
          </a:xfrm>
          <a:prstGeom prst="rect">
            <a:avLst/>
          </a:prstGeom>
          <a:noFill/>
          <a:ln w="76200" algn="ctr">
            <a:noFill/>
            <a:miter lim="800000"/>
            <a:headEnd/>
            <a:tailEnd/>
          </a:ln>
          <a:effectLst/>
        </p:spPr>
        <p:txBody>
          <a:bodyPr wrap="none">
            <a:spAutoFit/>
          </a:bodyPr>
          <a:lstStyle/>
          <a:p>
            <a:pPr algn="ctr">
              <a:defRPr/>
            </a:pPr>
            <a:r>
              <a:rPr lang="en-US" sz="2800" i="1" u="sng">
                <a:solidFill>
                  <a:schemeClr val="hlink"/>
                </a:solidFill>
                <a:effectLst>
                  <a:outerShdw blurRad="38100" dist="38100" dir="2700000" algn="tl">
                    <a:srgbClr val="C0C0C0"/>
                  </a:outerShdw>
                </a:effectLst>
                <a:latin typeface="Times New Roman" pitchFamily="18" charset="0"/>
              </a:rPr>
              <a:t>Topics discussed in this section: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ตัวยึดหมายเลขภาพนิ่ง 1">
            <a:extLst>
              <a:ext uri="{FF2B5EF4-FFF2-40B4-BE49-F238E27FC236}">
                <a16:creationId xmlns:a16="http://schemas.microsoft.com/office/drawing/2014/main" id="{48E4803D-83AA-2807-0283-CD644F10B07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8.</a:t>
            </a:r>
            <a:fld id="{46710FAF-B8C4-6F4A-A50F-AA6FC309A294}" type="slidenum">
              <a:rPr lang="en-US" altLang="th-TH" sz="2000">
                <a:solidFill>
                  <a:schemeClr val="bg2"/>
                </a:solidFill>
              </a:rPr>
              <a:pPr/>
              <a:t>15</a:t>
            </a:fld>
            <a:endParaRPr lang="en-US" altLang="th-TH" sz="2000">
              <a:solidFill>
                <a:schemeClr val="bg2"/>
              </a:solidFill>
            </a:endParaRPr>
          </a:p>
        </p:txBody>
      </p:sp>
      <p:sp>
        <p:nvSpPr>
          <p:cNvPr id="17411" name="Rectangle 2">
            <a:extLst>
              <a:ext uri="{FF2B5EF4-FFF2-40B4-BE49-F238E27FC236}">
                <a16:creationId xmlns:a16="http://schemas.microsoft.com/office/drawing/2014/main" id="{E7BF4FBF-CBD8-63D7-0A16-5566763F9591}"/>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7412" name="Rectangle 3">
            <a:extLst>
              <a:ext uri="{FF2B5EF4-FFF2-40B4-BE49-F238E27FC236}">
                <a16:creationId xmlns:a16="http://schemas.microsoft.com/office/drawing/2014/main" id="{DE3E68D8-F95F-1490-565C-293DCB8D4A85}"/>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7413" name="Rectangle 4">
            <a:extLst>
              <a:ext uri="{FF2B5EF4-FFF2-40B4-BE49-F238E27FC236}">
                <a16:creationId xmlns:a16="http://schemas.microsoft.com/office/drawing/2014/main" id="{14ABCA0B-26B3-53AF-6873-74827916C374}"/>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7414" name="Rectangle 5">
            <a:extLst>
              <a:ext uri="{FF2B5EF4-FFF2-40B4-BE49-F238E27FC236}">
                <a16:creationId xmlns:a16="http://schemas.microsoft.com/office/drawing/2014/main" id="{866C7E89-C27D-5BD6-11C0-965C145FB927}"/>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7415" name="Rectangle 6">
            <a:extLst>
              <a:ext uri="{FF2B5EF4-FFF2-40B4-BE49-F238E27FC236}">
                <a16:creationId xmlns:a16="http://schemas.microsoft.com/office/drawing/2014/main" id="{D3E8690D-942C-1702-6345-53D44CCB041C}"/>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7416" name="Rectangle 7">
            <a:extLst>
              <a:ext uri="{FF2B5EF4-FFF2-40B4-BE49-F238E27FC236}">
                <a16:creationId xmlns:a16="http://schemas.microsoft.com/office/drawing/2014/main" id="{A15B53B8-09FB-9833-3E52-D69EBFCCD5EC}"/>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7417" name="Rectangle 8">
            <a:extLst>
              <a:ext uri="{FF2B5EF4-FFF2-40B4-BE49-F238E27FC236}">
                <a16:creationId xmlns:a16="http://schemas.microsoft.com/office/drawing/2014/main" id="{97EBE4BD-AEA8-1468-2BC1-50EBE617EBE7}"/>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17418" name="Line 9">
            <a:extLst>
              <a:ext uri="{FF2B5EF4-FFF2-40B4-BE49-F238E27FC236}">
                <a16:creationId xmlns:a16="http://schemas.microsoft.com/office/drawing/2014/main" id="{CD692090-F08D-47CF-F766-D444A8964125}"/>
              </a:ext>
            </a:extLst>
          </p:cNvPr>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17419" name="Line 10">
            <a:extLst>
              <a:ext uri="{FF2B5EF4-FFF2-40B4-BE49-F238E27FC236}">
                <a16:creationId xmlns:a16="http://schemas.microsoft.com/office/drawing/2014/main" id="{AC0F1A7E-1410-9519-ED3E-775158C218EC}"/>
              </a:ext>
            </a:extLst>
          </p:cNvPr>
          <p:cNvSpPr>
            <a:spLocks noChangeShapeType="1"/>
          </p:cNvSpPr>
          <p:nvPr/>
        </p:nvSpPr>
        <p:spPr bwMode="auto">
          <a:xfrm>
            <a:off x="458788" y="44196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17420" name="Rectangle 11">
            <a:extLst>
              <a:ext uri="{FF2B5EF4-FFF2-40B4-BE49-F238E27FC236}">
                <a16:creationId xmlns:a16="http://schemas.microsoft.com/office/drawing/2014/main" id="{B368D522-AABC-F081-EC34-F8B85BE461B3}"/>
              </a:ext>
            </a:extLst>
          </p:cNvPr>
          <p:cNvSpPr>
            <a:spLocks noChangeArrowheads="1"/>
          </p:cNvSpPr>
          <p:nvPr/>
        </p:nvSpPr>
        <p:spPr bwMode="auto">
          <a:xfrm>
            <a:off x="495300" y="2759075"/>
            <a:ext cx="8077200" cy="1554163"/>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en-US" altLang="th-TH"/>
              <a:t>In a packet-switched network, there </a:t>
            </a:r>
            <a:br>
              <a:rPr lang="en-US" altLang="th-TH"/>
            </a:br>
            <a:r>
              <a:rPr lang="en-US" altLang="th-TH"/>
              <a:t>is no resource reservation;</a:t>
            </a:r>
          </a:p>
          <a:p>
            <a:pPr algn="ctr"/>
            <a:r>
              <a:rPr lang="en-US" altLang="th-TH"/>
              <a:t>resources are allocated on demand.</a:t>
            </a:r>
          </a:p>
        </p:txBody>
      </p:sp>
      <p:grpSp>
        <p:nvGrpSpPr>
          <p:cNvPr id="17421" name="Group 12">
            <a:extLst>
              <a:ext uri="{FF2B5EF4-FFF2-40B4-BE49-F238E27FC236}">
                <a16:creationId xmlns:a16="http://schemas.microsoft.com/office/drawing/2014/main" id="{94F137AF-2FDF-6E1C-DFAD-B75529BA10D1}"/>
              </a:ext>
            </a:extLst>
          </p:cNvPr>
          <p:cNvGrpSpPr>
            <a:grpSpLocks/>
          </p:cNvGrpSpPr>
          <p:nvPr/>
        </p:nvGrpSpPr>
        <p:grpSpPr bwMode="auto">
          <a:xfrm>
            <a:off x="457200" y="1981200"/>
            <a:ext cx="1143000" cy="566738"/>
            <a:chOff x="1200" y="1248"/>
            <a:chExt cx="720" cy="357"/>
          </a:xfrm>
        </p:grpSpPr>
        <p:pic>
          <p:nvPicPr>
            <p:cNvPr id="17422" name="Picture 13">
              <a:extLst>
                <a:ext uri="{FF2B5EF4-FFF2-40B4-BE49-F238E27FC236}">
                  <a16:creationId xmlns:a16="http://schemas.microsoft.com/office/drawing/2014/main" id="{E79E4285-0654-8B46-B948-4654D2D24A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23" name="Text Box 14">
              <a:extLst>
                <a:ext uri="{FF2B5EF4-FFF2-40B4-BE49-F238E27FC236}">
                  <a16:creationId xmlns:a16="http://schemas.microsoft.com/office/drawing/2014/main" id="{39E257B3-8051-3E7C-353A-EA802FEF8E90}"/>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800" i="1">
                  <a:solidFill>
                    <a:schemeClr val="hlink"/>
                  </a:solidFill>
                  <a:latin typeface="Times New Roman" panose="02020603050405020304" pitchFamily="18" charset="0"/>
                </a:rPr>
                <a:t>Note</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ตัวยึดหมายเลขภาพนิ่ง 1">
            <a:extLst>
              <a:ext uri="{FF2B5EF4-FFF2-40B4-BE49-F238E27FC236}">
                <a16:creationId xmlns:a16="http://schemas.microsoft.com/office/drawing/2014/main" id="{6B92141E-2B7F-B154-0DC9-7EE925C2D6E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8.</a:t>
            </a:r>
            <a:fld id="{382462C7-C1FA-2D4B-9546-E85DEC0AD83B}" type="slidenum">
              <a:rPr lang="en-US" altLang="th-TH" sz="2000">
                <a:solidFill>
                  <a:schemeClr val="bg2"/>
                </a:solidFill>
              </a:rPr>
              <a:pPr/>
              <a:t>16</a:t>
            </a:fld>
            <a:endParaRPr lang="en-US" altLang="th-TH" sz="2000">
              <a:solidFill>
                <a:schemeClr val="bg2"/>
              </a:solidFill>
            </a:endParaRPr>
          </a:p>
        </p:txBody>
      </p:sp>
      <p:sp>
        <p:nvSpPr>
          <p:cNvPr id="18435" name="Line 2">
            <a:extLst>
              <a:ext uri="{FF2B5EF4-FFF2-40B4-BE49-F238E27FC236}">
                <a16:creationId xmlns:a16="http://schemas.microsoft.com/office/drawing/2014/main" id="{5148455C-A981-2B8D-62AA-587AFDD86D92}"/>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18436" name="Line 3">
            <a:extLst>
              <a:ext uri="{FF2B5EF4-FFF2-40B4-BE49-F238E27FC236}">
                <a16:creationId xmlns:a16="http://schemas.microsoft.com/office/drawing/2014/main" id="{D2AC8834-2520-F676-F1C7-151AB3023824}"/>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18437" name="Text Box 4">
            <a:extLst>
              <a:ext uri="{FF2B5EF4-FFF2-40B4-BE49-F238E27FC236}">
                <a16:creationId xmlns:a16="http://schemas.microsoft.com/office/drawing/2014/main" id="{93404A7D-7ADE-95BD-20D9-A00767F0F77B}"/>
              </a:ext>
            </a:extLst>
          </p:cNvPr>
          <p:cNvSpPr txBox="1">
            <a:spLocks noChangeArrowheads="1"/>
          </p:cNvSpPr>
          <p:nvPr/>
        </p:nvSpPr>
        <p:spPr bwMode="auto">
          <a:xfrm>
            <a:off x="304800" y="381000"/>
            <a:ext cx="67421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400">
                <a:solidFill>
                  <a:schemeClr val="folHlink"/>
                </a:solidFill>
                <a:latin typeface="Times New Roman" panose="02020603050405020304" pitchFamily="18" charset="0"/>
              </a:rPr>
              <a:t>Figure 8.7  </a:t>
            </a:r>
            <a:r>
              <a:rPr lang="en-US" altLang="th-TH" sz="2000" i="1">
                <a:latin typeface="Times New Roman" panose="02020603050405020304" pitchFamily="18" charset="0"/>
              </a:rPr>
              <a:t>A datagram network with four switches (routers)</a:t>
            </a:r>
          </a:p>
        </p:txBody>
      </p:sp>
      <p:sp>
        <p:nvSpPr>
          <p:cNvPr id="18438" name="Line 5">
            <a:extLst>
              <a:ext uri="{FF2B5EF4-FFF2-40B4-BE49-F238E27FC236}">
                <a16:creationId xmlns:a16="http://schemas.microsoft.com/office/drawing/2014/main" id="{8E207BB9-79C7-402F-1DE1-4293069E98E2}"/>
              </a:ext>
            </a:extLst>
          </p:cNvPr>
          <p:cNvSpPr>
            <a:spLocks noChangeShapeType="1"/>
          </p:cNvSpPr>
          <p:nvPr/>
        </p:nvSpPr>
        <p:spPr bwMode="auto">
          <a:xfrm>
            <a:off x="152400" y="6324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pic>
        <p:nvPicPr>
          <p:cNvPr id="18439" name="Picture 6">
            <a:extLst>
              <a:ext uri="{FF2B5EF4-FFF2-40B4-BE49-F238E27FC236}">
                <a16:creationId xmlns:a16="http://schemas.microsoft.com/office/drawing/2014/main" id="{4FE9E61D-204A-9C24-0F6F-44964C8066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925" y="2020888"/>
            <a:ext cx="8474075" cy="300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ตัวยึดหมายเลขภาพนิ่ง 1">
            <a:extLst>
              <a:ext uri="{FF2B5EF4-FFF2-40B4-BE49-F238E27FC236}">
                <a16:creationId xmlns:a16="http://schemas.microsoft.com/office/drawing/2014/main" id="{18287370-109F-3936-D2BE-788BB84D177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8.</a:t>
            </a:r>
            <a:fld id="{9D46761D-B37D-6948-AB9E-D2E176606276}" type="slidenum">
              <a:rPr lang="en-US" altLang="th-TH" sz="2000">
                <a:solidFill>
                  <a:schemeClr val="bg2"/>
                </a:solidFill>
              </a:rPr>
              <a:pPr/>
              <a:t>17</a:t>
            </a:fld>
            <a:endParaRPr lang="en-US" altLang="th-TH" sz="2000">
              <a:solidFill>
                <a:schemeClr val="bg2"/>
              </a:solidFill>
            </a:endParaRPr>
          </a:p>
        </p:txBody>
      </p:sp>
      <p:sp>
        <p:nvSpPr>
          <p:cNvPr id="19459" name="Line 2">
            <a:extLst>
              <a:ext uri="{FF2B5EF4-FFF2-40B4-BE49-F238E27FC236}">
                <a16:creationId xmlns:a16="http://schemas.microsoft.com/office/drawing/2014/main" id="{9DBDA75A-ACCA-6A90-9E11-9A7D74C5F5E9}"/>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19460" name="Line 3">
            <a:extLst>
              <a:ext uri="{FF2B5EF4-FFF2-40B4-BE49-F238E27FC236}">
                <a16:creationId xmlns:a16="http://schemas.microsoft.com/office/drawing/2014/main" id="{EF250A52-5024-8294-3151-59A3F1B4E41A}"/>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19461" name="Text Box 4">
            <a:extLst>
              <a:ext uri="{FF2B5EF4-FFF2-40B4-BE49-F238E27FC236}">
                <a16:creationId xmlns:a16="http://schemas.microsoft.com/office/drawing/2014/main" id="{F1754CE6-9290-9604-9549-B58B97F045B8}"/>
              </a:ext>
            </a:extLst>
          </p:cNvPr>
          <p:cNvSpPr txBox="1">
            <a:spLocks noChangeArrowheads="1"/>
          </p:cNvSpPr>
          <p:nvPr/>
        </p:nvSpPr>
        <p:spPr bwMode="auto">
          <a:xfrm>
            <a:off x="304800" y="381000"/>
            <a:ext cx="5510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400">
                <a:solidFill>
                  <a:schemeClr val="folHlink"/>
                </a:solidFill>
                <a:latin typeface="Times New Roman" panose="02020603050405020304" pitchFamily="18" charset="0"/>
              </a:rPr>
              <a:t>Figure 8.8  </a:t>
            </a:r>
            <a:r>
              <a:rPr lang="en-US" altLang="th-TH" sz="2000" i="1">
                <a:latin typeface="Times New Roman" panose="02020603050405020304" pitchFamily="18" charset="0"/>
              </a:rPr>
              <a:t>Routing table in a datagram network</a:t>
            </a:r>
          </a:p>
        </p:txBody>
      </p:sp>
      <p:sp>
        <p:nvSpPr>
          <p:cNvPr id="19462" name="Line 5">
            <a:extLst>
              <a:ext uri="{FF2B5EF4-FFF2-40B4-BE49-F238E27FC236}">
                <a16:creationId xmlns:a16="http://schemas.microsoft.com/office/drawing/2014/main" id="{5116434A-A991-7CC1-EB67-95A566C4164D}"/>
              </a:ext>
            </a:extLst>
          </p:cNvPr>
          <p:cNvSpPr>
            <a:spLocks noChangeShapeType="1"/>
          </p:cNvSpPr>
          <p:nvPr/>
        </p:nvSpPr>
        <p:spPr bwMode="auto">
          <a:xfrm>
            <a:off x="152400" y="6324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pic>
        <p:nvPicPr>
          <p:cNvPr id="19463" name="Picture 6">
            <a:extLst>
              <a:ext uri="{FF2B5EF4-FFF2-40B4-BE49-F238E27FC236}">
                <a16:creationId xmlns:a16="http://schemas.microsoft.com/office/drawing/2014/main" id="{ECF6AEE1-CF3E-AA54-EA46-0809C68E83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7525" y="1497013"/>
            <a:ext cx="2733675" cy="444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ตัวยึดหมายเลขภาพนิ่ง 1">
            <a:extLst>
              <a:ext uri="{FF2B5EF4-FFF2-40B4-BE49-F238E27FC236}">
                <a16:creationId xmlns:a16="http://schemas.microsoft.com/office/drawing/2014/main" id="{BE53D65F-3231-24EB-068E-DB14F2C81F3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8.</a:t>
            </a:r>
            <a:fld id="{4819B249-8FD2-2A4C-8E75-23EF726E901B}" type="slidenum">
              <a:rPr lang="en-US" altLang="th-TH" sz="2000">
                <a:solidFill>
                  <a:schemeClr val="bg2"/>
                </a:solidFill>
              </a:rPr>
              <a:pPr/>
              <a:t>18</a:t>
            </a:fld>
            <a:endParaRPr lang="en-US" altLang="th-TH" sz="2000">
              <a:solidFill>
                <a:schemeClr val="bg2"/>
              </a:solidFill>
            </a:endParaRPr>
          </a:p>
        </p:txBody>
      </p:sp>
      <p:sp>
        <p:nvSpPr>
          <p:cNvPr id="20483" name="Rectangle 2">
            <a:extLst>
              <a:ext uri="{FF2B5EF4-FFF2-40B4-BE49-F238E27FC236}">
                <a16:creationId xmlns:a16="http://schemas.microsoft.com/office/drawing/2014/main" id="{D7EA156F-BDD6-669D-E58A-A95BADA65A32}"/>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20484" name="Rectangle 3">
            <a:extLst>
              <a:ext uri="{FF2B5EF4-FFF2-40B4-BE49-F238E27FC236}">
                <a16:creationId xmlns:a16="http://schemas.microsoft.com/office/drawing/2014/main" id="{BDEAD519-2109-EF99-C931-BED1AD6800ED}"/>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20485" name="Rectangle 4">
            <a:extLst>
              <a:ext uri="{FF2B5EF4-FFF2-40B4-BE49-F238E27FC236}">
                <a16:creationId xmlns:a16="http://schemas.microsoft.com/office/drawing/2014/main" id="{B6B68074-B3E5-02E2-D614-F5910EC45867}"/>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20486" name="Rectangle 5">
            <a:extLst>
              <a:ext uri="{FF2B5EF4-FFF2-40B4-BE49-F238E27FC236}">
                <a16:creationId xmlns:a16="http://schemas.microsoft.com/office/drawing/2014/main" id="{D98FDA44-E0C6-515A-DF21-B8A84CF83503}"/>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20487" name="Rectangle 6">
            <a:extLst>
              <a:ext uri="{FF2B5EF4-FFF2-40B4-BE49-F238E27FC236}">
                <a16:creationId xmlns:a16="http://schemas.microsoft.com/office/drawing/2014/main" id="{B3A42A28-5DFA-4D60-D622-546ED22AB752}"/>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20488" name="Rectangle 7">
            <a:extLst>
              <a:ext uri="{FF2B5EF4-FFF2-40B4-BE49-F238E27FC236}">
                <a16:creationId xmlns:a16="http://schemas.microsoft.com/office/drawing/2014/main" id="{9ABEC24D-53E8-4B02-2547-23C49D5259FB}"/>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20489" name="Rectangle 8">
            <a:extLst>
              <a:ext uri="{FF2B5EF4-FFF2-40B4-BE49-F238E27FC236}">
                <a16:creationId xmlns:a16="http://schemas.microsoft.com/office/drawing/2014/main" id="{1E227D39-5E2A-E6ED-0CBC-6493E6AF17A3}"/>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20490" name="Line 9">
            <a:extLst>
              <a:ext uri="{FF2B5EF4-FFF2-40B4-BE49-F238E27FC236}">
                <a16:creationId xmlns:a16="http://schemas.microsoft.com/office/drawing/2014/main" id="{E6EB70CF-2269-BEB9-9A0C-C5764153B745}"/>
              </a:ext>
            </a:extLst>
          </p:cNvPr>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20491" name="Line 10">
            <a:extLst>
              <a:ext uri="{FF2B5EF4-FFF2-40B4-BE49-F238E27FC236}">
                <a16:creationId xmlns:a16="http://schemas.microsoft.com/office/drawing/2014/main" id="{D4AA5846-5DE7-5611-7722-27E021978F9D}"/>
              </a:ext>
            </a:extLst>
          </p:cNvPr>
          <p:cNvSpPr>
            <a:spLocks noChangeShapeType="1"/>
          </p:cNvSpPr>
          <p:nvPr/>
        </p:nvSpPr>
        <p:spPr bwMode="auto">
          <a:xfrm>
            <a:off x="458788" y="44196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20492" name="Rectangle 11">
            <a:extLst>
              <a:ext uri="{FF2B5EF4-FFF2-40B4-BE49-F238E27FC236}">
                <a16:creationId xmlns:a16="http://schemas.microsoft.com/office/drawing/2014/main" id="{356F8B45-E2C1-B82D-4A9A-F36FE63A2F2D}"/>
              </a:ext>
            </a:extLst>
          </p:cNvPr>
          <p:cNvSpPr>
            <a:spLocks noChangeArrowheads="1"/>
          </p:cNvSpPr>
          <p:nvPr/>
        </p:nvSpPr>
        <p:spPr bwMode="auto">
          <a:xfrm>
            <a:off x="495300" y="2759075"/>
            <a:ext cx="8077200" cy="1554163"/>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en-US" altLang="th-TH"/>
              <a:t>A switch in a datagram network uses a routing table that is based on the destination address.</a:t>
            </a:r>
          </a:p>
        </p:txBody>
      </p:sp>
      <p:grpSp>
        <p:nvGrpSpPr>
          <p:cNvPr id="20493" name="Group 12">
            <a:extLst>
              <a:ext uri="{FF2B5EF4-FFF2-40B4-BE49-F238E27FC236}">
                <a16:creationId xmlns:a16="http://schemas.microsoft.com/office/drawing/2014/main" id="{93892DE9-C17F-37B2-938E-4E35AF7E5876}"/>
              </a:ext>
            </a:extLst>
          </p:cNvPr>
          <p:cNvGrpSpPr>
            <a:grpSpLocks/>
          </p:cNvGrpSpPr>
          <p:nvPr/>
        </p:nvGrpSpPr>
        <p:grpSpPr bwMode="auto">
          <a:xfrm>
            <a:off x="457200" y="1981200"/>
            <a:ext cx="1143000" cy="566738"/>
            <a:chOff x="1200" y="1248"/>
            <a:chExt cx="720" cy="357"/>
          </a:xfrm>
        </p:grpSpPr>
        <p:pic>
          <p:nvPicPr>
            <p:cNvPr id="20494" name="Picture 13">
              <a:extLst>
                <a:ext uri="{FF2B5EF4-FFF2-40B4-BE49-F238E27FC236}">
                  <a16:creationId xmlns:a16="http://schemas.microsoft.com/office/drawing/2014/main" id="{E689A585-BECF-CE05-BEC4-844E82870B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95" name="Text Box 14">
              <a:extLst>
                <a:ext uri="{FF2B5EF4-FFF2-40B4-BE49-F238E27FC236}">
                  <a16:creationId xmlns:a16="http://schemas.microsoft.com/office/drawing/2014/main" id="{BDFAB43C-EAE8-4F25-4FB2-F31C95EFDF1F}"/>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800" i="1">
                  <a:solidFill>
                    <a:schemeClr val="hlink"/>
                  </a:solidFill>
                  <a:latin typeface="Times New Roman" panose="02020603050405020304" pitchFamily="18" charset="0"/>
                </a:rPr>
                <a:t>Note</a:t>
              </a: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ตัวยึดหมายเลขภาพนิ่ง 1">
            <a:extLst>
              <a:ext uri="{FF2B5EF4-FFF2-40B4-BE49-F238E27FC236}">
                <a16:creationId xmlns:a16="http://schemas.microsoft.com/office/drawing/2014/main" id="{AA737385-3B52-5CEE-200A-463A9F299B5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8.</a:t>
            </a:r>
            <a:fld id="{4D2FFF0E-F14B-9041-9C21-1C63E9FD8E55}" type="slidenum">
              <a:rPr lang="en-US" altLang="th-TH" sz="2000">
                <a:solidFill>
                  <a:schemeClr val="bg2"/>
                </a:solidFill>
              </a:rPr>
              <a:pPr/>
              <a:t>19</a:t>
            </a:fld>
            <a:endParaRPr lang="en-US" altLang="th-TH" sz="2000">
              <a:solidFill>
                <a:schemeClr val="bg2"/>
              </a:solidFill>
            </a:endParaRPr>
          </a:p>
        </p:txBody>
      </p:sp>
      <p:sp>
        <p:nvSpPr>
          <p:cNvPr id="21507" name="Rectangle 2">
            <a:extLst>
              <a:ext uri="{FF2B5EF4-FFF2-40B4-BE49-F238E27FC236}">
                <a16:creationId xmlns:a16="http://schemas.microsoft.com/office/drawing/2014/main" id="{344B8ECA-E3A8-46F9-E988-996F3B19FE48}"/>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21508" name="Rectangle 3">
            <a:extLst>
              <a:ext uri="{FF2B5EF4-FFF2-40B4-BE49-F238E27FC236}">
                <a16:creationId xmlns:a16="http://schemas.microsoft.com/office/drawing/2014/main" id="{14CCAA0F-54DB-C74E-5D76-6EAECB9E7004}"/>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21509" name="Rectangle 4">
            <a:extLst>
              <a:ext uri="{FF2B5EF4-FFF2-40B4-BE49-F238E27FC236}">
                <a16:creationId xmlns:a16="http://schemas.microsoft.com/office/drawing/2014/main" id="{AB0717AB-1474-9C1F-70D2-9CB0DDB2AB6C}"/>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21510" name="Rectangle 5">
            <a:extLst>
              <a:ext uri="{FF2B5EF4-FFF2-40B4-BE49-F238E27FC236}">
                <a16:creationId xmlns:a16="http://schemas.microsoft.com/office/drawing/2014/main" id="{A018E955-EB9B-6A6E-1FD1-8F512860F39C}"/>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21511" name="Rectangle 6">
            <a:extLst>
              <a:ext uri="{FF2B5EF4-FFF2-40B4-BE49-F238E27FC236}">
                <a16:creationId xmlns:a16="http://schemas.microsoft.com/office/drawing/2014/main" id="{55EED034-A1AA-0E0E-3922-86BA9D32CA9E}"/>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21512" name="Rectangle 7">
            <a:extLst>
              <a:ext uri="{FF2B5EF4-FFF2-40B4-BE49-F238E27FC236}">
                <a16:creationId xmlns:a16="http://schemas.microsoft.com/office/drawing/2014/main" id="{81463FE3-03C9-9141-5775-3D0930A0A70C}"/>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21513" name="Rectangle 8">
            <a:extLst>
              <a:ext uri="{FF2B5EF4-FFF2-40B4-BE49-F238E27FC236}">
                <a16:creationId xmlns:a16="http://schemas.microsoft.com/office/drawing/2014/main" id="{B1602C0B-F4C2-7076-072B-5F999CF01C51}"/>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21514" name="Line 9">
            <a:extLst>
              <a:ext uri="{FF2B5EF4-FFF2-40B4-BE49-F238E27FC236}">
                <a16:creationId xmlns:a16="http://schemas.microsoft.com/office/drawing/2014/main" id="{E6EE9B63-1C9B-2568-0C55-3C022BF18F65}"/>
              </a:ext>
            </a:extLst>
          </p:cNvPr>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21515" name="Line 10">
            <a:extLst>
              <a:ext uri="{FF2B5EF4-FFF2-40B4-BE49-F238E27FC236}">
                <a16:creationId xmlns:a16="http://schemas.microsoft.com/office/drawing/2014/main" id="{A6F4FEA6-AA02-22AA-1308-1D9A7828288C}"/>
              </a:ext>
            </a:extLst>
          </p:cNvPr>
          <p:cNvSpPr>
            <a:spLocks noChangeShapeType="1"/>
          </p:cNvSpPr>
          <p:nvPr/>
        </p:nvSpPr>
        <p:spPr bwMode="auto">
          <a:xfrm>
            <a:off x="458788" y="4876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21516" name="Rectangle 11">
            <a:extLst>
              <a:ext uri="{FF2B5EF4-FFF2-40B4-BE49-F238E27FC236}">
                <a16:creationId xmlns:a16="http://schemas.microsoft.com/office/drawing/2014/main" id="{6722427D-5627-4A12-83C4-AA8E30955560}"/>
              </a:ext>
            </a:extLst>
          </p:cNvPr>
          <p:cNvSpPr>
            <a:spLocks noChangeArrowheads="1"/>
          </p:cNvSpPr>
          <p:nvPr/>
        </p:nvSpPr>
        <p:spPr bwMode="auto">
          <a:xfrm>
            <a:off x="495300" y="2759075"/>
            <a:ext cx="8077200" cy="2041525"/>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en-US" altLang="th-TH"/>
              <a:t>The destination address in the header of a packet in a datagram network</a:t>
            </a:r>
          </a:p>
          <a:p>
            <a:pPr algn="ctr"/>
            <a:r>
              <a:rPr lang="en-US" altLang="th-TH"/>
              <a:t>remains the same during the entire journey of the packet.</a:t>
            </a:r>
          </a:p>
        </p:txBody>
      </p:sp>
      <p:grpSp>
        <p:nvGrpSpPr>
          <p:cNvPr id="21517" name="Group 12">
            <a:extLst>
              <a:ext uri="{FF2B5EF4-FFF2-40B4-BE49-F238E27FC236}">
                <a16:creationId xmlns:a16="http://schemas.microsoft.com/office/drawing/2014/main" id="{60168F9D-8435-9C82-C840-F12F793C106F}"/>
              </a:ext>
            </a:extLst>
          </p:cNvPr>
          <p:cNvGrpSpPr>
            <a:grpSpLocks/>
          </p:cNvGrpSpPr>
          <p:nvPr/>
        </p:nvGrpSpPr>
        <p:grpSpPr bwMode="auto">
          <a:xfrm>
            <a:off x="457200" y="1981200"/>
            <a:ext cx="1143000" cy="566738"/>
            <a:chOff x="1200" y="1248"/>
            <a:chExt cx="720" cy="357"/>
          </a:xfrm>
        </p:grpSpPr>
        <p:pic>
          <p:nvPicPr>
            <p:cNvPr id="21518" name="Picture 13">
              <a:extLst>
                <a:ext uri="{FF2B5EF4-FFF2-40B4-BE49-F238E27FC236}">
                  <a16:creationId xmlns:a16="http://schemas.microsoft.com/office/drawing/2014/main" id="{80DA6053-CF9A-07E2-8505-5EBBCB697F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9" name="Text Box 14">
              <a:extLst>
                <a:ext uri="{FF2B5EF4-FFF2-40B4-BE49-F238E27FC236}">
                  <a16:creationId xmlns:a16="http://schemas.microsoft.com/office/drawing/2014/main" id="{3734F646-B74B-AEF6-29A8-91EFBA70CF66}"/>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800" i="1">
                  <a:solidFill>
                    <a:schemeClr val="hlink"/>
                  </a:solidFill>
                  <a:latin typeface="Times New Roman" panose="02020603050405020304" pitchFamily="18" charset="0"/>
                </a:rPr>
                <a:t>Note</a:t>
              </a: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ตัวยึดหมายเลขภาพนิ่ง 1">
            <a:extLst>
              <a:ext uri="{FF2B5EF4-FFF2-40B4-BE49-F238E27FC236}">
                <a16:creationId xmlns:a16="http://schemas.microsoft.com/office/drawing/2014/main" id="{3D5C074F-A19E-4C34-67E6-68A080C2E32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8.</a:t>
            </a:r>
            <a:fld id="{962747F2-6F0B-F94A-81F8-9F69175A454B}" type="slidenum">
              <a:rPr lang="en-US" altLang="th-TH" sz="2000">
                <a:solidFill>
                  <a:schemeClr val="bg2"/>
                </a:solidFill>
              </a:rPr>
              <a:pPr/>
              <a:t>20</a:t>
            </a:fld>
            <a:endParaRPr lang="en-US" altLang="th-TH" sz="2000">
              <a:solidFill>
                <a:schemeClr val="bg2"/>
              </a:solidFill>
            </a:endParaRPr>
          </a:p>
        </p:txBody>
      </p:sp>
      <p:sp>
        <p:nvSpPr>
          <p:cNvPr id="22531" name="Line 2">
            <a:extLst>
              <a:ext uri="{FF2B5EF4-FFF2-40B4-BE49-F238E27FC236}">
                <a16:creationId xmlns:a16="http://schemas.microsoft.com/office/drawing/2014/main" id="{97CA072B-DE40-FFFD-3C58-3F3535573244}"/>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22532" name="Line 3">
            <a:extLst>
              <a:ext uri="{FF2B5EF4-FFF2-40B4-BE49-F238E27FC236}">
                <a16:creationId xmlns:a16="http://schemas.microsoft.com/office/drawing/2014/main" id="{3BDA9340-FF4B-BD20-4435-6EB2D1AA7B2B}"/>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22533" name="Text Box 4">
            <a:extLst>
              <a:ext uri="{FF2B5EF4-FFF2-40B4-BE49-F238E27FC236}">
                <a16:creationId xmlns:a16="http://schemas.microsoft.com/office/drawing/2014/main" id="{EF060A6F-D71B-DE16-7E44-1678923CD9B8}"/>
              </a:ext>
            </a:extLst>
          </p:cNvPr>
          <p:cNvSpPr txBox="1">
            <a:spLocks noChangeArrowheads="1"/>
          </p:cNvSpPr>
          <p:nvPr/>
        </p:nvSpPr>
        <p:spPr bwMode="auto">
          <a:xfrm>
            <a:off x="304800" y="381000"/>
            <a:ext cx="4699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400">
                <a:solidFill>
                  <a:schemeClr val="folHlink"/>
                </a:solidFill>
                <a:latin typeface="Times New Roman" panose="02020603050405020304" pitchFamily="18" charset="0"/>
              </a:rPr>
              <a:t>Figure 8.9  </a:t>
            </a:r>
            <a:r>
              <a:rPr lang="en-US" altLang="th-TH" sz="2000" i="1">
                <a:latin typeface="Times New Roman" panose="02020603050405020304" pitchFamily="18" charset="0"/>
              </a:rPr>
              <a:t>Delay in a datagram network</a:t>
            </a:r>
          </a:p>
        </p:txBody>
      </p:sp>
      <p:sp>
        <p:nvSpPr>
          <p:cNvPr id="22534" name="Line 5">
            <a:extLst>
              <a:ext uri="{FF2B5EF4-FFF2-40B4-BE49-F238E27FC236}">
                <a16:creationId xmlns:a16="http://schemas.microsoft.com/office/drawing/2014/main" id="{A299036C-632F-6CF8-5FAA-84759592AB0B}"/>
              </a:ext>
            </a:extLst>
          </p:cNvPr>
          <p:cNvSpPr>
            <a:spLocks noChangeShapeType="1"/>
          </p:cNvSpPr>
          <p:nvPr/>
        </p:nvSpPr>
        <p:spPr bwMode="auto">
          <a:xfrm>
            <a:off x="152400" y="6324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pic>
        <p:nvPicPr>
          <p:cNvPr id="22535" name="Picture 6">
            <a:extLst>
              <a:ext uri="{FF2B5EF4-FFF2-40B4-BE49-F238E27FC236}">
                <a16:creationId xmlns:a16="http://schemas.microsoft.com/office/drawing/2014/main" id="{D306C19C-434E-2D00-D7CC-90A5198FBA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350" y="2043113"/>
            <a:ext cx="8172450" cy="3367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ตัวยึดหมายเลขภาพนิ่ง 1">
            <a:extLst>
              <a:ext uri="{FF2B5EF4-FFF2-40B4-BE49-F238E27FC236}">
                <a16:creationId xmlns:a16="http://schemas.microsoft.com/office/drawing/2014/main" id="{90CBD4BD-A306-4A3F-99FB-21197B584C0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8.</a:t>
            </a:r>
            <a:fld id="{1FB87656-D1D5-384A-853F-45BC1B9821D0}" type="slidenum">
              <a:rPr lang="en-US" altLang="th-TH" sz="2000">
                <a:solidFill>
                  <a:schemeClr val="bg2"/>
                </a:solidFill>
              </a:rPr>
              <a:pPr/>
              <a:t>21</a:t>
            </a:fld>
            <a:endParaRPr lang="en-US" altLang="th-TH" sz="2000">
              <a:solidFill>
                <a:schemeClr val="bg2"/>
              </a:solidFill>
            </a:endParaRPr>
          </a:p>
        </p:txBody>
      </p:sp>
      <p:sp>
        <p:nvSpPr>
          <p:cNvPr id="23555" name="Rectangle 2">
            <a:extLst>
              <a:ext uri="{FF2B5EF4-FFF2-40B4-BE49-F238E27FC236}">
                <a16:creationId xmlns:a16="http://schemas.microsoft.com/office/drawing/2014/main" id="{86233274-F50B-DD95-3794-42B3B8C8ED2F}"/>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23556" name="Rectangle 3">
            <a:extLst>
              <a:ext uri="{FF2B5EF4-FFF2-40B4-BE49-F238E27FC236}">
                <a16:creationId xmlns:a16="http://schemas.microsoft.com/office/drawing/2014/main" id="{42E8178D-5CF2-250D-1ED1-C7A42EC98C4F}"/>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23557" name="Rectangle 4">
            <a:extLst>
              <a:ext uri="{FF2B5EF4-FFF2-40B4-BE49-F238E27FC236}">
                <a16:creationId xmlns:a16="http://schemas.microsoft.com/office/drawing/2014/main" id="{9000B637-A3B6-CC5E-8101-84A07862C3E7}"/>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23558" name="Rectangle 5">
            <a:extLst>
              <a:ext uri="{FF2B5EF4-FFF2-40B4-BE49-F238E27FC236}">
                <a16:creationId xmlns:a16="http://schemas.microsoft.com/office/drawing/2014/main" id="{CA61F758-095C-7BB8-4291-2DF1D97A554D}"/>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23559" name="Rectangle 6">
            <a:extLst>
              <a:ext uri="{FF2B5EF4-FFF2-40B4-BE49-F238E27FC236}">
                <a16:creationId xmlns:a16="http://schemas.microsoft.com/office/drawing/2014/main" id="{551A1841-1FBB-5C1B-7520-39B242ADC29E}"/>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23560" name="Rectangle 7">
            <a:extLst>
              <a:ext uri="{FF2B5EF4-FFF2-40B4-BE49-F238E27FC236}">
                <a16:creationId xmlns:a16="http://schemas.microsoft.com/office/drawing/2014/main" id="{76986D43-0B6C-2208-C624-948BF3A0503F}"/>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23561" name="Rectangle 8">
            <a:extLst>
              <a:ext uri="{FF2B5EF4-FFF2-40B4-BE49-F238E27FC236}">
                <a16:creationId xmlns:a16="http://schemas.microsoft.com/office/drawing/2014/main" id="{7940913A-8138-78F9-9F2A-66609C5DF017}"/>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23562" name="Line 9">
            <a:extLst>
              <a:ext uri="{FF2B5EF4-FFF2-40B4-BE49-F238E27FC236}">
                <a16:creationId xmlns:a16="http://schemas.microsoft.com/office/drawing/2014/main" id="{20520C02-B795-FEAB-9BED-003E1C157C38}"/>
              </a:ext>
            </a:extLst>
          </p:cNvPr>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23563" name="Line 10">
            <a:extLst>
              <a:ext uri="{FF2B5EF4-FFF2-40B4-BE49-F238E27FC236}">
                <a16:creationId xmlns:a16="http://schemas.microsoft.com/office/drawing/2014/main" id="{D5271117-B944-9881-9C5C-0D570F336F88}"/>
              </a:ext>
            </a:extLst>
          </p:cNvPr>
          <p:cNvSpPr>
            <a:spLocks noChangeShapeType="1"/>
          </p:cNvSpPr>
          <p:nvPr/>
        </p:nvSpPr>
        <p:spPr bwMode="auto">
          <a:xfrm>
            <a:off x="458788" y="4876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23564" name="Rectangle 11">
            <a:extLst>
              <a:ext uri="{FF2B5EF4-FFF2-40B4-BE49-F238E27FC236}">
                <a16:creationId xmlns:a16="http://schemas.microsoft.com/office/drawing/2014/main" id="{54F8F100-8114-DB17-E428-C14CF35E8E41}"/>
              </a:ext>
            </a:extLst>
          </p:cNvPr>
          <p:cNvSpPr>
            <a:spLocks noChangeArrowheads="1"/>
          </p:cNvSpPr>
          <p:nvPr/>
        </p:nvSpPr>
        <p:spPr bwMode="auto">
          <a:xfrm>
            <a:off x="495300" y="2759075"/>
            <a:ext cx="8077200" cy="2041525"/>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en-US" altLang="th-TH"/>
              <a:t>Switching in the Internet is done by using the datagram approach </a:t>
            </a:r>
            <a:br>
              <a:rPr lang="en-US" altLang="th-TH"/>
            </a:br>
            <a:r>
              <a:rPr lang="en-US" altLang="th-TH"/>
              <a:t>to packet switching at </a:t>
            </a:r>
            <a:br>
              <a:rPr lang="en-US" altLang="th-TH"/>
            </a:br>
            <a:r>
              <a:rPr lang="en-US" altLang="th-TH"/>
              <a:t>the network layer.</a:t>
            </a:r>
          </a:p>
        </p:txBody>
      </p:sp>
      <p:grpSp>
        <p:nvGrpSpPr>
          <p:cNvPr id="23565" name="Group 12">
            <a:extLst>
              <a:ext uri="{FF2B5EF4-FFF2-40B4-BE49-F238E27FC236}">
                <a16:creationId xmlns:a16="http://schemas.microsoft.com/office/drawing/2014/main" id="{45E1F244-9D59-370E-FD1F-7C05B61666F2}"/>
              </a:ext>
            </a:extLst>
          </p:cNvPr>
          <p:cNvGrpSpPr>
            <a:grpSpLocks/>
          </p:cNvGrpSpPr>
          <p:nvPr/>
        </p:nvGrpSpPr>
        <p:grpSpPr bwMode="auto">
          <a:xfrm>
            <a:off x="457200" y="1981200"/>
            <a:ext cx="1143000" cy="566738"/>
            <a:chOff x="1200" y="1248"/>
            <a:chExt cx="720" cy="357"/>
          </a:xfrm>
        </p:grpSpPr>
        <p:pic>
          <p:nvPicPr>
            <p:cNvPr id="23566" name="Picture 13">
              <a:extLst>
                <a:ext uri="{FF2B5EF4-FFF2-40B4-BE49-F238E27FC236}">
                  <a16:creationId xmlns:a16="http://schemas.microsoft.com/office/drawing/2014/main" id="{E57EE231-6473-DD6A-FF54-7D0CE017C7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67" name="Text Box 14">
              <a:extLst>
                <a:ext uri="{FF2B5EF4-FFF2-40B4-BE49-F238E27FC236}">
                  <a16:creationId xmlns:a16="http://schemas.microsoft.com/office/drawing/2014/main" id="{72AA7B48-15F2-AE46-A57E-05830962EF12}"/>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800" i="1">
                  <a:solidFill>
                    <a:schemeClr val="hlink"/>
                  </a:solidFill>
                  <a:latin typeface="Times New Roman" panose="02020603050405020304" pitchFamily="18" charset="0"/>
                </a:rPr>
                <a:t>Note</a:t>
              </a: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8" name="ตัวยึดหมายเลขภาพนิ่ง 1">
            <a:extLst>
              <a:ext uri="{FF2B5EF4-FFF2-40B4-BE49-F238E27FC236}">
                <a16:creationId xmlns:a16="http://schemas.microsoft.com/office/drawing/2014/main" id="{19F0D4D2-EBAB-8EBF-532B-0F550D2E518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8.</a:t>
            </a:r>
            <a:fld id="{03791696-281F-BB48-9491-108C3F1B1E97}" type="slidenum">
              <a:rPr lang="en-US" altLang="th-TH" sz="2000">
                <a:solidFill>
                  <a:schemeClr val="bg2"/>
                </a:solidFill>
              </a:rPr>
              <a:pPr/>
              <a:t>22</a:t>
            </a:fld>
            <a:endParaRPr lang="en-US" altLang="th-TH" sz="2000">
              <a:solidFill>
                <a:schemeClr val="bg2"/>
              </a:solidFill>
            </a:endParaRPr>
          </a:p>
        </p:txBody>
      </p:sp>
      <p:sp>
        <p:nvSpPr>
          <p:cNvPr id="858114" name="Rectangle 2">
            <a:extLst>
              <a:ext uri="{FF2B5EF4-FFF2-40B4-BE49-F238E27FC236}">
                <a16:creationId xmlns:a16="http://schemas.microsoft.com/office/drawing/2014/main" id="{7BB20CDB-B488-D4B6-9E95-31176A8C2701}"/>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th-TH">
              <a:effectLst>
                <a:outerShdw blurRad="38100" dist="38100" dir="2700000" algn="tl">
                  <a:srgbClr val="FFFFFF"/>
                </a:outerShdw>
              </a:effectLst>
              <a:latin typeface="Times New Roman" pitchFamily="18" charset="0"/>
            </a:endParaRPr>
          </a:p>
        </p:txBody>
      </p:sp>
      <p:sp>
        <p:nvSpPr>
          <p:cNvPr id="858115" name="Text Box 3">
            <a:extLst>
              <a:ext uri="{FF2B5EF4-FFF2-40B4-BE49-F238E27FC236}">
                <a16:creationId xmlns:a16="http://schemas.microsoft.com/office/drawing/2014/main" id="{822164C5-3AFC-F931-182C-3C53716BC016}"/>
              </a:ext>
            </a:extLst>
          </p:cNvPr>
          <p:cNvSpPr txBox="1">
            <a:spLocks noChangeArrowheads="1"/>
          </p:cNvSpPr>
          <p:nvPr/>
        </p:nvSpPr>
        <p:spPr bwMode="auto">
          <a:xfrm>
            <a:off x="228600" y="406400"/>
            <a:ext cx="7300913" cy="579438"/>
          </a:xfrm>
          <a:prstGeom prst="rect">
            <a:avLst/>
          </a:prstGeom>
          <a:noFill/>
          <a:ln w="9525">
            <a:noFill/>
            <a:miter lim="800000"/>
            <a:headEnd/>
            <a:tailEnd/>
          </a:ln>
          <a:effectLst/>
        </p:spPr>
        <p:txBody>
          <a:bodyPr wrap="none">
            <a:spAutoFit/>
          </a:bodyPr>
          <a:lstStyle/>
          <a:p>
            <a:pPr>
              <a:defRPr/>
            </a:pPr>
            <a:r>
              <a:rPr lang="en-US">
                <a:effectLst>
                  <a:outerShdw blurRad="38100" dist="38100" dir="2700000" algn="tl">
                    <a:srgbClr val="C0C0C0"/>
                  </a:outerShdw>
                </a:effectLst>
                <a:latin typeface="Times" pitchFamily="18" charset="0"/>
              </a:rPr>
              <a:t>8-3   VIRTUAL-CIRCUIT NETWORKS</a:t>
            </a:r>
          </a:p>
        </p:txBody>
      </p:sp>
      <p:sp>
        <p:nvSpPr>
          <p:cNvPr id="24581" name="Text Box 4">
            <a:extLst>
              <a:ext uri="{FF2B5EF4-FFF2-40B4-BE49-F238E27FC236}">
                <a16:creationId xmlns:a16="http://schemas.microsoft.com/office/drawing/2014/main" id="{0E0C866C-F799-A409-0C48-DB361E4A3987}"/>
              </a:ext>
            </a:extLst>
          </p:cNvPr>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th-TH" altLang="th-TH" sz="1800">
              <a:latin typeface="Times New Roman" panose="02020603050405020304" pitchFamily="18" charset="0"/>
            </a:endParaRPr>
          </a:p>
        </p:txBody>
      </p:sp>
      <p:sp>
        <p:nvSpPr>
          <p:cNvPr id="858117" name="Rectangle 5">
            <a:extLst>
              <a:ext uri="{FF2B5EF4-FFF2-40B4-BE49-F238E27FC236}">
                <a16:creationId xmlns:a16="http://schemas.microsoft.com/office/drawing/2014/main" id="{1EAE0E2B-0E8C-B178-CAFA-D2130E914A71}"/>
              </a:ext>
            </a:extLst>
          </p:cNvPr>
          <p:cNvSpPr>
            <a:spLocks noChangeArrowheads="1"/>
          </p:cNvSpPr>
          <p:nvPr/>
        </p:nvSpPr>
        <p:spPr bwMode="auto">
          <a:xfrm>
            <a:off x="304800" y="1674813"/>
            <a:ext cx="8229600" cy="1373187"/>
          </a:xfrm>
          <a:prstGeom prst="rect">
            <a:avLst/>
          </a:prstGeom>
          <a:noFill/>
          <a:ln w="9525">
            <a:noFill/>
            <a:miter lim="800000"/>
            <a:headEnd/>
            <a:tailEnd/>
          </a:ln>
          <a:effectLst/>
        </p:spPr>
        <p:txBody>
          <a:bodyPr anchor="ctr">
            <a:spAutoFit/>
          </a:bodyPr>
          <a:lstStyle/>
          <a:p>
            <a:pPr algn="just" eaLnBrk="1" hangingPunct="1">
              <a:defRPr/>
            </a:pPr>
            <a:r>
              <a:rPr lang="en-US" sz="2800" i="1">
                <a:effectLst>
                  <a:outerShdw blurRad="38100" dist="38100" dir="2700000" algn="tl">
                    <a:srgbClr val="C0C0C0"/>
                  </a:outerShdw>
                </a:effectLst>
                <a:latin typeface="Times New Roman" pitchFamily="18" charset="0"/>
              </a:rPr>
              <a:t>A virtual-circuit network is a cross between a circuit-switched network and a datagram network. It has some characteristics of both.</a:t>
            </a:r>
          </a:p>
        </p:txBody>
      </p:sp>
      <p:sp>
        <p:nvSpPr>
          <p:cNvPr id="24583" name="Rectangle 6">
            <a:extLst>
              <a:ext uri="{FF2B5EF4-FFF2-40B4-BE49-F238E27FC236}">
                <a16:creationId xmlns:a16="http://schemas.microsoft.com/office/drawing/2014/main" id="{78D299A5-B0BC-D24C-3E99-13D1BCE6A259}"/>
              </a:ext>
            </a:extLst>
          </p:cNvPr>
          <p:cNvSpPr>
            <a:spLocks noChangeArrowheads="1"/>
          </p:cNvSpPr>
          <p:nvPr/>
        </p:nvSpPr>
        <p:spPr bwMode="auto">
          <a:xfrm>
            <a:off x="152400" y="4210050"/>
            <a:ext cx="7696200"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buClr>
                <a:schemeClr val="tx1"/>
              </a:buClr>
              <a:buSzPct val="117000"/>
              <a:buFont typeface="Wingdings" pitchFamily="2" charset="2"/>
              <a:buNone/>
            </a:pPr>
            <a:r>
              <a:rPr lang="en-US" altLang="th-TH" sz="2400">
                <a:solidFill>
                  <a:srgbClr val="0033CC"/>
                </a:solidFill>
                <a:latin typeface="Times New Roman" panose="02020603050405020304" pitchFamily="18" charset="0"/>
              </a:rPr>
              <a:t>Addressing</a:t>
            </a:r>
            <a:br>
              <a:rPr lang="fr-FR" altLang="th-TH" sz="2400">
                <a:solidFill>
                  <a:srgbClr val="0033CC"/>
                </a:solidFill>
                <a:latin typeface="Times New Roman" panose="02020603050405020304" pitchFamily="18" charset="0"/>
              </a:rPr>
            </a:br>
            <a:r>
              <a:rPr lang="fr-FR" altLang="th-TH" sz="2400">
                <a:solidFill>
                  <a:srgbClr val="0033CC"/>
                </a:solidFill>
                <a:latin typeface="Times New Roman" panose="02020603050405020304" pitchFamily="18" charset="0"/>
              </a:rPr>
              <a:t>Three Phases</a:t>
            </a:r>
          </a:p>
          <a:p>
            <a:pPr>
              <a:buClr>
                <a:schemeClr val="tx1"/>
              </a:buClr>
              <a:buSzPct val="117000"/>
              <a:buFont typeface="Wingdings" pitchFamily="2" charset="2"/>
              <a:buNone/>
            </a:pPr>
            <a:r>
              <a:rPr lang="fr-FR" altLang="th-TH" sz="2400">
                <a:solidFill>
                  <a:srgbClr val="0033CC"/>
                </a:solidFill>
                <a:latin typeface="Times New Roman" panose="02020603050405020304" pitchFamily="18" charset="0"/>
              </a:rPr>
              <a:t>Efficiency</a:t>
            </a:r>
            <a:br>
              <a:rPr lang="fr-FR" altLang="th-TH" sz="2400">
                <a:solidFill>
                  <a:srgbClr val="0033CC"/>
                </a:solidFill>
                <a:latin typeface="Times New Roman" panose="02020603050405020304" pitchFamily="18" charset="0"/>
              </a:rPr>
            </a:br>
            <a:r>
              <a:rPr lang="fr-FR" altLang="th-TH" sz="2400">
                <a:solidFill>
                  <a:srgbClr val="0033CC"/>
                </a:solidFill>
                <a:latin typeface="Times New Roman" panose="02020603050405020304" pitchFamily="18" charset="0"/>
              </a:rPr>
              <a:t>Delay</a:t>
            </a:r>
          </a:p>
          <a:p>
            <a:pPr>
              <a:buClr>
                <a:schemeClr val="tx1"/>
              </a:buClr>
              <a:buSzPct val="117000"/>
              <a:buFont typeface="Wingdings" pitchFamily="2" charset="2"/>
              <a:buNone/>
            </a:pPr>
            <a:r>
              <a:rPr lang="en-US" altLang="th-TH" sz="2400">
                <a:solidFill>
                  <a:srgbClr val="0033CC"/>
                </a:solidFill>
                <a:latin typeface="Times New Roman" panose="02020603050405020304" pitchFamily="18" charset="0"/>
              </a:rPr>
              <a:t>Circuit-Switched Technology in WANs</a:t>
            </a:r>
          </a:p>
        </p:txBody>
      </p:sp>
      <p:sp>
        <p:nvSpPr>
          <p:cNvPr id="858119" name="Text Box 7">
            <a:extLst>
              <a:ext uri="{FF2B5EF4-FFF2-40B4-BE49-F238E27FC236}">
                <a16:creationId xmlns:a16="http://schemas.microsoft.com/office/drawing/2014/main" id="{1828F598-E35E-9388-DE81-F60D87A7B052}"/>
              </a:ext>
            </a:extLst>
          </p:cNvPr>
          <p:cNvSpPr txBox="1">
            <a:spLocks noChangeArrowheads="1"/>
          </p:cNvSpPr>
          <p:nvPr/>
        </p:nvSpPr>
        <p:spPr bwMode="auto">
          <a:xfrm>
            <a:off x="165100" y="3733800"/>
            <a:ext cx="4862513" cy="519113"/>
          </a:xfrm>
          <a:prstGeom prst="rect">
            <a:avLst/>
          </a:prstGeom>
          <a:noFill/>
          <a:ln w="76200" algn="ctr">
            <a:noFill/>
            <a:miter lim="800000"/>
            <a:headEnd/>
            <a:tailEnd/>
          </a:ln>
          <a:effectLst/>
        </p:spPr>
        <p:txBody>
          <a:bodyPr wrap="none">
            <a:spAutoFit/>
          </a:bodyPr>
          <a:lstStyle/>
          <a:p>
            <a:pPr algn="ctr">
              <a:defRPr/>
            </a:pPr>
            <a:r>
              <a:rPr lang="en-US" sz="2800" i="1" u="sng">
                <a:solidFill>
                  <a:schemeClr val="hlink"/>
                </a:solidFill>
                <a:effectLst>
                  <a:outerShdw blurRad="38100" dist="38100" dir="2700000" algn="tl">
                    <a:srgbClr val="C0C0C0"/>
                  </a:outerShdw>
                </a:effectLst>
                <a:latin typeface="Times New Roman" pitchFamily="18" charset="0"/>
              </a:rPr>
              <a:t>Topics discussed in this section: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ตัวยึดหมายเลขภาพนิ่ง 1">
            <a:extLst>
              <a:ext uri="{FF2B5EF4-FFF2-40B4-BE49-F238E27FC236}">
                <a16:creationId xmlns:a16="http://schemas.microsoft.com/office/drawing/2014/main" id="{E6578A56-FCFB-7BCE-F7F7-47ECA9D3E8C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8.</a:t>
            </a:r>
            <a:fld id="{0B3B4D0A-8005-024F-BAD3-5D9CAEADFFB6}" type="slidenum">
              <a:rPr lang="en-US" altLang="th-TH" sz="2000">
                <a:solidFill>
                  <a:schemeClr val="bg2"/>
                </a:solidFill>
              </a:rPr>
              <a:pPr/>
              <a:t>23</a:t>
            </a:fld>
            <a:endParaRPr lang="en-US" altLang="th-TH" sz="2000">
              <a:solidFill>
                <a:schemeClr val="bg2"/>
              </a:solidFill>
            </a:endParaRPr>
          </a:p>
        </p:txBody>
      </p:sp>
      <p:sp>
        <p:nvSpPr>
          <p:cNvPr id="25603" name="Line 2">
            <a:extLst>
              <a:ext uri="{FF2B5EF4-FFF2-40B4-BE49-F238E27FC236}">
                <a16:creationId xmlns:a16="http://schemas.microsoft.com/office/drawing/2014/main" id="{3EE03E36-E98F-0946-8CF7-6B60318DA429}"/>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25604" name="Line 3">
            <a:extLst>
              <a:ext uri="{FF2B5EF4-FFF2-40B4-BE49-F238E27FC236}">
                <a16:creationId xmlns:a16="http://schemas.microsoft.com/office/drawing/2014/main" id="{712827FE-D2BC-8B62-C399-B0791F7CBD0C}"/>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25605" name="Text Box 4">
            <a:extLst>
              <a:ext uri="{FF2B5EF4-FFF2-40B4-BE49-F238E27FC236}">
                <a16:creationId xmlns:a16="http://schemas.microsoft.com/office/drawing/2014/main" id="{2A0FF3FB-31BE-CB8C-DA3D-BEDB4B3213F9}"/>
              </a:ext>
            </a:extLst>
          </p:cNvPr>
          <p:cNvSpPr txBox="1">
            <a:spLocks noChangeArrowheads="1"/>
          </p:cNvSpPr>
          <p:nvPr/>
        </p:nvSpPr>
        <p:spPr bwMode="auto">
          <a:xfrm>
            <a:off x="304800" y="381000"/>
            <a:ext cx="4222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400">
                <a:solidFill>
                  <a:schemeClr val="folHlink"/>
                </a:solidFill>
                <a:latin typeface="Times New Roman" panose="02020603050405020304" pitchFamily="18" charset="0"/>
              </a:rPr>
              <a:t>Figure 8.10  </a:t>
            </a:r>
            <a:r>
              <a:rPr lang="en-US" altLang="th-TH" sz="2000" i="1">
                <a:latin typeface="Times New Roman" panose="02020603050405020304" pitchFamily="18" charset="0"/>
              </a:rPr>
              <a:t>Virtual-circuit network</a:t>
            </a:r>
          </a:p>
        </p:txBody>
      </p:sp>
      <p:sp>
        <p:nvSpPr>
          <p:cNvPr id="25606" name="Line 5">
            <a:extLst>
              <a:ext uri="{FF2B5EF4-FFF2-40B4-BE49-F238E27FC236}">
                <a16:creationId xmlns:a16="http://schemas.microsoft.com/office/drawing/2014/main" id="{C1283F83-D59B-85F4-0AC9-3B956240BB5E}"/>
              </a:ext>
            </a:extLst>
          </p:cNvPr>
          <p:cNvSpPr>
            <a:spLocks noChangeShapeType="1"/>
          </p:cNvSpPr>
          <p:nvPr/>
        </p:nvSpPr>
        <p:spPr bwMode="auto">
          <a:xfrm>
            <a:off x="152400" y="6324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pic>
        <p:nvPicPr>
          <p:cNvPr id="25607" name="Picture 6">
            <a:extLst>
              <a:ext uri="{FF2B5EF4-FFF2-40B4-BE49-F238E27FC236}">
                <a16:creationId xmlns:a16="http://schemas.microsoft.com/office/drawing/2014/main" id="{8E732F9C-1DC5-8CE3-C13E-C829B814C0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863" y="1812925"/>
            <a:ext cx="8262937" cy="382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ตัวยึดหมายเลขภาพนิ่ง 1">
            <a:extLst>
              <a:ext uri="{FF2B5EF4-FFF2-40B4-BE49-F238E27FC236}">
                <a16:creationId xmlns:a16="http://schemas.microsoft.com/office/drawing/2014/main" id="{0CCA5B09-2AD5-B019-BA62-CD8F1A282DD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8.</a:t>
            </a:r>
            <a:fld id="{F740EC81-025E-D941-9A85-57E46D36737A}" type="slidenum">
              <a:rPr lang="en-US" altLang="th-TH" sz="2000">
                <a:solidFill>
                  <a:schemeClr val="bg2"/>
                </a:solidFill>
              </a:rPr>
              <a:pPr/>
              <a:t>24</a:t>
            </a:fld>
            <a:endParaRPr lang="en-US" altLang="th-TH" sz="2000">
              <a:solidFill>
                <a:schemeClr val="bg2"/>
              </a:solidFill>
            </a:endParaRPr>
          </a:p>
        </p:txBody>
      </p:sp>
      <p:sp>
        <p:nvSpPr>
          <p:cNvPr id="26627" name="Line 2">
            <a:extLst>
              <a:ext uri="{FF2B5EF4-FFF2-40B4-BE49-F238E27FC236}">
                <a16:creationId xmlns:a16="http://schemas.microsoft.com/office/drawing/2014/main" id="{BF161427-7C0B-366A-7EC6-857769975C3F}"/>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26628" name="Line 3">
            <a:extLst>
              <a:ext uri="{FF2B5EF4-FFF2-40B4-BE49-F238E27FC236}">
                <a16:creationId xmlns:a16="http://schemas.microsoft.com/office/drawing/2014/main" id="{2C59F72C-80AE-75E5-CBB6-80C0694EA11E}"/>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26629" name="Text Box 4">
            <a:extLst>
              <a:ext uri="{FF2B5EF4-FFF2-40B4-BE49-F238E27FC236}">
                <a16:creationId xmlns:a16="http://schemas.microsoft.com/office/drawing/2014/main" id="{125AA400-FBC6-55E0-EB17-FED96209C9BF}"/>
              </a:ext>
            </a:extLst>
          </p:cNvPr>
          <p:cNvSpPr txBox="1">
            <a:spLocks noChangeArrowheads="1"/>
          </p:cNvSpPr>
          <p:nvPr/>
        </p:nvSpPr>
        <p:spPr bwMode="auto">
          <a:xfrm>
            <a:off x="304800" y="381000"/>
            <a:ext cx="4332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400">
                <a:solidFill>
                  <a:schemeClr val="folHlink"/>
                </a:solidFill>
                <a:latin typeface="Times New Roman" panose="02020603050405020304" pitchFamily="18" charset="0"/>
              </a:rPr>
              <a:t>Figure 8.11  </a:t>
            </a:r>
            <a:r>
              <a:rPr lang="en-US" altLang="th-TH" sz="2000" i="1">
                <a:latin typeface="Times New Roman" panose="02020603050405020304" pitchFamily="18" charset="0"/>
              </a:rPr>
              <a:t>Virtual-circuit identifier</a:t>
            </a:r>
          </a:p>
        </p:txBody>
      </p:sp>
      <p:sp>
        <p:nvSpPr>
          <p:cNvPr id="26630" name="Line 5">
            <a:extLst>
              <a:ext uri="{FF2B5EF4-FFF2-40B4-BE49-F238E27FC236}">
                <a16:creationId xmlns:a16="http://schemas.microsoft.com/office/drawing/2014/main" id="{805CA9C8-567C-8D8D-6DD3-33FC0FEB47A7}"/>
              </a:ext>
            </a:extLst>
          </p:cNvPr>
          <p:cNvSpPr>
            <a:spLocks noChangeShapeType="1"/>
          </p:cNvSpPr>
          <p:nvPr/>
        </p:nvSpPr>
        <p:spPr bwMode="auto">
          <a:xfrm>
            <a:off x="152400" y="6324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pic>
        <p:nvPicPr>
          <p:cNvPr id="26631" name="Picture 7">
            <a:extLst>
              <a:ext uri="{FF2B5EF4-FFF2-40B4-BE49-F238E27FC236}">
                <a16:creationId xmlns:a16="http://schemas.microsoft.com/office/drawing/2014/main" id="{E16EE109-F6E8-EAAD-E382-18F3966796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438400"/>
            <a:ext cx="7496175" cy="202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ตัวยึดหมายเลขภาพนิ่ง 1">
            <a:extLst>
              <a:ext uri="{FF2B5EF4-FFF2-40B4-BE49-F238E27FC236}">
                <a16:creationId xmlns:a16="http://schemas.microsoft.com/office/drawing/2014/main" id="{12DB3D10-9CA6-EEB6-20E1-77E6AA206AB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8.</a:t>
            </a:r>
            <a:fld id="{45C45CE4-F445-8C4A-AA3F-EF58F90766AD}" type="slidenum">
              <a:rPr lang="en-US" altLang="th-TH" sz="2000">
                <a:solidFill>
                  <a:schemeClr val="bg2"/>
                </a:solidFill>
              </a:rPr>
              <a:pPr/>
              <a:t>25</a:t>
            </a:fld>
            <a:endParaRPr lang="en-US" altLang="th-TH" sz="2000">
              <a:solidFill>
                <a:schemeClr val="bg2"/>
              </a:solidFill>
            </a:endParaRPr>
          </a:p>
        </p:txBody>
      </p:sp>
      <p:sp>
        <p:nvSpPr>
          <p:cNvPr id="27651" name="Line 2">
            <a:extLst>
              <a:ext uri="{FF2B5EF4-FFF2-40B4-BE49-F238E27FC236}">
                <a16:creationId xmlns:a16="http://schemas.microsoft.com/office/drawing/2014/main" id="{5ED50CE6-D1B1-7EDF-C9C9-000C843FDE1B}"/>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27652" name="Line 3">
            <a:extLst>
              <a:ext uri="{FF2B5EF4-FFF2-40B4-BE49-F238E27FC236}">
                <a16:creationId xmlns:a16="http://schemas.microsoft.com/office/drawing/2014/main" id="{F17A0C19-CEE2-D2BB-5523-DF4270889835}"/>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27653" name="Text Box 4">
            <a:extLst>
              <a:ext uri="{FF2B5EF4-FFF2-40B4-BE49-F238E27FC236}">
                <a16:creationId xmlns:a16="http://schemas.microsoft.com/office/drawing/2014/main" id="{3FBFC33C-BC52-6912-0246-D942FF949F86}"/>
              </a:ext>
            </a:extLst>
          </p:cNvPr>
          <p:cNvSpPr txBox="1">
            <a:spLocks noChangeArrowheads="1"/>
          </p:cNvSpPr>
          <p:nvPr/>
        </p:nvSpPr>
        <p:spPr bwMode="auto">
          <a:xfrm>
            <a:off x="304800" y="381000"/>
            <a:ext cx="6526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400">
                <a:solidFill>
                  <a:schemeClr val="folHlink"/>
                </a:solidFill>
                <a:latin typeface="Times New Roman" panose="02020603050405020304" pitchFamily="18" charset="0"/>
              </a:rPr>
              <a:t>Figure 8.12  </a:t>
            </a:r>
            <a:r>
              <a:rPr lang="en-US" altLang="th-TH" sz="2000" i="1">
                <a:latin typeface="Times New Roman" panose="02020603050405020304" pitchFamily="18" charset="0"/>
              </a:rPr>
              <a:t>Switch and tables in a virtual-circuit network</a:t>
            </a:r>
          </a:p>
        </p:txBody>
      </p:sp>
      <p:sp>
        <p:nvSpPr>
          <p:cNvPr id="27654" name="Line 5">
            <a:extLst>
              <a:ext uri="{FF2B5EF4-FFF2-40B4-BE49-F238E27FC236}">
                <a16:creationId xmlns:a16="http://schemas.microsoft.com/office/drawing/2014/main" id="{5742C2F9-8B56-F485-A999-2CCAFA1237DC}"/>
              </a:ext>
            </a:extLst>
          </p:cNvPr>
          <p:cNvSpPr>
            <a:spLocks noChangeShapeType="1"/>
          </p:cNvSpPr>
          <p:nvPr/>
        </p:nvSpPr>
        <p:spPr bwMode="auto">
          <a:xfrm>
            <a:off x="152400" y="6324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pic>
        <p:nvPicPr>
          <p:cNvPr id="27655" name="Picture 6">
            <a:extLst>
              <a:ext uri="{FF2B5EF4-FFF2-40B4-BE49-F238E27FC236}">
                <a16:creationId xmlns:a16="http://schemas.microsoft.com/office/drawing/2014/main" id="{A589BD6F-CFBC-1D67-010D-647B64602A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196975"/>
            <a:ext cx="7404100" cy="505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ตัวยึดหมายเลขภาพนิ่ง 1">
            <a:extLst>
              <a:ext uri="{FF2B5EF4-FFF2-40B4-BE49-F238E27FC236}">
                <a16:creationId xmlns:a16="http://schemas.microsoft.com/office/drawing/2014/main" id="{1EE0D5A3-A8D7-35B5-0802-14314FE436A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8.</a:t>
            </a:r>
            <a:fld id="{72E5AC87-1B8F-9240-B949-A341F2037697}" type="slidenum">
              <a:rPr lang="en-US" altLang="th-TH" sz="2000">
                <a:solidFill>
                  <a:schemeClr val="bg2"/>
                </a:solidFill>
              </a:rPr>
              <a:pPr/>
              <a:t>26</a:t>
            </a:fld>
            <a:endParaRPr lang="en-US" altLang="th-TH" sz="2000">
              <a:solidFill>
                <a:schemeClr val="bg2"/>
              </a:solidFill>
            </a:endParaRPr>
          </a:p>
        </p:txBody>
      </p:sp>
      <p:sp>
        <p:nvSpPr>
          <p:cNvPr id="28675" name="Line 2">
            <a:extLst>
              <a:ext uri="{FF2B5EF4-FFF2-40B4-BE49-F238E27FC236}">
                <a16:creationId xmlns:a16="http://schemas.microsoft.com/office/drawing/2014/main" id="{1ABCA921-413D-96EC-F615-591E6AFA0A7D}"/>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28676" name="Line 3">
            <a:extLst>
              <a:ext uri="{FF2B5EF4-FFF2-40B4-BE49-F238E27FC236}">
                <a16:creationId xmlns:a16="http://schemas.microsoft.com/office/drawing/2014/main" id="{87CE3582-1FA8-723C-5B6C-61325F907CC6}"/>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28677" name="Text Box 4">
            <a:extLst>
              <a:ext uri="{FF2B5EF4-FFF2-40B4-BE49-F238E27FC236}">
                <a16:creationId xmlns:a16="http://schemas.microsoft.com/office/drawing/2014/main" id="{430B3E5B-B37B-162D-7883-4A14F107C36D}"/>
              </a:ext>
            </a:extLst>
          </p:cNvPr>
          <p:cNvSpPr txBox="1">
            <a:spLocks noChangeArrowheads="1"/>
          </p:cNvSpPr>
          <p:nvPr/>
        </p:nvSpPr>
        <p:spPr bwMode="auto">
          <a:xfrm>
            <a:off x="304800" y="381000"/>
            <a:ext cx="8355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400">
                <a:solidFill>
                  <a:schemeClr val="folHlink"/>
                </a:solidFill>
                <a:latin typeface="Times New Roman" panose="02020603050405020304" pitchFamily="18" charset="0"/>
              </a:rPr>
              <a:t>Figure 8.13  </a:t>
            </a:r>
            <a:r>
              <a:rPr lang="en-US" altLang="th-TH" sz="2000" i="1">
                <a:latin typeface="Times New Roman" panose="02020603050405020304" pitchFamily="18" charset="0"/>
              </a:rPr>
              <a:t>Source-to-destination data transfer in a virtual-circuit network</a:t>
            </a:r>
          </a:p>
        </p:txBody>
      </p:sp>
      <p:sp>
        <p:nvSpPr>
          <p:cNvPr id="28678" name="Line 5">
            <a:extLst>
              <a:ext uri="{FF2B5EF4-FFF2-40B4-BE49-F238E27FC236}">
                <a16:creationId xmlns:a16="http://schemas.microsoft.com/office/drawing/2014/main" id="{D748A32F-A26F-891F-2BEC-5690C0F57008}"/>
              </a:ext>
            </a:extLst>
          </p:cNvPr>
          <p:cNvSpPr>
            <a:spLocks noChangeShapeType="1"/>
          </p:cNvSpPr>
          <p:nvPr/>
        </p:nvSpPr>
        <p:spPr bwMode="auto">
          <a:xfrm>
            <a:off x="152400" y="64008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pic>
        <p:nvPicPr>
          <p:cNvPr id="28679" name="Picture 9">
            <a:extLst>
              <a:ext uri="{FF2B5EF4-FFF2-40B4-BE49-F238E27FC236}">
                <a16:creationId xmlns:a16="http://schemas.microsoft.com/office/drawing/2014/main" id="{586BD82A-3870-DCDA-90C0-7F24EB6418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8363" y="1211263"/>
            <a:ext cx="7513637" cy="5037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ตัวยึดหมายเลขภาพนิ่ง 1">
            <a:extLst>
              <a:ext uri="{FF2B5EF4-FFF2-40B4-BE49-F238E27FC236}">
                <a16:creationId xmlns:a16="http://schemas.microsoft.com/office/drawing/2014/main" id="{D53F07A8-E677-7C65-CC30-59D4171E741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8.</a:t>
            </a:r>
            <a:fld id="{74C018B8-A92B-294B-A462-B6F764BEB3F7}" type="slidenum">
              <a:rPr lang="en-US" altLang="th-TH" sz="2000">
                <a:solidFill>
                  <a:schemeClr val="bg2"/>
                </a:solidFill>
              </a:rPr>
              <a:pPr/>
              <a:t>27</a:t>
            </a:fld>
            <a:endParaRPr lang="en-US" altLang="th-TH" sz="2000">
              <a:solidFill>
                <a:schemeClr val="bg2"/>
              </a:solidFill>
            </a:endParaRPr>
          </a:p>
        </p:txBody>
      </p:sp>
      <p:sp>
        <p:nvSpPr>
          <p:cNvPr id="29699" name="Line 2">
            <a:extLst>
              <a:ext uri="{FF2B5EF4-FFF2-40B4-BE49-F238E27FC236}">
                <a16:creationId xmlns:a16="http://schemas.microsoft.com/office/drawing/2014/main" id="{E3AA07BD-503B-050E-0C2A-B15A9252CFEF}"/>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29700" name="Line 3">
            <a:extLst>
              <a:ext uri="{FF2B5EF4-FFF2-40B4-BE49-F238E27FC236}">
                <a16:creationId xmlns:a16="http://schemas.microsoft.com/office/drawing/2014/main" id="{1331E594-7856-AF34-7299-BB713D0AF078}"/>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29701" name="Text Box 4">
            <a:extLst>
              <a:ext uri="{FF2B5EF4-FFF2-40B4-BE49-F238E27FC236}">
                <a16:creationId xmlns:a16="http://schemas.microsoft.com/office/drawing/2014/main" id="{A86F17CE-CD4B-C594-18D4-24FDB3ED2020}"/>
              </a:ext>
            </a:extLst>
          </p:cNvPr>
          <p:cNvSpPr txBox="1">
            <a:spLocks noChangeArrowheads="1"/>
          </p:cNvSpPr>
          <p:nvPr/>
        </p:nvSpPr>
        <p:spPr bwMode="auto">
          <a:xfrm>
            <a:off x="304800" y="381000"/>
            <a:ext cx="61102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400">
                <a:solidFill>
                  <a:schemeClr val="folHlink"/>
                </a:solidFill>
                <a:latin typeface="Times New Roman" panose="02020603050405020304" pitchFamily="18" charset="0"/>
              </a:rPr>
              <a:t>Figure 8.14  </a:t>
            </a:r>
            <a:r>
              <a:rPr lang="en-US" altLang="th-TH" sz="2000" i="1">
                <a:latin typeface="Times New Roman" panose="02020603050405020304" pitchFamily="18" charset="0"/>
              </a:rPr>
              <a:t>Setup request in a virtual-circuit network</a:t>
            </a:r>
          </a:p>
        </p:txBody>
      </p:sp>
      <p:sp>
        <p:nvSpPr>
          <p:cNvPr id="29702" name="Line 5">
            <a:extLst>
              <a:ext uri="{FF2B5EF4-FFF2-40B4-BE49-F238E27FC236}">
                <a16:creationId xmlns:a16="http://schemas.microsoft.com/office/drawing/2014/main" id="{2CD2313F-BCAD-46B6-7F36-17C4DA1B39B2}"/>
              </a:ext>
            </a:extLst>
          </p:cNvPr>
          <p:cNvSpPr>
            <a:spLocks noChangeShapeType="1"/>
          </p:cNvSpPr>
          <p:nvPr/>
        </p:nvSpPr>
        <p:spPr bwMode="auto">
          <a:xfrm>
            <a:off x="152400" y="64008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pic>
        <p:nvPicPr>
          <p:cNvPr id="29703" name="Picture 6">
            <a:extLst>
              <a:ext uri="{FF2B5EF4-FFF2-40B4-BE49-F238E27FC236}">
                <a16:creationId xmlns:a16="http://schemas.microsoft.com/office/drawing/2014/main" id="{F210F9AA-E6B6-DD65-7068-8A03999BC6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647825"/>
            <a:ext cx="7696200" cy="391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ตัวยึดหมายเลขภาพนิ่ง 1">
            <a:extLst>
              <a:ext uri="{FF2B5EF4-FFF2-40B4-BE49-F238E27FC236}">
                <a16:creationId xmlns:a16="http://schemas.microsoft.com/office/drawing/2014/main" id="{C32A5CB1-52F5-6290-9F97-EB4717EE6D3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8.</a:t>
            </a:r>
            <a:fld id="{A6618428-3BB1-084A-B1E0-3653A08A5B29}" type="slidenum">
              <a:rPr lang="en-US" altLang="th-TH" sz="2000">
                <a:solidFill>
                  <a:schemeClr val="bg2"/>
                </a:solidFill>
              </a:rPr>
              <a:pPr/>
              <a:t>28</a:t>
            </a:fld>
            <a:endParaRPr lang="en-US" altLang="th-TH" sz="2000">
              <a:solidFill>
                <a:schemeClr val="bg2"/>
              </a:solidFill>
            </a:endParaRPr>
          </a:p>
        </p:txBody>
      </p:sp>
      <p:sp>
        <p:nvSpPr>
          <p:cNvPr id="30723" name="Line 2">
            <a:extLst>
              <a:ext uri="{FF2B5EF4-FFF2-40B4-BE49-F238E27FC236}">
                <a16:creationId xmlns:a16="http://schemas.microsoft.com/office/drawing/2014/main" id="{76F68822-5156-B1CD-8B76-20CA1CD3FC70}"/>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30724" name="Line 3">
            <a:extLst>
              <a:ext uri="{FF2B5EF4-FFF2-40B4-BE49-F238E27FC236}">
                <a16:creationId xmlns:a16="http://schemas.microsoft.com/office/drawing/2014/main" id="{76A08525-025B-9B59-101F-BD52ABBA87CA}"/>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30725" name="Text Box 4">
            <a:extLst>
              <a:ext uri="{FF2B5EF4-FFF2-40B4-BE49-F238E27FC236}">
                <a16:creationId xmlns:a16="http://schemas.microsoft.com/office/drawing/2014/main" id="{4D329516-1CAD-661D-D075-DFD6907622C1}"/>
              </a:ext>
            </a:extLst>
          </p:cNvPr>
          <p:cNvSpPr txBox="1">
            <a:spLocks noChangeArrowheads="1"/>
          </p:cNvSpPr>
          <p:nvPr/>
        </p:nvSpPr>
        <p:spPr bwMode="auto">
          <a:xfrm>
            <a:off x="304800" y="381000"/>
            <a:ext cx="711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400">
                <a:solidFill>
                  <a:schemeClr val="folHlink"/>
                </a:solidFill>
                <a:latin typeface="Times New Roman" panose="02020603050405020304" pitchFamily="18" charset="0"/>
              </a:rPr>
              <a:t>Figure 8.15  </a:t>
            </a:r>
            <a:r>
              <a:rPr lang="en-US" altLang="th-TH" sz="2000" i="1">
                <a:latin typeface="Times New Roman" panose="02020603050405020304" pitchFamily="18" charset="0"/>
              </a:rPr>
              <a:t>Setup acknowledgment in a virtual-circuit network</a:t>
            </a:r>
          </a:p>
        </p:txBody>
      </p:sp>
      <p:sp>
        <p:nvSpPr>
          <p:cNvPr id="30726" name="Line 5">
            <a:extLst>
              <a:ext uri="{FF2B5EF4-FFF2-40B4-BE49-F238E27FC236}">
                <a16:creationId xmlns:a16="http://schemas.microsoft.com/office/drawing/2014/main" id="{E52F934B-461E-652F-D0D6-D959B9016E2E}"/>
              </a:ext>
            </a:extLst>
          </p:cNvPr>
          <p:cNvSpPr>
            <a:spLocks noChangeShapeType="1"/>
          </p:cNvSpPr>
          <p:nvPr/>
        </p:nvSpPr>
        <p:spPr bwMode="auto">
          <a:xfrm>
            <a:off x="152400" y="64008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pic>
        <p:nvPicPr>
          <p:cNvPr id="30727" name="Picture 6">
            <a:extLst>
              <a:ext uri="{FF2B5EF4-FFF2-40B4-BE49-F238E27FC236}">
                <a16:creationId xmlns:a16="http://schemas.microsoft.com/office/drawing/2014/main" id="{1B5AE692-A564-808C-93B5-4B14E7BA5C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263" y="1776413"/>
            <a:ext cx="8034337" cy="3938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ตัวยึดหมายเลขภาพนิ่ง 1">
            <a:extLst>
              <a:ext uri="{FF2B5EF4-FFF2-40B4-BE49-F238E27FC236}">
                <a16:creationId xmlns:a16="http://schemas.microsoft.com/office/drawing/2014/main" id="{4F71F10F-759A-92C6-D9DB-2105E814064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8.</a:t>
            </a:r>
            <a:fld id="{544A46E1-931F-FC40-9D18-2A6D2FE16EBC}" type="slidenum">
              <a:rPr lang="en-US" altLang="th-TH" sz="2000">
                <a:solidFill>
                  <a:schemeClr val="bg2"/>
                </a:solidFill>
              </a:rPr>
              <a:pPr/>
              <a:t>29</a:t>
            </a:fld>
            <a:endParaRPr lang="en-US" altLang="th-TH" sz="2000">
              <a:solidFill>
                <a:schemeClr val="bg2"/>
              </a:solidFill>
            </a:endParaRPr>
          </a:p>
        </p:txBody>
      </p:sp>
      <p:sp>
        <p:nvSpPr>
          <p:cNvPr id="31747" name="Rectangle 2">
            <a:extLst>
              <a:ext uri="{FF2B5EF4-FFF2-40B4-BE49-F238E27FC236}">
                <a16:creationId xmlns:a16="http://schemas.microsoft.com/office/drawing/2014/main" id="{66EA0A48-903C-CAD6-99FD-39735C906217}"/>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1748" name="Rectangle 3">
            <a:extLst>
              <a:ext uri="{FF2B5EF4-FFF2-40B4-BE49-F238E27FC236}">
                <a16:creationId xmlns:a16="http://schemas.microsoft.com/office/drawing/2014/main" id="{14ACA8E1-8ABF-81B0-4322-EFF26E9CA383}"/>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1749" name="Rectangle 4">
            <a:extLst>
              <a:ext uri="{FF2B5EF4-FFF2-40B4-BE49-F238E27FC236}">
                <a16:creationId xmlns:a16="http://schemas.microsoft.com/office/drawing/2014/main" id="{FBA506E4-4CFE-FBCB-2C7E-C8CFC8D58C6F}"/>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1750" name="Rectangle 5">
            <a:extLst>
              <a:ext uri="{FF2B5EF4-FFF2-40B4-BE49-F238E27FC236}">
                <a16:creationId xmlns:a16="http://schemas.microsoft.com/office/drawing/2014/main" id="{78650DF7-F84D-713E-2E1F-2F5E9B64D149}"/>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1751" name="Rectangle 6">
            <a:extLst>
              <a:ext uri="{FF2B5EF4-FFF2-40B4-BE49-F238E27FC236}">
                <a16:creationId xmlns:a16="http://schemas.microsoft.com/office/drawing/2014/main" id="{C999E2DB-81CD-7D80-C21C-E540F0A4D4D7}"/>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1752" name="Rectangle 7">
            <a:extLst>
              <a:ext uri="{FF2B5EF4-FFF2-40B4-BE49-F238E27FC236}">
                <a16:creationId xmlns:a16="http://schemas.microsoft.com/office/drawing/2014/main" id="{C3DC48CB-35DB-356A-DC76-01AA44197335}"/>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1753" name="Rectangle 8">
            <a:extLst>
              <a:ext uri="{FF2B5EF4-FFF2-40B4-BE49-F238E27FC236}">
                <a16:creationId xmlns:a16="http://schemas.microsoft.com/office/drawing/2014/main" id="{CE5DED61-FE31-339B-FE0F-1438646B9A17}"/>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1754" name="Line 9">
            <a:extLst>
              <a:ext uri="{FF2B5EF4-FFF2-40B4-BE49-F238E27FC236}">
                <a16:creationId xmlns:a16="http://schemas.microsoft.com/office/drawing/2014/main" id="{8A3FF45D-E184-65F2-1A0C-5EB8388060E0}"/>
              </a:ext>
            </a:extLst>
          </p:cNvPr>
          <p:cNvSpPr>
            <a:spLocks noChangeShapeType="1"/>
          </p:cNvSpPr>
          <p:nvPr/>
        </p:nvSpPr>
        <p:spPr bwMode="auto">
          <a:xfrm>
            <a:off x="457200" y="2209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31755" name="Line 10">
            <a:extLst>
              <a:ext uri="{FF2B5EF4-FFF2-40B4-BE49-F238E27FC236}">
                <a16:creationId xmlns:a16="http://schemas.microsoft.com/office/drawing/2014/main" id="{516F3E41-7CF2-D5D4-59BB-2090CBE4521D}"/>
              </a:ext>
            </a:extLst>
          </p:cNvPr>
          <p:cNvSpPr>
            <a:spLocks noChangeShapeType="1"/>
          </p:cNvSpPr>
          <p:nvPr/>
        </p:nvSpPr>
        <p:spPr bwMode="auto">
          <a:xfrm>
            <a:off x="458788" y="54102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31756" name="Rectangle 11">
            <a:extLst>
              <a:ext uri="{FF2B5EF4-FFF2-40B4-BE49-F238E27FC236}">
                <a16:creationId xmlns:a16="http://schemas.microsoft.com/office/drawing/2014/main" id="{EA61844A-CBB7-E163-50A0-B95A8C82DBF0}"/>
              </a:ext>
            </a:extLst>
          </p:cNvPr>
          <p:cNvSpPr>
            <a:spLocks noChangeArrowheads="1"/>
          </p:cNvSpPr>
          <p:nvPr/>
        </p:nvSpPr>
        <p:spPr bwMode="auto">
          <a:xfrm>
            <a:off x="495300" y="2301875"/>
            <a:ext cx="8077200" cy="3016250"/>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en-US" altLang="th-TH"/>
              <a:t>In virtual-circuit switching, all packets belonging to the same source and </a:t>
            </a:r>
            <a:br>
              <a:rPr lang="en-US" altLang="th-TH"/>
            </a:br>
            <a:r>
              <a:rPr lang="en-US" altLang="th-TH"/>
              <a:t>destination travel the same path;</a:t>
            </a:r>
          </a:p>
          <a:p>
            <a:pPr algn="ctr"/>
            <a:r>
              <a:rPr lang="en-US" altLang="th-TH"/>
              <a:t>but the packets  may arrive at the destination with different delays </a:t>
            </a:r>
            <a:br>
              <a:rPr lang="en-US" altLang="th-TH"/>
            </a:br>
            <a:r>
              <a:rPr lang="en-US" altLang="th-TH"/>
              <a:t>if resource allocation is on demand.</a:t>
            </a:r>
          </a:p>
        </p:txBody>
      </p:sp>
      <p:grpSp>
        <p:nvGrpSpPr>
          <p:cNvPr id="31757" name="Group 12">
            <a:extLst>
              <a:ext uri="{FF2B5EF4-FFF2-40B4-BE49-F238E27FC236}">
                <a16:creationId xmlns:a16="http://schemas.microsoft.com/office/drawing/2014/main" id="{D09F67FD-1B77-0DDF-A9CB-6A87931696D3}"/>
              </a:ext>
            </a:extLst>
          </p:cNvPr>
          <p:cNvGrpSpPr>
            <a:grpSpLocks/>
          </p:cNvGrpSpPr>
          <p:nvPr/>
        </p:nvGrpSpPr>
        <p:grpSpPr bwMode="auto">
          <a:xfrm>
            <a:off x="457200" y="1524000"/>
            <a:ext cx="1143000" cy="566738"/>
            <a:chOff x="1200" y="1248"/>
            <a:chExt cx="720" cy="357"/>
          </a:xfrm>
        </p:grpSpPr>
        <p:pic>
          <p:nvPicPr>
            <p:cNvPr id="31758" name="Picture 13">
              <a:extLst>
                <a:ext uri="{FF2B5EF4-FFF2-40B4-BE49-F238E27FC236}">
                  <a16:creationId xmlns:a16="http://schemas.microsoft.com/office/drawing/2014/main" id="{41E43F83-BB55-08B3-E8F9-453C5500D2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9" name="Text Box 14">
              <a:extLst>
                <a:ext uri="{FF2B5EF4-FFF2-40B4-BE49-F238E27FC236}">
                  <a16:creationId xmlns:a16="http://schemas.microsoft.com/office/drawing/2014/main" id="{0B4D9877-5A40-0CB3-7062-9CFAA40B2D4B}"/>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800" i="1">
                  <a:solidFill>
                    <a:schemeClr val="hlink"/>
                  </a:solidFill>
                  <a:latin typeface="Times New Roman" panose="02020603050405020304" pitchFamily="18" charset="0"/>
                </a:rPr>
                <a:t>Note</a:t>
              </a: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ตัวยึดหมายเลขภาพนิ่ง 1">
            <a:extLst>
              <a:ext uri="{FF2B5EF4-FFF2-40B4-BE49-F238E27FC236}">
                <a16:creationId xmlns:a16="http://schemas.microsoft.com/office/drawing/2014/main" id="{A98EE9CD-7902-C481-99C0-B660B47D0C4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8.</a:t>
            </a:r>
            <a:fld id="{70148036-BAD4-A54F-BBE6-832F19CF5AAF}" type="slidenum">
              <a:rPr lang="en-US" altLang="th-TH" sz="2000">
                <a:solidFill>
                  <a:schemeClr val="bg2"/>
                </a:solidFill>
              </a:rPr>
              <a:pPr/>
              <a:t>30</a:t>
            </a:fld>
            <a:endParaRPr lang="en-US" altLang="th-TH" sz="2000">
              <a:solidFill>
                <a:schemeClr val="bg2"/>
              </a:solidFill>
            </a:endParaRPr>
          </a:p>
        </p:txBody>
      </p:sp>
      <p:sp>
        <p:nvSpPr>
          <p:cNvPr id="32771" name="Line 2">
            <a:extLst>
              <a:ext uri="{FF2B5EF4-FFF2-40B4-BE49-F238E27FC236}">
                <a16:creationId xmlns:a16="http://schemas.microsoft.com/office/drawing/2014/main" id="{9B6B6BD5-46DE-9BB9-3324-807F5A71CE9E}"/>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32772" name="Line 3">
            <a:extLst>
              <a:ext uri="{FF2B5EF4-FFF2-40B4-BE49-F238E27FC236}">
                <a16:creationId xmlns:a16="http://schemas.microsoft.com/office/drawing/2014/main" id="{FF8303DD-9FDE-F645-0110-E109E4634409}"/>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32773" name="Text Box 4">
            <a:extLst>
              <a:ext uri="{FF2B5EF4-FFF2-40B4-BE49-F238E27FC236}">
                <a16:creationId xmlns:a16="http://schemas.microsoft.com/office/drawing/2014/main" id="{12F1AB70-372F-DE17-EC8D-C4064EE0C826}"/>
              </a:ext>
            </a:extLst>
          </p:cNvPr>
          <p:cNvSpPr txBox="1">
            <a:spLocks noChangeArrowheads="1"/>
          </p:cNvSpPr>
          <p:nvPr/>
        </p:nvSpPr>
        <p:spPr bwMode="auto">
          <a:xfrm>
            <a:off x="304800" y="381000"/>
            <a:ext cx="53006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400">
                <a:solidFill>
                  <a:schemeClr val="folHlink"/>
                </a:solidFill>
                <a:latin typeface="Times New Roman" panose="02020603050405020304" pitchFamily="18" charset="0"/>
              </a:rPr>
              <a:t>Figure 8.16  </a:t>
            </a:r>
            <a:r>
              <a:rPr lang="en-US" altLang="th-TH" sz="2000" i="1">
                <a:latin typeface="Times New Roman" panose="02020603050405020304" pitchFamily="18" charset="0"/>
              </a:rPr>
              <a:t>Delay in a virtual-circuit network</a:t>
            </a:r>
          </a:p>
        </p:txBody>
      </p:sp>
      <p:sp>
        <p:nvSpPr>
          <p:cNvPr id="32774" name="Line 5">
            <a:extLst>
              <a:ext uri="{FF2B5EF4-FFF2-40B4-BE49-F238E27FC236}">
                <a16:creationId xmlns:a16="http://schemas.microsoft.com/office/drawing/2014/main" id="{F1ACBA3F-248C-0410-28BB-4A11A878FA31}"/>
              </a:ext>
            </a:extLst>
          </p:cNvPr>
          <p:cNvSpPr>
            <a:spLocks noChangeShapeType="1"/>
          </p:cNvSpPr>
          <p:nvPr/>
        </p:nvSpPr>
        <p:spPr bwMode="auto">
          <a:xfrm>
            <a:off x="152400" y="64008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pic>
        <p:nvPicPr>
          <p:cNvPr id="32775" name="Picture 6">
            <a:extLst>
              <a:ext uri="{FF2B5EF4-FFF2-40B4-BE49-F238E27FC236}">
                <a16:creationId xmlns:a16="http://schemas.microsoft.com/office/drawing/2014/main" id="{5B00288A-11ED-080C-6886-3754D42D24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738" y="1473200"/>
            <a:ext cx="8729662" cy="431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ตัวยึดหมายเลขภาพนิ่ง 1">
            <a:extLst>
              <a:ext uri="{FF2B5EF4-FFF2-40B4-BE49-F238E27FC236}">
                <a16:creationId xmlns:a16="http://schemas.microsoft.com/office/drawing/2014/main" id="{AD27EB20-E4F1-20B0-2051-9E47864D0D3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8.</a:t>
            </a:r>
            <a:fld id="{13A4B855-AC45-744D-8378-93B08C556F5A}" type="slidenum">
              <a:rPr lang="en-US" altLang="th-TH" sz="2000">
                <a:solidFill>
                  <a:schemeClr val="bg2"/>
                </a:solidFill>
              </a:rPr>
              <a:pPr/>
              <a:t>31</a:t>
            </a:fld>
            <a:endParaRPr lang="en-US" altLang="th-TH" sz="2000">
              <a:solidFill>
                <a:schemeClr val="bg2"/>
              </a:solidFill>
            </a:endParaRPr>
          </a:p>
        </p:txBody>
      </p:sp>
      <p:sp>
        <p:nvSpPr>
          <p:cNvPr id="33795" name="Rectangle 2">
            <a:extLst>
              <a:ext uri="{FF2B5EF4-FFF2-40B4-BE49-F238E27FC236}">
                <a16:creationId xmlns:a16="http://schemas.microsoft.com/office/drawing/2014/main" id="{82823093-817E-D042-1114-3826E7413ADF}"/>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3796" name="Rectangle 3">
            <a:extLst>
              <a:ext uri="{FF2B5EF4-FFF2-40B4-BE49-F238E27FC236}">
                <a16:creationId xmlns:a16="http://schemas.microsoft.com/office/drawing/2014/main" id="{E40A979A-4AD4-D1E8-BD47-6854953C1BD1}"/>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3797" name="Rectangle 4">
            <a:extLst>
              <a:ext uri="{FF2B5EF4-FFF2-40B4-BE49-F238E27FC236}">
                <a16:creationId xmlns:a16="http://schemas.microsoft.com/office/drawing/2014/main" id="{B6CD0F9D-89ED-CFB9-9472-4963E289D32D}"/>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3798" name="Rectangle 5">
            <a:extLst>
              <a:ext uri="{FF2B5EF4-FFF2-40B4-BE49-F238E27FC236}">
                <a16:creationId xmlns:a16="http://schemas.microsoft.com/office/drawing/2014/main" id="{85F87C77-83C1-6DC0-3EDF-CBB3751D3A8F}"/>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3799" name="Rectangle 6">
            <a:extLst>
              <a:ext uri="{FF2B5EF4-FFF2-40B4-BE49-F238E27FC236}">
                <a16:creationId xmlns:a16="http://schemas.microsoft.com/office/drawing/2014/main" id="{BECB6122-3713-70ED-59BB-DCA83B120753}"/>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3800" name="Rectangle 7">
            <a:extLst>
              <a:ext uri="{FF2B5EF4-FFF2-40B4-BE49-F238E27FC236}">
                <a16:creationId xmlns:a16="http://schemas.microsoft.com/office/drawing/2014/main" id="{D9E1AFC9-E501-22A4-AE25-72FAB18A783F}"/>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3801" name="Rectangle 8">
            <a:extLst>
              <a:ext uri="{FF2B5EF4-FFF2-40B4-BE49-F238E27FC236}">
                <a16:creationId xmlns:a16="http://schemas.microsoft.com/office/drawing/2014/main" id="{1E3BA84F-AF12-72D2-505C-364D5AF1AFE2}"/>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3802" name="Line 9">
            <a:extLst>
              <a:ext uri="{FF2B5EF4-FFF2-40B4-BE49-F238E27FC236}">
                <a16:creationId xmlns:a16="http://schemas.microsoft.com/office/drawing/2014/main" id="{6DF9F485-ED7B-AE05-D1A7-82A2A0904C7A}"/>
              </a:ext>
            </a:extLst>
          </p:cNvPr>
          <p:cNvSpPr>
            <a:spLocks noChangeShapeType="1"/>
          </p:cNvSpPr>
          <p:nvPr/>
        </p:nvSpPr>
        <p:spPr bwMode="auto">
          <a:xfrm>
            <a:off x="457200" y="23622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33803" name="Line 10">
            <a:extLst>
              <a:ext uri="{FF2B5EF4-FFF2-40B4-BE49-F238E27FC236}">
                <a16:creationId xmlns:a16="http://schemas.microsoft.com/office/drawing/2014/main" id="{AD7CE4C8-1AAA-2F6B-BB41-19203C73945D}"/>
              </a:ext>
            </a:extLst>
          </p:cNvPr>
          <p:cNvSpPr>
            <a:spLocks noChangeShapeType="1"/>
          </p:cNvSpPr>
          <p:nvPr/>
        </p:nvSpPr>
        <p:spPr bwMode="auto">
          <a:xfrm>
            <a:off x="458788" y="46482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33804" name="Rectangle 11">
            <a:extLst>
              <a:ext uri="{FF2B5EF4-FFF2-40B4-BE49-F238E27FC236}">
                <a16:creationId xmlns:a16="http://schemas.microsoft.com/office/drawing/2014/main" id="{F87B9DF2-E77D-934D-CE91-0442E55D3A53}"/>
              </a:ext>
            </a:extLst>
          </p:cNvPr>
          <p:cNvSpPr>
            <a:spLocks noChangeArrowheads="1"/>
          </p:cNvSpPr>
          <p:nvPr/>
        </p:nvSpPr>
        <p:spPr bwMode="auto">
          <a:xfrm>
            <a:off x="495300" y="2454275"/>
            <a:ext cx="8077200" cy="2041525"/>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en-US" altLang="th-TH"/>
              <a:t>Switching at the data link layer in a switched WAN is normally</a:t>
            </a:r>
          </a:p>
          <a:p>
            <a:pPr algn="ctr"/>
            <a:r>
              <a:rPr lang="en-US" altLang="th-TH"/>
              <a:t>implemented by using </a:t>
            </a:r>
            <a:br>
              <a:rPr lang="en-US" altLang="th-TH"/>
            </a:br>
            <a:r>
              <a:rPr lang="en-US" altLang="th-TH"/>
              <a:t>virtual-circuit techniques.</a:t>
            </a:r>
          </a:p>
        </p:txBody>
      </p:sp>
      <p:grpSp>
        <p:nvGrpSpPr>
          <p:cNvPr id="33805" name="Group 12">
            <a:extLst>
              <a:ext uri="{FF2B5EF4-FFF2-40B4-BE49-F238E27FC236}">
                <a16:creationId xmlns:a16="http://schemas.microsoft.com/office/drawing/2014/main" id="{576312A7-522C-2107-7A72-601F8BA58F54}"/>
              </a:ext>
            </a:extLst>
          </p:cNvPr>
          <p:cNvGrpSpPr>
            <a:grpSpLocks/>
          </p:cNvGrpSpPr>
          <p:nvPr/>
        </p:nvGrpSpPr>
        <p:grpSpPr bwMode="auto">
          <a:xfrm>
            <a:off x="457200" y="1676400"/>
            <a:ext cx="1143000" cy="566738"/>
            <a:chOff x="1200" y="1248"/>
            <a:chExt cx="720" cy="357"/>
          </a:xfrm>
        </p:grpSpPr>
        <p:pic>
          <p:nvPicPr>
            <p:cNvPr id="33806" name="Picture 13">
              <a:extLst>
                <a:ext uri="{FF2B5EF4-FFF2-40B4-BE49-F238E27FC236}">
                  <a16:creationId xmlns:a16="http://schemas.microsoft.com/office/drawing/2014/main" id="{7171973C-7652-D5E7-AD30-1C5A6F6665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807" name="Text Box 14">
              <a:extLst>
                <a:ext uri="{FF2B5EF4-FFF2-40B4-BE49-F238E27FC236}">
                  <a16:creationId xmlns:a16="http://schemas.microsoft.com/office/drawing/2014/main" id="{26F5B159-4662-FDAD-434B-948D89AA07D9}"/>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800" i="1">
                  <a:solidFill>
                    <a:schemeClr val="hlink"/>
                  </a:solidFill>
                  <a:latin typeface="Times New Roman" panose="02020603050405020304" pitchFamily="18" charset="0"/>
                </a:rPr>
                <a:t>Note</a:t>
              </a: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ตัวยึดหมายเลขภาพนิ่ง 1">
            <a:extLst>
              <a:ext uri="{FF2B5EF4-FFF2-40B4-BE49-F238E27FC236}">
                <a16:creationId xmlns:a16="http://schemas.microsoft.com/office/drawing/2014/main" id="{2FF9D3A1-6ED7-0FD9-0E89-80984E102E5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8.</a:t>
            </a:r>
            <a:fld id="{25CAB6F6-DBFD-104B-8AD2-CBD56D7608B5}" type="slidenum">
              <a:rPr lang="en-US" altLang="th-TH" sz="2000">
                <a:solidFill>
                  <a:schemeClr val="bg2"/>
                </a:solidFill>
              </a:rPr>
              <a:pPr/>
              <a:t>32</a:t>
            </a:fld>
            <a:endParaRPr lang="en-US" altLang="th-TH" sz="2000">
              <a:solidFill>
                <a:schemeClr val="bg2"/>
              </a:solidFill>
            </a:endParaRPr>
          </a:p>
        </p:txBody>
      </p:sp>
      <p:sp>
        <p:nvSpPr>
          <p:cNvPr id="859138" name="Rectangle 2">
            <a:extLst>
              <a:ext uri="{FF2B5EF4-FFF2-40B4-BE49-F238E27FC236}">
                <a16:creationId xmlns:a16="http://schemas.microsoft.com/office/drawing/2014/main" id="{158ED4A3-FF7E-BE88-AD12-F2E39BB3427C}"/>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th-TH">
              <a:effectLst>
                <a:outerShdw blurRad="38100" dist="38100" dir="2700000" algn="tl">
                  <a:srgbClr val="FFFFFF"/>
                </a:outerShdw>
              </a:effectLst>
              <a:latin typeface="Times New Roman" pitchFamily="18" charset="0"/>
            </a:endParaRPr>
          </a:p>
        </p:txBody>
      </p:sp>
      <p:sp>
        <p:nvSpPr>
          <p:cNvPr id="859139" name="Text Box 3">
            <a:extLst>
              <a:ext uri="{FF2B5EF4-FFF2-40B4-BE49-F238E27FC236}">
                <a16:creationId xmlns:a16="http://schemas.microsoft.com/office/drawing/2014/main" id="{A1F63C88-9F7B-75E4-940F-BF55109A13D4}"/>
              </a:ext>
            </a:extLst>
          </p:cNvPr>
          <p:cNvSpPr txBox="1">
            <a:spLocks noChangeArrowheads="1"/>
          </p:cNvSpPr>
          <p:nvPr/>
        </p:nvSpPr>
        <p:spPr bwMode="auto">
          <a:xfrm>
            <a:off x="228600" y="406400"/>
            <a:ext cx="6372225" cy="579438"/>
          </a:xfrm>
          <a:prstGeom prst="rect">
            <a:avLst/>
          </a:prstGeom>
          <a:noFill/>
          <a:ln w="9525">
            <a:noFill/>
            <a:miter lim="800000"/>
            <a:headEnd/>
            <a:tailEnd/>
          </a:ln>
          <a:effectLst/>
        </p:spPr>
        <p:txBody>
          <a:bodyPr wrap="none">
            <a:spAutoFit/>
          </a:bodyPr>
          <a:lstStyle/>
          <a:p>
            <a:pPr>
              <a:defRPr/>
            </a:pPr>
            <a:r>
              <a:rPr lang="en-US">
                <a:effectLst>
                  <a:outerShdw blurRad="38100" dist="38100" dir="2700000" algn="tl">
                    <a:srgbClr val="C0C0C0"/>
                  </a:outerShdw>
                </a:effectLst>
                <a:latin typeface="Times" pitchFamily="18" charset="0"/>
              </a:rPr>
              <a:t>8-4   STRUCTURE OF A SWITCH</a:t>
            </a:r>
          </a:p>
        </p:txBody>
      </p:sp>
      <p:sp>
        <p:nvSpPr>
          <p:cNvPr id="34821" name="Text Box 4">
            <a:extLst>
              <a:ext uri="{FF2B5EF4-FFF2-40B4-BE49-F238E27FC236}">
                <a16:creationId xmlns:a16="http://schemas.microsoft.com/office/drawing/2014/main" id="{9B1E174C-435B-6339-71B5-9C269C9BE373}"/>
              </a:ext>
            </a:extLst>
          </p:cNvPr>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th-TH" altLang="th-TH" sz="1800">
              <a:latin typeface="Times New Roman" panose="02020603050405020304" pitchFamily="18" charset="0"/>
            </a:endParaRPr>
          </a:p>
        </p:txBody>
      </p:sp>
      <p:sp>
        <p:nvSpPr>
          <p:cNvPr id="859141" name="Rectangle 5">
            <a:extLst>
              <a:ext uri="{FF2B5EF4-FFF2-40B4-BE49-F238E27FC236}">
                <a16:creationId xmlns:a16="http://schemas.microsoft.com/office/drawing/2014/main" id="{9697E6E5-E9DF-0A26-2D04-F39C69A81320}"/>
              </a:ext>
            </a:extLst>
          </p:cNvPr>
          <p:cNvSpPr>
            <a:spLocks noChangeArrowheads="1"/>
          </p:cNvSpPr>
          <p:nvPr/>
        </p:nvSpPr>
        <p:spPr bwMode="auto">
          <a:xfrm>
            <a:off x="304800" y="1387475"/>
            <a:ext cx="8229600" cy="1800225"/>
          </a:xfrm>
          <a:prstGeom prst="rect">
            <a:avLst/>
          </a:prstGeom>
          <a:noFill/>
          <a:ln w="9525">
            <a:noFill/>
            <a:miter lim="800000"/>
            <a:headEnd/>
            <a:tailEnd/>
          </a:ln>
          <a:effectLst/>
        </p:spPr>
        <p:txBody>
          <a:bodyPr anchor="ctr">
            <a:spAutoFit/>
          </a:bodyPr>
          <a:lstStyle/>
          <a:p>
            <a:pPr algn="just" eaLnBrk="1" hangingPunct="1">
              <a:defRPr/>
            </a:pPr>
            <a:r>
              <a:rPr lang="en-US" sz="2800" i="1">
                <a:effectLst>
                  <a:outerShdw blurRad="38100" dist="38100" dir="2700000" algn="tl">
                    <a:srgbClr val="C0C0C0"/>
                  </a:outerShdw>
                </a:effectLst>
                <a:latin typeface="Times New Roman" pitchFamily="18" charset="0"/>
              </a:rPr>
              <a:t>We use switches in circuit-switched and packet-switched networks. In this section, we discuss the structures of the switches used in each type of network.</a:t>
            </a:r>
          </a:p>
        </p:txBody>
      </p:sp>
      <p:sp>
        <p:nvSpPr>
          <p:cNvPr id="34823" name="Rectangle 6">
            <a:extLst>
              <a:ext uri="{FF2B5EF4-FFF2-40B4-BE49-F238E27FC236}">
                <a16:creationId xmlns:a16="http://schemas.microsoft.com/office/drawing/2014/main" id="{E72E6DD2-1106-9CA6-6F14-57AD97C979C0}"/>
              </a:ext>
            </a:extLst>
          </p:cNvPr>
          <p:cNvSpPr>
            <a:spLocks noChangeArrowheads="1"/>
          </p:cNvSpPr>
          <p:nvPr/>
        </p:nvSpPr>
        <p:spPr bwMode="auto">
          <a:xfrm>
            <a:off x="152400" y="4908550"/>
            <a:ext cx="76962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buClr>
                <a:schemeClr val="tx1"/>
              </a:buClr>
              <a:buSzPct val="117000"/>
              <a:buFont typeface="Wingdings" pitchFamily="2" charset="2"/>
              <a:buNone/>
            </a:pPr>
            <a:r>
              <a:rPr lang="en-US" altLang="th-TH" sz="2400">
                <a:solidFill>
                  <a:srgbClr val="0033CC"/>
                </a:solidFill>
                <a:latin typeface="Times New Roman" panose="02020603050405020304" pitchFamily="18" charset="0"/>
              </a:rPr>
              <a:t>Structure of Circuit Switches</a:t>
            </a:r>
            <a:br>
              <a:rPr lang="fr-FR" altLang="th-TH" sz="2400">
                <a:solidFill>
                  <a:srgbClr val="0033CC"/>
                </a:solidFill>
                <a:latin typeface="Times New Roman" panose="02020603050405020304" pitchFamily="18" charset="0"/>
              </a:rPr>
            </a:br>
            <a:r>
              <a:rPr lang="fr-FR" altLang="th-TH" sz="2400">
                <a:solidFill>
                  <a:srgbClr val="0033CC"/>
                </a:solidFill>
                <a:latin typeface="Times New Roman" panose="02020603050405020304" pitchFamily="18" charset="0"/>
              </a:rPr>
              <a:t>Structure of Packet Switches</a:t>
            </a:r>
            <a:endParaRPr lang="en-US" altLang="th-TH" sz="2400">
              <a:solidFill>
                <a:srgbClr val="0033CC"/>
              </a:solidFill>
              <a:latin typeface="Times New Roman" panose="02020603050405020304" pitchFamily="18" charset="0"/>
            </a:endParaRPr>
          </a:p>
        </p:txBody>
      </p:sp>
      <p:sp>
        <p:nvSpPr>
          <p:cNvPr id="859143" name="Text Box 7">
            <a:extLst>
              <a:ext uri="{FF2B5EF4-FFF2-40B4-BE49-F238E27FC236}">
                <a16:creationId xmlns:a16="http://schemas.microsoft.com/office/drawing/2014/main" id="{F998971F-BD6B-ED21-17C0-75DBBEFF7D8B}"/>
              </a:ext>
            </a:extLst>
          </p:cNvPr>
          <p:cNvSpPr txBox="1">
            <a:spLocks noChangeArrowheads="1"/>
          </p:cNvSpPr>
          <p:nvPr/>
        </p:nvSpPr>
        <p:spPr bwMode="auto">
          <a:xfrm>
            <a:off x="165100" y="4432300"/>
            <a:ext cx="4862513" cy="519113"/>
          </a:xfrm>
          <a:prstGeom prst="rect">
            <a:avLst/>
          </a:prstGeom>
          <a:noFill/>
          <a:ln w="76200" algn="ctr">
            <a:noFill/>
            <a:miter lim="800000"/>
            <a:headEnd/>
            <a:tailEnd/>
          </a:ln>
          <a:effectLst/>
        </p:spPr>
        <p:txBody>
          <a:bodyPr wrap="none">
            <a:spAutoFit/>
          </a:bodyPr>
          <a:lstStyle/>
          <a:p>
            <a:pPr algn="ctr">
              <a:defRPr/>
            </a:pPr>
            <a:r>
              <a:rPr lang="en-US" sz="2800" i="1" u="sng">
                <a:solidFill>
                  <a:schemeClr val="hlink"/>
                </a:solidFill>
                <a:effectLst>
                  <a:outerShdw blurRad="38100" dist="38100" dir="2700000" algn="tl">
                    <a:srgbClr val="C0C0C0"/>
                  </a:outerShdw>
                </a:effectLst>
                <a:latin typeface="Times New Roman" pitchFamily="18" charset="0"/>
              </a:rPr>
              <a:t>Topics discussed in this section: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ตัวยึดหมายเลขภาพนิ่ง 1">
            <a:extLst>
              <a:ext uri="{FF2B5EF4-FFF2-40B4-BE49-F238E27FC236}">
                <a16:creationId xmlns:a16="http://schemas.microsoft.com/office/drawing/2014/main" id="{1B657D42-D193-647A-4BAD-CDC840624D1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8.</a:t>
            </a:r>
            <a:fld id="{45420ADF-0A17-CD4F-9E7E-0825B3D23589}" type="slidenum">
              <a:rPr lang="en-US" altLang="th-TH" sz="2000">
                <a:solidFill>
                  <a:schemeClr val="bg2"/>
                </a:solidFill>
              </a:rPr>
              <a:pPr/>
              <a:t>33</a:t>
            </a:fld>
            <a:endParaRPr lang="en-US" altLang="th-TH" sz="2000">
              <a:solidFill>
                <a:schemeClr val="bg2"/>
              </a:solidFill>
            </a:endParaRPr>
          </a:p>
        </p:txBody>
      </p:sp>
      <p:sp>
        <p:nvSpPr>
          <p:cNvPr id="35843" name="Line 2">
            <a:extLst>
              <a:ext uri="{FF2B5EF4-FFF2-40B4-BE49-F238E27FC236}">
                <a16:creationId xmlns:a16="http://schemas.microsoft.com/office/drawing/2014/main" id="{CA98C3D7-8A76-ABD5-29E1-911A90387CB6}"/>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35844" name="Line 3">
            <a:extLst>
              <a:ext uri="{FF2B5EF4-FFF2-40B4-BE49-F238E27FC236}">
                <a16:creationId xmlns:a16="http://schemas.microsoft.com/office/drawing/2014/main" id="{D35C935D-470C-54ED-5429-51EB398294D2}"/>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35845" name="Text Box 4">
            <a:extLst>
              <a:ext uri="{FF2B5EF4-FFF2-40B4-BE49-F238E27FC236}">
                <a16:creationId xmlns:a16="http://schemas.microsoft.com/office/drawing/2014/main" id="{42077E72-5924-9AC7-AC7E-0A9540F82217}"/>
              </a:ext>
            </a:extLst>
          </p:cNvPr>
          <p:cNvSpPr txBox="1">
            <a:spLocks noChangeArrowheads="1"/>
          </p:cNvSpPr>
          <p:nvPr/>
        </p:nvSpPr>
        <p:spPr bwMode="auto">
          <a:xfrm>
            <a:off x="304800" y="381000"/>
            <a:ext cx="71135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400">
                <a:solidFill>
                  <a:schemeClr val="folHlink"/>
                </a:solidFill>
                <a:latin typeface="Times New Roman" panose="02020603050405020304" pitchFamily="18" charset="0"/>
              </a:rPr>
              <a:t>Figure 8.17  </a:t>
            </a:r>
            <a:r>
              <a:rPr lang="en-US" altLang="th-TH" sz="2000" i="1">
                <a:latin typeface="Times New Roman" panose="02020603050405020304" pitchFamily="18" charset="0"/>
              </a:rPr>
              <a:t>Crossbar switch with three inputs and four outputs</a:t>
            </a:r>
          </a:p>
        </p:txBody>
      </p:sp>
      <p:sp>
        <p:nvSpPr>
          <p:cNvPr id="35846" name="Line 5">
            <a:extLst>
              <a:ext uri="{FF2B5EF4-FFF2-40B4-BE49-F238E27FC236}">
                <a16:creationId xmlns:a16="http://schemas.microsoft.com/office/drawing/2014/main" id="{F9B7C969-9C26-764D-8785-5E54816D6D7C}"/>
              </a:ext>
            </a:extLst>
          </p:cNvPr>
          <p:cNvSpPr>
            <a:spLocks noChangeShapeType="1"/>
          </p:cNvSpPr>
          <p:nvPr/>
        </p:nvSpPr>
        <p:spPr bwMode="auto">
          <a:xfrm>
            <a:off x="152400" y="64008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pic>
        <p:nvPicPr>
          <p:cNvPr id="35847" name="Picture 6">
            <a:extLst>
              <a:ext uri="{FF2B5EF4-FFF2-40B4-BE49-F238E27FC236}">
                <a16:creationId xmlns:a16="http://schemas.microsoft.com/office/drawing/2014/main" id="{44B66311-185A-0628-8634-69D51BB52A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1400" y="1471613"/>
            <a:ext cx="7797800" cy="4471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ตัวยึดหมายเลขภาพนิ่ง 1">
            <a:extLst>
              <a:ext uri="{FF2B5EF4-FFF2-40B4-BE49-F238E27FC236}">
                <a16:creationId xmlns:a16="http://schemas.microsoft.com/office/drawing/2014/main" id="{A36422F5-6501-A2C7-D5DB-7732FAD442A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8.</a:t>
            </a:r>
            <a:fld id="{106D1DDF-87EC-CE48-A048-D04B47696CB1}" type="slidenum">
              <a:rPr lang="en-US" altLang="th-TH" sz="2000">
                <a:solidFill>
                  <a:schemeClr val="bg2"/>
                </a:solidFill>
              </a:rPr>
              <a:pPr/>
              <a:t>34</a:t>
            </a:fld>
            <a:endParaRPr lang="en-US" altLang="th-TH" sz="2000">
              <a:solidFill>
                <a:schemeClr val="bg2"/>
              </a:solidFill>
            </a:endParaRPr>
          </a:p>
        </p:txBody>
      </p:sp>
      <p:sp>
        <p:nvSpPr>
          <p:cNvPr id="36867" name="Line 2">
            <a:extLst>
              <a:ext uri="{FF2B5EF4-FFF2-40B4-BE49-F238E27FC236}">
                <a16:creationId xmlns:a16="http://schemas.microsoft.com/office/drawing/2014/main" id="{6043548D-1404-C484-9E44-AEE188A582B4}"/>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36868" name="Line 3">
            <a:extLst>
              <a:ext uri="{FF2B5EF4-FFF2-40B4-BE49-F238E27FC236}">
                <a16:creationId xmlns:a16="http://schemas.microsoft.com/office/drawing/2014/main" id="{75309CEF-59FB-F131-B144-3D84B0F22F03}"/>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36869" name="Text Box 4">
            <a:extLst>
              <a:ext uri="{FF2B5EF4-FFF2-40B4-BE49-F238E27FC236}">
                <a16:creationId xmlns:a16="http://schemas.microsoft.com/office/drawing/2014/main" id="{CC220EBF-4E77-777A-0FB4-F9B45F79A1B4}"/>
              </a:ext>
            </a:extLst>
          </p:cNvPr>
          <p:cNvSpPr txBox="1">
            <a:spLocks noChangeArrowheads="1"/>
          </p:cNvSpPr>
          <p:nvPr/>
        </p:nvSpPr>
        <p:spPr bwMode="auto">
          <a:xfrm>
            <a:off x="304800" y="381000"/>
            <a:ext cx="3644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400">
                <a:solidFill>
                  <a:schemeClr val="folHlink"/>
                </a:solidFill>
                <a:latin typeface="Times New Roman" panose="02020603050405020304" pitchFamily="18" charset="0"/>
              </a:rPr>
              <a:t>Figure 8.18  </a:t>
            </a:r>
            <a:r>
              <a:rPr lang="en-US" altLang="th-TH" sz="2000" i="1">
                <a:latin typeface="Times New Roman" panose="02020603050405020304" pitchFamily="18" charset="0"/>
              </a:rPr>
              <a:t>Multistage switch</a:t>
            </a:r>
          </a:p>
        </p:txBody>
      </p:sp>
      <p:sp>
        <p:nvSpPr>
          <p:cNvPr id="36870" name="Line 5">
            <a:extLst>
              <a:ext uri="{FF2B5EF4-FFF2-40B4-BE49-F238E27FC236}">
                <a16:creationId xmlns:a16="http://schemas.microsoft.com/office/drawing/2014/main" id="{E4895D1D-9D22-23E7-9156-5754B475F630}"/>
              </a:ext>
            </a:extLst>
          </p:cNvPr>
          <p:cNvSpPr>
            <a:spLocks noChangeShapeType="1"/>
          </p:cNvSpPr>
          <p:nvPr/>
        </p:nvSpPr>
        <p:spPr bwMode="auto">
          <a:xfrm>
            <a:off x="152400" y="6324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pic>
        <p:nvPicPr>
          <p:cNvPr id="36871" name="Picture 6">
            <a:extLst>
              <a:ext uri="{FF2B5EF4-FFF2-40B4-BE49-F238E27FC236}">
                <a16:creationId xmlns:a16="http://schemas.microsoft.com/office/drawing/2014/main" id="{83070CCE-7D46-5E93-02C9-D73ABDFA99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125" y="2019300"/>
            <a:ext cx="8601075" cy="339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ตัวยึดหมายเลขภาพนิ่ง 1">
            <a:extLst>
              <a:ext uri="{FF2B5EF4-FFF2-40B4-BE49-F238E27FC236}">
                <a16:creationId xmlns:a16="http://schemas.microsoft.com/office/drawing/2014/main" id="{C254EE5F-A784-862B-4742-0A5D8E4863B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8.</a:t>
            </a:r>
            <a:fld id="{228848D6-E3AD-8A4B-B9ED-0161C687BD73}" type="slidenum">
              <a:rPr lang="en-US" altLang="th-TH" sz="2000">
                <a:solidFill>
                  <a:schemeClr val="bg2"/>
                </a:solidFill>
              </a:rPr>
              <a:pPr/>
              <a:t>35</a:t>
            </a:fld>
            <a:endParaRPr lang="en-US" altLang="th-TH" sz="2000">
              <a:solidFill>
                <a:schemeClr val="bg2"/>
              </a:solidFill>
            </a:endParaRPr>
          </a:p>
        </p:txBody>
      </p:sp>
      <p:sp>
        <p:nvSpPr>
          <p:cNvPr id="37891" name="Rectangle 2">
            <a:extLst>
              <a:ext uri="{FF2B5EF4-FFF2-40B4-BE49-F238E27FC236}">
                <a16:creationId xmlns:a16="http://schemas.microsoft.com/office/drawing/2014/main" id="{C85CDBBD-11AE-7F61-3AE6-1002D03AF7DE}"/>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7892" name="Rectangle 3">
            <a:extLst>
              <a:ext uri="{FF2B5EF4-FFF2-40B4-BE49-F238E27FC236}">
                <a16:creationId xmlns:a16="http://schemas.microsoft.com/office/drawing/2014/main" id="{69A06E62-2862-0C0B-33A5-196EE2F07BF7}"/>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7893" name="Rectangle 4">
            <a:extLst>
              <a:ext uri="{FF2B5EF4-FFF2-40B4-BE49-F238E27FC236}">
                <a16:creationId xmlns:a16="http://schemas.microsoft.com/office/drawing/2014/main" id="{121AA201-F361-E817-8C62-FA4AC4495528}"/>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7894" name="Rectangle 5">
            <a:extLst>
              <a:ext uri="{FF2B5EF4-FFF2-40B4-BE49-F238E27FC236}">
                <a16:creationId xmlns:a16="http://schemas.microsoft.com/office/drawing/2014/main" id="{035C22A5-8EDC-47B2-AFC9-27C2E3B18BF7}"/>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7895" name="Rectangle 6">
            <a:extLst>
              <a:ext uri="{FF2B5EF4-FFF2-40B4-BE49-F238E27FC236}">
                <a16:creationId xmlns:a16="http://schemas.microsoft.com/office/drawing/2014/main" id="{A13FA3B7-8F22-2593-1ABE-A07E8CF07074}"/>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7896" name="Rectangle 7">
            <a:extLst>
              <a:ext uri="{FF2B5EF4-FFF2-40B4-BE49-F238E27FC236}">
                <a16:creationId xmlns:a16="http://schemas.microsoft.com/office/drawing/2014/main" id="{583C270C-B595-D6B8-3019-58645AA65830}"/>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7897" name="Rectangle 8">
            <a:extLst>
              <a:ext uri="{FF2B5EF4-FFF2-40B4-BE49-F238E27FC236}">
                <a16:creationId xmlns:a16="http://schemas.microsoft.com/office/drawing/2014/main" id="{1BDD4F8F-07FA-E806-D400-630E066D73E7}"/>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7898" name="Line 9">
            <a:extLst>
              <a:ext uri="{FF2B5EF4-FFF2-40B4-BE49-F238E27FC236}">
                <a16:creationId xmlns:a16="http://schemas.microsoft.com/office/drawing/2014/main" id="{6C160E7B-6E2B-7AB7-FEF9-3DE62E8B59ED}"/>
              </a:ext>
            </a:extLst>
          </p:cNvPr>
          <p:cNvSpPr>
            <a:spLocks noChangeShapeType="1"/>
          </p:cNvSpPr>
          <p:nvPr/>
        </p:nvSpPr>
        <p:spPr bwMode="auto">
          <a:xfrm>
            <a:off x="457200" y="23622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37899" name="Line 10">
            <a:extLst>
              <a:ext uri="{FF2B5EF4-FFF2-40B4-BE49-F238E27FC236}">
                <a16:creationId xmlns:a16="http://schemas.microsoft.com/office/drawing/2014/main" id="{8DB2284D-4395-4737-F752-F0D8C6F97FBD}"/>
              </a:ext>
            </a:extLst>
          </p:cNvPr>
          <p:cNvSpPr>
            <a:spLocks noChangeShapeType="1"/>
          </p:cNvSpPr>
          <p:nvPr/>
        </p:nvSpPr>
        <p:spPr bwMode="auto">
          <a:xfrm>
            <a:off x="458788" y="50292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37900" name="Rectangle 11">
            <a:extLst>
              <a:ext uri="{FF2B5EF4-FFF2-40B4-BE49-F238E27FC236}">
                <a16:creationId xmlns:a16="http://schemas.microsoft.com/office/drawing/2014/main" id="{5790DF57-6933-B870-695C-98CFF9390753}"/>
              </a:ext>
            </a:extLst>
          </p:cNvPr>
          <p:cNvSpPr>
            <a:spLocks noChangeArrowheads="1"/>
          </p:cNvSpPr>
          <p:nvPr/>
        </p:nvSpPr>
        <p:spPr bwMode="auto">
          <a:xfrm>
            <a:off x="457200" y="2438400"/>
            <a:ext cx="8077200" cy="2528888"/>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a:r>
              <a:rPr lang="en-US" altLang="th-TH">
                <a:latin typeface="Times New Roman" panose="02020603050405020304" pitchFamily="18" charset="0"/>
              </a:rPr>
              <a:t>In a three-stage switch, the total </a:t>
            </a:r>
            <a:br>
              <a:rPr lang="en-US" altLang="th-TH">
                <a:latin typeface="Times New Roman" panose="02020603050405020304" pitchFamily="18" charset="0"/>
              </a:rPr>
            </a:br>
            <a:r>
              <a:rPr lang="en-US" altLang="th-TH">
                <a:latin typeface="Times New Roman" panose="02020603050405020304" pitchFamily="18" charset="0"/>
              </a:rPr>
              <a:t>number of crosspoints is </a:t>
            </a:r>
            <a:br>
              <a:rPr lang="en-US" altLang="th-TH">
                <a:latin typeface="Times New Roman" panose="02020603050405020304" pitchFamily="18" charset="0"/>
              </a:rPr>
            </a:br>
            <a:r>
              <a:rPr lang="en-US" altLang="th-TH">
                <a:solidFill>
                  <a:schemeClr val="hlink"/>
                </a:solidFill>
                <a:latin typeface="Times New Roman" panose="02020603050405020304" pitchFamily="18" charset="0"/>
              </a:rPr>
              <a:t>2kN + k(N/n)</a:t>
            </a:r>
            <a:r>
              <a:rPr lang="en-US" altLang="th-TH" baseline="30000">
                <a:solidFill>
                  <a:schemeClr val="hlink"/>
                </a:solidFill>
                <a:latin typeface="Times New Roman" panose="02020603050405020304" pitchFamily="18" charset="0"/>
              </a:rPr>
              <a:t>2</a:t>
            </a:r>
          </a:p>
          <a:p>
            <a:pPr algn="ctr"/>
            <a:r>
              <a:rPr lang="en-US" altLang="th-TH">
                <a:latin typeface="Times New Roman" panose="02020603050405020304" pitchFamily="18" charset="0"/>
              </a:rPr>
              <a:t>which is much smaller than the number of crosspoints in a single-stage switch (N</a:t>
            </a:r>
            <a:r>
              <a:rPr lang="en-US" altLang="th-TH" baseline="30000">
                <a:latin typeface="Times New Roman" panose="02020603050405020304" pitchFamily="18" charset="0"/>
              </a:rPr>
              <a:t>2</a:t>
            </a:r>
            <a:r>
              <a:rPr lang="en-US" altLang="th-TH">
                <a:latin typeface="Times New Roman" panose="02020603050405020304" pitchFamily="18" charset="0"/>
              </a:rPr>
              <a:t>).</a:t>
            </a:r>
          </a:p>
        </p:txBody>
      </p:sp>
      <p:grpSp>
        <p:nvGrpSpPr>
          <p:cNvPr id="37901" name="Group 13">
            <a:extLst>
              <a:ext uri="{FF2B5EF4-FFF2-40B4-BE49-F238E27FC236}">
                <a16:creationId xmlns:a16="http://schemas.microsoft.com/office/drawing/2014/main" id="{0D1C95BE-2045-402A-EAAD-E56BE691DB82}"/>
              </a:ext>
            </a:extLst>
          </p:cNvPr>
          <p:cNvGrpSpPr>
            <a:grpSpLocks/>
          </p:cNvGrpSpPr>
          <p:nvPr/>
        </p:nvGrpSpPr>
        <p:grpSpPr bwMode="auto">
          <a:xfrm>
            <a:off x="457200" y="1752600"/>
            <a:ext cx="1143000" cy="566738"/>
            <a:chOff x="1200" y="1248"/>
            <a:chExt cx="720" cy="357"/>
          </a:xfrm>
        </p:grpSpPr>
        <p:pic>
          <p:nvPicPr>
            <p:cNvPr id="37902" name="Picture 14">
              <a:extLst>
                <a:ext uri="{FF2B5EF4-FFF2-40B4-BE49-F238E27FC236}">
                  <a16:creationId xmlns:a16="http://schemas.microsoft.com/office/drawing/2014/main" id="{6D8715D7-8929-A9A4-69E9-7FDC3FAC04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903" name="Text Box 15">
              <a:extLst>
                <a:ext uri="{FF2B5EF4-FFF2-40B4-BE49-F238E27FC236}">
                  <a16:creationId xmlns:a16="http://schemas.microsoft.com/office/drawing/2014/main" id="{19CE498F-973D-5555-C56E-D4DA23D0159D}"/>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800" i="1">
                  <a:solidFill>
                    <a:schemeClr val="hlink"/>
                  </a:solidFill>
                  <a:latin typeface="Times New Roman" panose="02020603050405020304" pitchFamily="18" charset="0"/>
                </a:rPr>
                <a:t>Note</a:t>
              </a: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ตัวยึดหมายเลขภาพนิ่ง 1">
            <a:extLst>
              <a:ext uri="{FF2B5EF4-FFF2-40B4-BE49-F238E27FC236}">
                <a16:creationId xmlns:a16="http://schemas.microsoft.com/office/drawing/2014/main" id="{3EBB82BA-827E-374D-AE5F-E0AC17D5D13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8.</a:t>
            </a:r>
            <a:fld id="{D3D6B613-745E-494E-9DE0-2B32C532972C}" type="slidenum">
              <a:rPr lang="en-US" altLang="th-TH" sz="2000">
                <a:solidFill>
                  <a:schemeClr val="bg2"/>
                </a:solidFill>
              </a:rPr>
              <a:pPr/>
              <a:t>36</a:t>
            </a:fld>
            <a:endParaRPr lang="en-US" altLang="th-TH" sz="2000">
              <a:solidFill>
                <a:schemeClr val="bg2"/>
              </a:solidFill>
            </a:endParaRPr>
          </a:p>
        </p:txBody>
      </p:sp>
      <p:sp>
        <p:nvSpPr>
          <p:cNvPr id="38915" name="Rectangle 2">
            <a:extLst>
              <a:ext uri="{FF2B5EF4-FFF2-40B4-BE49-F238E27FC236}">
                <a16:creationId xmlns:a16="http://schemas.microsoft.com/office/drawing/2014/main" id="{3D160202-1B18-145F-089E-57524F18F5B5}"/>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8916" name="Rectangle 3">
            <a:extLst>
              <a:ext uri="{FF2B5EF4-FFF2-40B4-BE49-F238E27FC236}">
                <a16:creationId xmlns:a16="http://schemas.microsoft.com/office/drawing/2014/main" id="{3DA4BFF9-19D1-FA3B-10C5-FC3ED8587D96}"/>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8917" name="Rectangle 4">
            <a:extLst>
              <a:ext uri="{FF2B5EF4-FFF2-40B4-BE49-F238E27FC236}">
                <a16:creationId xmlns:a16="http://schemas.microsoft.com/office/drawing/2014/main" id="{52CC2314-7F3D-8CDD-84DB-B3D8FC2494E7}"/>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8918" name="Rectangle 5">
            <a:extLst>
              <a:ext uri="{FF2B5EF4-FFF2-40B4-BE49-F238E27FC236}">
                <a16:creationId xmlns:a16="http://schemas.microsoft.com/office/drawing/2014/main" id="{3571B55B-57C9-D450-D325-9EF0B9FC0C0C}"/>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8919" name="Rectangle 6">
            <a:extLst>
              <a:ext uri="{FF2B5EF4-FFF2-40B4-BE49-F238E27FC236}">
                <a16:creationId xmlns:a16="http://schemas.microsoft.com/office/drawing/2014/main" id="{065ACFDB-E3E7-32E0-CD46-1236FE991E11}"/>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8920" name="Rectangle 7">
            <a:extLst>
              <a:ext uri="{FF2B5EF4-FFF2-40B4-BE49-F238E27FC236}">
                <a16:creationId xmlns:a16="http://schemas.microsoft.com/office/drawing/2014/main" id="{AE3BEDF7-B890-BEDC-7F9B-6C8C60F71273}"/>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8921" name="Rectangle 8">
            <a:extLst>
              <a:ext uri="{FF2B5EF4-FFF2-40B4-BE49-F238E27FC236}">
                <a16:creationId xmlns:a16="http://schemas.microsoft.com/office/drawing/2014/main" id="{6AF2B8D6-8995-9786-E38F-ECE3F9D0FA2E}"/>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8922" name="Rectangle 9">
            <a:extLst>
              <a:ext uri="{FF2B5EF4-FFF2-40B4-BE49-F238E27FC236}">
                <a16:creationId xmlns:a16="http://schemas.microsoft.com/office/drawing/2014/main" id="{6D620E09-3A47-F5BE-9BC3-73FE2A756763}"/>
              </a:ext>
            </a:extLst>
          </p:cNvPr>
          <p:cNvSpPr>
            <a:spLocks noChangeArrowheads="1"/>
          </p:cNvSpPr>
          <p:nvPr/>
        </p:nvSpPr>
        <p:spPr bwMode="auto">
          <a:xfrm>
            <a:off x="228600" y="1295400"/>
            <a:ext cx="86868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800" i="1">
                <a:latin typeface="Times New Roman" panose="02020603050405020304" pitchFamily="18" charset="0"/>
              </a:rPr>
              <a:t>Design a three-stage, 200 × 200 switch (N = 200) with </a:t>
            </a:r>
            <a:br>
              <a:rPr lang="en-US" altLang="th-TH" sz="2800" i="1">
                <a:latin typeface="Times New Roman" panose="02020603050405020304" pitchFamily="18" charset="0"/>
              </a:rPr>
            </a:br>
            <a:r>
              <a:rPr lang="en-US" altLang="th-TH" sz="2800" i="1">
                <a:latin typeface="Times New Roman" panose="02020603050405020304" pitchFamily="18" charset="0"/>
              </a:rPr>
              <a:t>k = 4 and n = 20.</a:t>
            </a:r>
          </a:p>
        </p:txBody>
      </p:sp>
      <p:sp>
        <p:nvSpPr>
          <p:cNvPr id="38923" name="Rectangle 10">
            <a:extLst>
              <a:ext uri="{FF2B5EF4-FFF2-40B4-BE49-F238E27FC236}">
                <a16:creationId xmlns:a16="http://schemas.microsoft.com/office/drawing/2014/main" id="{4BC29773-EE1E-5479-2F59-7EB5FA4C8AD6}"/>
              </a:ext>
            </a:extLst>
          </p:cNvPr>
          <p:cNvSpPr>
            <a:spLocks noChangeArrowheads="1"/>
          </p:cNvSpPr>
          <p:nvPr/>
        </p:nvSpPr>
        <p:spPr bwMode="auto">
          <a:xfrm>
            <a:off x="228600" y="2513013"/>
            <a:ext cx="8686800" cy="350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en-US" altLang="th-TH" sz="2800" i="1">
                <a:solidFill>
                  <a:schemeClr val="hlink"/>
                </a:solidFill>
                <a:latin typeface="Times New Roman" panose="02020603050405020304" pitchFamily="18" charset="0"/>
              </a:rPr>
              <a:t>Solution</a:t>
            </a:r>
          </a:p>
          <a:p>
            <a:pPr algn="just"/>
            <a:r>
              <a:rPr lang="en-US" altLang="th-TH" sz="2800" i="1">
                <a:latin typeface="Times" pitchFamily="18" charset="0"/>
              </a:rPr>
              <a:t>In the first stage we have N/n or 10 crossbars, each of size 20 × 4. In the second stage, we have 4 crossbars, each of size 10 × 10. In the third stage, we have 10 crossbars, each of size 4 × 20. The total number of crosspoints is 2kN + k(N/n)</a:t>
            </a:r>
            <a:r>
              <a:rPr lang="en-US" altLang="th-TH" sz="2800" i="1" baseline="30000">
                <a:latin typeface="Times" pitchFamily="18" charset="0"/>
              </a:rPr>
              <a:t>2</a:t>
            </a:r>
            <a:r>
              <a:rPr lang="en-US" altLang="th-TH" sz="2800" i="1">
                <a:latin typeface="Times" pitchFamily="18" charset="0"/>
              </a:rPr>
              <a:t>, or </a:t>
            </a:r>
            <a:r>
              <a:rPr lang="en-US" altLang="th-TH" sz="2800" i="1">
                <a:solidFill>
                  <a:schemeClr val="hlink"/>
                </a:solidFill>
                <a:latin typeface="Times" pitchFamily="18" charset="0"/>
              </a:rPr>
              <a:t>2000</a:t>
            </a:r>
            <a:r>
              <a:rPr lang="en-US" altLang="th-TH" sz="2800" i="1">
                <a:latin typeface="Times" pitchFamily="18" charset="0"/>
              </a:rPr>
              <a:t> crosspoints. This is 5 percent of the number of crosspoints in a single-stage switch (200 × 200 = 40,000).</a:t>
            </a:r>
          </a:p>
        </p:txBody>
      </p:sp>
      <p:sp>
        <p:nvSpPr>
          <p:cNvPr id="38924" name="Text Box 11">
            <a:extLst>
              <a:ext uri="{FF2B5EF4-FFF2-40B4-BE49-F238E27FC236}">
                <a16:creationId xmlns:a16="http://schemas.microsoft.com/office/drawing/2014/main" id="{69FC31D7-262F-E901-16AE-3CF5FDFBDEEA}"/>
              </a:ext>
            </a:extLst>
          </p:cNvPr>
          <p:cNvSpPr txBox="1">
            <a:spLocks noChangeArrowheads="1"/>
          </p:cNvSpPr>
          <p:nvPr/>
        </p:nvSpPr>
        <p:spPr bwMode="auto">
          <a:xfrm>
            <a:off x="1144588" y="0"/>
            <a:ext cx="228441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i="1">
                <a:solidFill>
                  <a:schemeClr val="hlink"/>
                </a:solidFill>
                <a:latin typeface="Times New Roman" panose="02020603050405020304" pitchFamily="18" charset="0"/>
              </a:rPr>
              <a:t>Example 8.3</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ตัวยึดหมายเลขภาพนิ่ง 1">
            <a:extLst>
              <a:ext uri="{FF2B5EF4-FFF2-40B4-BE49-F238E27FC236}">
                <a16:creationId xmlns:a16="http://schemas.microsoft.com/office/drawing/2014/main" id="{C52970A1-6CDB-13CD-9D9C-A1B417F98C6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8.</a:t>
            </a:r>
            <a:fld id="{FB751E15-E998-654B-9B48-7C245F0C07A6}" type="slidenum">
              <a:rPr lang="en-US" altLang="th-TH" sz="2000">
                <a:solidFill>
                  <a:schemeClr val="bg2"/>
                </a:solidFill>
              </a:rPr>
              <a:pPr/>
              <a:t>37</a:t>
            </a:fld>
            <a:endParaRPr lang="en-US" altLang="th-TH" sz="2000">
              <a:solidFill>
                <a:schemeClr val="bg2"/>
              </a:solidFill>
            </a:endParaRPr>
          </a:p>
        </p:txBody>
      </p:sp>
      <p:sp>
        <p:nvSpPr>
          <p:cNvPr id="39939" name="Rectangle 2">
            <a:extLst>
              <a:ext uri="{FF2B5EF4-FFF2-40B4-BE49-F238E27FC236}">
                <a16:creationId xmlns:a16="http://schemas.microsoft.com/office/drawing/2014/main" id="{B4D61FA4-0F1E-20A3-3100-3FCEDD311AA7}"/>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9940" name="Rectangle 3">
            <a:extLst>
              <a:ext uri="{FF2B5EF4-FFF2-40B4-BE49-F238E27FC236}">
                <a16:creationId xmlns:a16="http://schemas.microsoft.com/office/drawing/2014/main" id="{8C649014-BBEC-1F9B-FF9D-D530B5819733}"/>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9941" name="Rectangle 4">
            <a:extLst>
              <a:ext uri="{FF2B5EF4-FFF2-40B4-BE49-F238E27FC236}">
                <a16:creationId xmlns:a16="http://schemas.microsoft.com/office/drawing/2014/main" id="{2A799753-3168-8F26-22FA-01D2EE73117F}"/>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9942" name="Rectangle 5">
            <a:extLst>
              <a:ext uri="{FF2B5EF4-FFF2-40B4-BE49-F238E27FC236}">
                <a16:creationId xmlns:a16="http://schemas.microsoft.com/office/drawing/2014/main" id="{AC545339-D858-0B12-2DD7-07D783270DA3}"/>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9943" name="Rectangle 6">
            <a:extLst>
              <a:ext uri="{FF2B5EF4-FFF2-40B4-BE49-F238E27FC236}">
                <a16:creationId xmlns:a16="http://schemas.microsoft.com/office/drawing/2014/main" id="{889E4480-E4EC-8A6C-A238-3B8DDA3E630B}"/>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9944" name="Rectangle 7">
            <a:extLst>
              <a:ext uri="{FF2B5EF4-FFF2-40B4-BE49-F238E27FC236}">
                <a16:creationId xmlns:a16="http://schemas.microsoft.com/office/drawing/2014/main" id="{EFF11A87-B4F7-14AB-E1E3-2BDC6459D66E}"/>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9945" name="Rectangle 8">
            <a:extLst>
              <a:ext uri="{FF2B5EF4-FFF2-40B4-BE49-F238E27FC236}">
                <a16:creationId xmlns:a16="http://schemas.microsoft.com/office/drawing/2014/main" id="{AD5F5933-84FA-14F2-2652-7DB3C0454AA6}"/>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39946" name="Line 9">
            <a:extLst>
              <a:ext uri="{FF2B5EF4-FFF2-40B4-BE49-F238E27FC236}">
                <a16:creationId xmlns:a16="http://schemas.microsoft.com/office/drawing/2014/main" id="{85353449-AF67-A757-8483-2F0422A310D2}"/>
              </a:ext>
            </a:extLst>
          </p:cNvPr>
          <p:cNvSpPr>
            <a:spLocks noChangeShapeType="1"/>
          </p:cNvSpPr>
          <p:nvPr/>
        </p:nvSpPr>
        <p:spPr bwMode="auto">
          <a:xfrm>
            <a:off x="533400" y="2286000"/>
            <a:ext cx="7934325" cy="1588"/>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39947" name="Line 10">
            <a:extLst>
              <a:ext uri="{FF2B5EF4-FFF2-40B4-BE49-F238E27FC236}">
                <a16:creationId xmlns:a16="http://schemas.microsoft.com/office/drawing/2014/main" id="{2992F43D-6E1B-6C6F-F4B5-607A08DB2331}"/>
              </a:ext>
            </a:extLst>
          </p:cNvPr>
          <p:cNvSpPr>
            <a:spLocks noChangeShapeType="1"/>
          </p:cNvSpPr>
          <p:nvPr/>
        </p:nvSpPr>
        <p:spPr bwMode="auto">
          <a:xfrm>
            <a:off x="609600" y="4572000"/>
            <a:ext cx="7934325" cy="1588"/>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39948" name="Rectangle 11">
            <a:extLst>
              <a:ext uri="{FF2B5EF4-FFF2-40B4-BE49-F238E27FC236}">
                <a16:creationId xmlns:a16="http://schemas.microsoft.com/office/drawing/2014/main" id="{D42BBD76-2058-7FBC-7354-BFFF39776F1D}"/>
              </a:ext>
            </a:extLst>
          </p:cNvPr>
          <p:cNvSpPr>
            <a:spLocks noChangeArrowheads="1"/>
          </p:cNvSpPr>
          <p:nvPr/>
        </p:nvSpPr>
        <p:spPr bwMode="auto">
          <a:xfrm>
            <a:off x="685800" y="2444750"/>
            <a:ext cx="7696200" cy="2041525"/>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a:latin typeface="Times New Roman" panose="02020603050405020304" pitchFamily="18" charset="0"/>
              </a:rPr>
              <a:t> According to the Clos criterion:</a:t>
            </a:r>
          </a:p>
          <a:p>
            <a:r>
              <a:rPr lang="en-US" altLang="th-TH">
                <a:latin typeface="Times New Roman" panose="02020603050405020304" pitchFamily="18" charset="0"/>
              </a:rPr>
              <a:t> </a:t>
            </a:r>
            <a:r>
              <a:rPr lang="en-US" altLang="th-TH" i="1">
                <a:latin typeface="Times New Roman" panose="02020603050405020304" pitchFamily="18" charset="0"/>
              </a:rPr>
              <a:t>n</a:t>
            </a:r>
            <a:r>
              <a:rPr lang="en-US" altLang="th-TH">
                <a:latin typeface="Times New Roman" panose="02020603050405020304" pitchFamily="18" charset="0"/>
              </a:rPr>
              <a:t> = (N/2)</a:t>
            </a:r>
            <a:r>
              <a:rPr lang="en-US" altLang="th-TH" baseline="30000">
                <a:latin typeface="Times New Roman" panose="02020603050405020304" pitchFamily="18" charset="0"/>
              </a:rPr>
              <a:t>1/2</a:t>
            </a:r>
          </a:p>
          <a:p>
            <a:r>
              <a:rPr lang="en-US" altLang="th-TH" i="1">
                <a:latin typeface="Times New Roman" panose="02020603050405020304" pitchFamily="18" charset="0"/>
              </a:rPr>
              <a:t> k</a:t>
            </a:r>
            <a:r>
              <a:rPr lang="en-US" altLang="th-TH">
                <a:latin typeface="Times New Roman" panose="02020603050405020304" pitchFamily="18" charset="0"/>
              </a:rPr>
              <a:t> &gt; 2</a:t>
            </a:r>
            <a:r>
              <a:rPr lang="en-US" altLang="th-TH" i="1">
                <a:latin typeface="Times New Roman" panose="02020603050405020304" pitchFamily="18" charset="0"/>
              </a:rPr>
              <a:t>n</a:t>
            </a:r>
            <a:r>
              <a:rPr lang="en-US" altLang="th-TH">
                <a:latin typeface="Times New Roman" panose="02020603050405020304" pitchFamily="18" charset="0"/>
              </a:rPr>
              <a:t> – 1</a:t>
            </a:r>
          </a:p>
          <a:p>
            <a:r>
              <a:rPr lang="en-US" altLang="th-TH">
                <a:latin typeface="Times New Roman" panose="02020603050405020304" pitchFamily="18" charset="0"/>
              </a:rPr>
              <a:t> Crosspoints ≥ </a:t>
            </a:r>
            <a:r>
              <a:rPr lang="en-US" altLang="th-TH" sz="2800">
                <a:solidFill>
                  <a:schemeClr val="hlink"/>
                </a:solidFill>
                <a:latin typeface="Times New Roman" panose="02020603050405020304" pitchFamily="18" charset="0"/>
              </a:rPr>
              <a:t>4N [(2N)</a:t>
            </a:r>
            <a:r>
              <a:rPr lang="en-US" altLang="th-TH" sz="2800" baseline="30000">
                <a:solidFill>
                  <a:schemeClr val="hlink"/>
                </a:solidFill>
                <a:latin typeface="Times New Roman" panose="02020603050405020304" pitchFamily="18" charset="0"/>
              </a:rPr>
              <a:t>1/2</a:t>
            </a:r>
            <a:r>
              <a:rPr lang="en-US" altLang="th-TH" sz="2800">
                <a:solidFill>
                  <a:schemeClr val="hlink"/>
                </a:solidFill>
                <a:latin typeface="Times New Roman" panose="02020603050405020304" pitchFamily="18" charset="0"/>
              </a:rPr>
              <a:t> – 1]</a:t>
            </a:r>
          </a:p>
        </p:txBody>
      </p:sp>
      <p:grpSp>
        <p:nvGrpSpPr>
          <p:cNvPr id="39949" name="Group 12">
            <a:extLst>
              <a:ext uri="{FF2B5EF4-FFF2-40B4-BE49-F238E27FC236}">
                <a16:creationId xmlns:a16="http://schemas.microsoft.com/office/drawing/2014/main" id="{7A14E48C-A0DC-5E65-F542-C81EC8E6F8A3}"/>
              </a:ext>
            </a:extLst>
          </p:cNvPr>
          <p:cNvGrpSpPr>
            <a:grpSpLocks/>
          </p:cNvGrpSpPr>
          <p:nvPr/>
        </p:nvGrpSpPr>
        <p:grpSpPr bwMode="auto">
          <a:xfrm>
            <a:off x="457200" y="1676400"/>
            <a:ext cx="1143000" cy="566738"/>
            <a:chOff x="1200" y="1248"/>
            <a:chExt cx="720" cy="357"/>
          </a:xfrm>
        </p:grpSpPr>
        <p:pic>
          <p:nvPicPr>
            <p:cNvPr id="39950" name="Picture 13">
              <a:extLst>
                <a:ext uri="{FF2B5EF4-FFF2-40B4-BE49-F238E27FC236}">
                  <a16:creationId xmlns:a16="http://schemas.microsoft.com/office/drawing/2014/main" id="{6DB3FE94-CD4C-57C3-81FB-5471541B82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51" name="Text Box 14">
              <a:extLst>
                <a:ext uri="{FF2B5EF4-FFF2-40B4-BE49-F238E27FC236}">
                  <a16:creationId xmlns:a16="http://schemas.microsoft.com/office/drawing/2014/main" id="{C23DF07A-FC68-A43F-EA3A-5F4AE4801B51}"/>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800" i="1">
                  <a:solidFill>
                    <a:schemeClr val="hlink"/>
                  </a:solidFill>
                  <a:latin typeface="Times New Roman" panose="02020603050405020304" pitchFamily="18" charset="0"/>
                </a:rPr>
                <a:t>Note</a:t>
              </a: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ตัวยึดหมายเลขภาพนิ่ง 1">
            <a:extLst>
              <a:ext uri="{FF2B5EF4-FFF2-40B4-BE49-F238E27FC236}">
                <a16:creationId xmlns:a16="http://schemas.microsoft.com/office/drawing/2014/main" id="{FDCA50EB-23A7-4B39-DD9C-27F7A524213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8.</a:t>
            </a:r>
            <a:fld id="{83D809FC-108B-DC4C-941D-CC372D10F649}" type="slidenum">
              <a:rPr lang="en-US" altLang="th-TH" sz="2000">
                <a:solidFill>
                  <a:schemeClr val="bg2"/>
                </a:solidFill>
              </a:rPr>
              <a:pPr/>
              <a:t>38</a:t>
            </a:fld>
            <a:endParaRPr lang="en-US" altLang="th-TH" sz="2000">
              <a:solidFill>
                <a:schemeClr val="bg2"/>
              </a:solidFill>
            </a:endParaRPr>
          </a:p>
        </p:txBody>
      </p:sp>
      <p:sp>
        <p:nvSpPr>
          <p:cNvPr id="40963" name="Rectangle 2">
            <a:extLst>
              <a:ext uri="{FF2B5EF4-FFF2-40B4-BE49-F238E27FC236}">
                <a16:creationId xmlns:a16="http://schemas.microsoft.com/office/drawing/2014/main" id="{5921851F-DEC2-A04F-7BDA-F1BBF12DD075}"/>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40964" name="Rectangle 3">
            <a:extLst>
              <a:ext uri="{FF2B5EF4-FFF2-40B4-BE49-F238E27FC236}">
                <a16:creationId xmlns:a16="http://schemas.microsoft.com/office/drawing/2014/main" id="{BB6F8D6E-4132-4461-FED8-BD3536937470}"/>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40965" name="Rectangle 4">
            <a:extLst>
              <a:ext uri="{FF2B5EF4-FFF2-40B4-BE49-F238E27FC236}">
                <a16:creationId xmlns:a16="http://schemas.microsoft.com/office/drawing/2014/main" id="{36B5575C-C34A-76E3-7677-17F2F276920F}"/>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40966" name="Rectangle 5">
            <a:extLst>
              <a:ext uri="{FF2B5EF4-FFF2-40B4-BE49-F238E27FC236}">
                <a16:creationId xmlns:a16="http://schemas.microsoft.com/office/drawing/2014/main" id="{CDBB0C6E-316D-FB12-688E-4AEC4EE8379D}"/>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40967" name="Rectangle 6">
            <a:extLst>
              <a:ext uri="{FF2B5EF4-FFF2-40B4-BE49-F238E27FC236}">
                <a16:creationId xmlns:a16="http://schemas.microsoft.com/office/drawing/2014/main" id="{54C9555B-2D3E-AD8A-D6F5-D47565AFE32C}"/>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40968" name="Rectangle 7">
            <a:extLst>
              <a:ext uri="{FF2B5EF4-FFF2-40B4-BE49-F238E27FC236}">
                <a16:creationId xmlns:a16="http://schemas.microsoft.com/office/drawing/2014/main" id="{6441FA47-CEBE-AA63-F698-38B709782D59}"/>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40969" name="Rectangle 8">
            <a:extLst>
              <a:ext uri="{FF2B5EF4-FFF2-40B4-BE49-F238E27FC236}">
                <a16:creationId xmlns:a16="http://schemas.microsoft.com/office/drawing/2014/main" id="{536831DD-8940-1CA1-D28D-165F7414BE80}"/>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ctr" eaLnBrk="1" hangingPunct="1"/>
            <a:endParaRPr kumimoji="1" lang="th-TH" altLang="th-TH" sz="2400" b="0">
              <a:latin typeface="Tahoma" panose="020B0604030504040204" pitchFamily="34" charset="0"/>
            </a:endParaRPr>
          </a:p>
        </p:txBody>
      </p:sp>
      <p:sp>
        <p:nvSpPr>
          <p:cNvPr id="40970" name="Rectangle 9">
            <a:extLst>
              <a:ext uri="{FF2B5EF4-FFF2-40B4-BE49-F238E27FC236}">
                <a16:creationId xmlns:a16="http://schemas.microsoft.com/office/drawing/2014/main" id="{1B3C4C8A-DF86-2C35-9718-4E6556AF899B}"/>
              </a:ext>
            </a:extLst>
          </p:cNvPr>
          <p:cNvSpPr>
            <a:spLocks noChangeArrowheads="1"/>
          </p:cNvSpPr>
          <p:nvPr/>
        </p:nvSpPr>
        <p:spPr bwMode="auto">
          <a:xfrm>
            <a:off x="228600" y="1143000"/>
            <a:ext cx="86868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en-US" altLang="th-TH" sz="2800" i="1">
                <a:latin typeface="Times New Roman" panose="02020603050405020304" pitchFamily="18" charset="0"/>
              </a:rPr>
              <a:t>Redesign the previous three-stage, 200 × 200 switch, using the Clos criteria with a minimum number of crosspoints.</a:t>
            </a:r>
          </a:p>
        </p:txBody>
      </p:sp>
      <p:sp>
        <p:nvSpPr>
          <p:cNvPr id="40971" name="Rectangle 10">
            <a:extLst>
              <a:ext uri="{FF2B5EF4-FFF2-40B4-BE49-F238E27FC236}">
                <a16:creationId xmlns:a16="http://schemas.microsoft.com/office/drawing/2014/main" id="{052E2849-6EAE-AB68-B772-F2590CD8F8AA}"/>
              </a:ext>
            </a:extLst>
          </p:cNvPr>
          <p:cNvSpPr>
            <a:spLocks noChangeArrowheads="1"/>
          </p:cNvSpPr>
          <p:nvPr/>
        </p:nvSpPr>
        <p:spPr bwMode="auto">
          <a:xfrm>
            <a:off x="228600" y="2819400"/>
            <a:ext cx="8686800" cy="350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just"/>
            <a:r>
              <a:rPr lang="en-US" altLang="th-TH" sz="2800" i="1">
                <a:solidFill>
                  <a:schemeClr val="hlink"/>
                </a:solidFill>
                <a:latin typeface="Times New Roman" panose="02020603050405020304" pitchFamily="18" charset="0"/>
              </a:rPr>
              <a:t>Solution</a:t>
            </a:r>
          </a:p>
          <a:p>
            <a:pPr algn="just"/>
            <a:r>
              <a:rPr lang="en-US" altLang="th-TH" sz="2800" i="1">
                <a:latin typeface="Times" pitchFamily="18" charset="0"/>
              </a:rPr>
              <a:t>We let n = (200/2)</a:t>
            </a:r>
            <a:r>
              <a:rPr lang="en-US" altLang="th-TH" sz="2800" i="1" baseline="30000">
                <a:latin typeface="Times" pitchFamily="18" charset="0"/>
              </a:rPr>
              <a:t>1/2</a:t>
            </a:r>
            <a:r>
              <a:rPr lang="en-US" altLang="th-TH" sz="2800" i="1">
                <a:latin typeface="Times" pitchFamily="18" charset="0"/>
              </a:rPr>
              <a:t>, or n = 10. We calculate k = 2n − 1 = 19. In the first stage, we have 200/10, or 20, crossbars, each with 10 × 19 crosspoints. In the second stage, we have 19 crossbars, each with 10 × 10 crosspoints. In the third stage, we have 20 crossbars each with 19 × 10 crosspoints. The total number of crosspoints is 20(10 × 19) + 19(10 × 10) + 20(19 ×10) = </a:t>
            </a:r>
            <a:r>
              <a:rPr lang="en-US" altLang="th-TH" sz="2800" i="1">
                <a:solidFill>
                  <a:schemeClr val="hlink"/>
                </a:solidFill>
                <a:latin typeface="Times" pitchFamily="18" charset="0"/>
              </a:rPr>
              <a:t>9500</a:t>
            </a:r>
            <a:r>
              <a:rPr lang="en-US" altLang="th-TH" sz="2800" i="1">
                <a:latin typeface="Times" pitchFamily="18" charset="0"/>
              </a:rPr>
              <a:t>.</a:t>
            </a:r>
          </a:p>
        </p:txBody>
      </p:sp>
      <p:sp>
        <p:nvSpPr>
          <p:cNvPr id="40972" name="Text Box 11">
            <a:extLst>
              <a:ext uri="{FF2B5EF4-FFF2-40B4-BE49-F238E27FC236}">
                <a16:creationId xmlns:a16="http://schemas.microsoft.com/office/drawing/2014/main" id="{BBB3D51F-333F-9CCC-3A36-8DFB9413F117}"/>
              </a:ext>
            </a:extLst>
          </p:cNvPr>
          <p:cNvSpPr txBox="1">
            <a:spLocks noChangeArrowheads="1"/>
          </p:cNvSpPr>
          <p:nvPr/>
        </p:nvSpPr>
        <p:spPr bwMode="auto">
          <a:xfrm>
            <a:off x="1144588" y="0"/>
            <a:ext cx="228441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i="1">
                <a:solidFill>
                  <a:schemeClr val="hlink"/>
                </a:solidFill>
                <a:latin typeface="Times New Roman" panose="02020603050405020304" pitchFamily="18" charset="0"/>
              </a:rPr>
              <a:t>Example 8.4</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ตัวยึดหมายเลขภาพนิ่ง 1">
            <a:extLst>
              <a:ext uri="{FF2B5EF4-FFF2-40B4-BE49-F238E27FC236}">
                <a16:creationId xmlns:a16="http://schemas.microsoft.com/office/drawing/2014/main" id="{693CAFB3-E530-260D-53DA-563B4F80FB4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8.</a:t>
            </a:r>
            <a:fld id="{D64F3B14-3D3F-7D4E-A8A6-34369F85F9EC}" type="slidenum">
              <a:rPr lang="en-US" altLang="th-TH" sz="2000">
                <a:solidFill>
                  <a:schemeClr val="bg2"/>
                </a:solidFill>
              </a:rPr>
              <a:pPr/>
              <a:t>39</a:t>
            </a:fld>
            <a:endParaRPr lang="en-US" altLang="th-TH" sz="2000">
              <a:solidFill>
                <a:schemeClr val="bg2"/>
              </a:solidFill>
            </a:endParaRPr>
          </a:p>
        </p:txBody>
      </p:sp>
      <p:sp>
        <p:nvSpPr>
          <p:cNvPr id="41987" name="Line 2">
            <a:extLst>
              <a:ext uri="{FF2B5EF4-FFF2-40B4-BE49-F238E27FC236}">
                <a16:creationId xmlns:a16="http://schemas.microsoft.com/office/drawing/2014/main" id="{0D780BBC-0B71-9A3E-5589-F8E41A893270}"/>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41988" name="Line 3">
            <a:extLst>
              <a:ext uri="{FF2B5EF4-FFF2-40B4-BE49-F238E27FC236}">
                <a16:creationId xmlns:a16="http://schemas.microsoft.com/office/drawing/2014/main" id="{332B63B5-B8A3-14EB-1F63-B640305EE7D9}"/>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41989" name="Text Box 4">
            <a:extLst>
              <a:ext uri="{FF2B5EF4-FFF2-40B4-BE49-F238E27FC236}">
                <a16:creationId xmlns:a16="http://schemas.microsoft.com/office/drawing/2014/main" id="{5F02717E-EA93-5842-71E9-B40F7753F317}"/>
              </a:ext>
            </a:extLst>
          </p:cNvPr>
          <p:cNvSpPr txBox="1">
            <a:spLocks noChangeArrowheads="1"/>
          </p:cNvSpPr>
          <p:nvPr/>
        </p:nvSpPr>
        <p:spPr bwMode="auto">
          <a:xfrm>
            <a:off x="304800" y="381000"/>
            <a:ext cx="41100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400">
                <a:solidFill>
                  <a:schemeClr val="folHlink"/>
                </a:solidFill>
                <a:latin typeface="Times New Roman" panose="02020603050405020304" pitchFamily="18" charset="0"/>
              </a:rPr>
              <a:t>Figure 8.19  </a:t>
            </a:r>
            <a:r>
              <a:rPr lang="en-US" altLang="th-TH" sz="2000" i="1">
                <a:latin typeface="Times New Roman" panose="02020603050405020304" pitchFamily="18" charset="0"/>
              </a:rPr>
              <a:t>Time-slot interchange</a:t>
            </a:r>
          </a:p>
        </p:txBody>
      </p:sp>
      <p:sp>
        <p:nvSpPr>
          <p:cNvPr id="41990" name="Line 5">
            <a:extLst>
              <a:ext uri="{FF2B5EF4-FFF2-40B4-BE49-F238E27FC236}">
                <a16:creationId xmlns:a16="http://schemas.microsoft.com/office/drawing/2014/main" id="{25662676-380D-9A0F-BEE1-140E8219F726}"/>
              </a:ext>
            </a:extLst>
          </p:cNvPr>
          <p:cNvSpPr>
            <a:spLocks noChangeShapeType="1"/>
          </p:cNvSpPr>
          <p:nvPr/>
        </p:nvSpPr>
        <p:spPr bwMode="auto">
          <a:xfrm>
            <a:off x="152400" y="6324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pic>
        <p:nvPicPr>
          <p:cNvPr id="41991" name="Picture 6">
            <a:extLst>
              <a:ext uri="{FF2B5EF4-FFF2-40B4-BE49-F238E27FC236}">
                <a16:creationId xmlns:a16="http://schemas.microsoft.com/office/drawing/2014/main" id="{457394BC-CC8D-A29D-9E36-F7317EFA12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003425"/>
            <a:ext cx="7705725" cy="310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ตัวยึดหมายเลขภาพนิ่ง 1">
            <a:extLst>
              <a:ext uri="{FF2B5EF4-FFF2-40B4-BE49-F238E27FC236}">
                <a16:creationId xmlns:a16="http://schemas.microsoft.com/office/drawing/2014/main" id="{90325C5E-D83F-C404-9E0F-0F7E9B39D5F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8.</a:t>
            </a:r>
            <a:fld id="{7BDA52FB-1B59-9D4E-AB48-55C188046A4A}" type="slidenum">
              <a:rPr lang="en-US" altLang="th-TH" sz="2000">
                <a:solidFill>
                  <a:schemeClr val="bg2"/>
                </a:solidFill>
              </a:rPr>
              <a:pPr/>
              <a:t>40</a:t>
            </a:fld>
            <a:endParaRPr lang="en-US" altLang="th-TH" sz="2000">
              <a:solidFill>
                <a:schemeClr val="bg2"/>
              </a:solidFill>
            </a:endParaRPr>
          </a:p>
        </p:txBody>
      </p:sp>
      <p:sp>
        <p:nvSpPr>
          <p:cNvPr id="43011" name="Line 2">
            <a:extLst>
              <a:ext uri="{FF2B5EF4-FFF2-40B4-BE49-F238E27FC236}">
                <a16:creationId xmlns:a16="http://schemas.microsoft.com/office/drawing/2014/main" id="{261CF04D-6DAE-172C-4B83-ABAA845DC26F}"/>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43012" name="Line 3">
            <a:extLst>
              <a:ext uri="{FF2B5EF4-FFF2-40B4-BE49-F238E27FC236}">
                <a16:creationId xmlns:a16="http://schemas.microsoft.com/office/drawing/2014/main" id="{B5D025CE-22F2-89CA-8316-3ED435DCBE21}"/>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43013" name="Text Box 4">
            <a:extLst>
              <a:ext uri="{FF2B5EF4-FFF2-40B4-BE49-F238E27FC236}">
                <a16:creationId xmlns:a16="http://schemas.microsoft.com/office/drawing/2014/main" id="{0F7FAB54-8556-1047-C7D5-EDFAB009B2C3}"/>
              </a:ext>
            </a:extLst>
          </p:cNvPr>
          <p:cNvSpPr txBox="1">
            <a:spLocks noChangeArrowheads="1"/>
          </p:cNvSpPr>
          <p:nvPr/>
        </p:nvSpPr>
        <p:spPr bwMode="auto">
          <a:xfrm>
            <a:off x="304800" y="381000"/>
            <a:ext cx="4264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400">
                <a:solidFill>
                  <a:schemeClr val="folHlink"/>
                </a:solidFill>
                <a:latin typeface="Times New Roman" panose="02020603050405020304" pitchFamily="18" charset="0"/>
              </a:rPr>
              <a:t>Figure 8.20  </a:t>
            </a:r>
            <a:r>
              <a:rPr lang="en-US" altLang="th-TH" sz="2000" i="1">
                <a:latin typeface="Times New Roman" panose="02020603050405020304" pitchFamily="18" charset="0"/>
              </a:rPr>
              <a:t>Time-space-time switch</a:t>
            </a:r>
          </a:p>
        </p:txBody>
      </p:sp>
      <p:sp>
        <p:nvSpPr>
          <p:cNvPr id="43014" name="Line 5">
            <a:extLst>
              <a:ext uri="{FF2B5EF4-FFF2-40B4-BE49-F238E27FC236}">
                <a16:creationId xmlns:a16="http://schemas.microsoft.com/office/drawing/2014/main" id="{281E36F8-BD64-9A30-0CC6-37876D14BC68}"/>
              </a:ext>
            </a:extLst>
          </p:cNvPr>
          <p:cNvSpPr>
            <a:spLocks noChangeShapeType="1"/>
          </p:cNvSpPr>
          <p:nvPr/>
        </p:nvSpPr>
        <p:spPr bwMode="auto">
          <a:xfrm>
            <a:off x="152400" y="6324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pic>
        <p:nvPicPr>
          <p:cNvPr id="43015" name="Picture 6">
            <a:extLst>
              <a:ext uri="{FF2B5EF4-FFF2-40B4-BE49-F238E27FC236}">
                <a16:creationId xmlns:a16="http://schemas.microsoft.com/office/drawing/2014/main" id="{2451ED4C-45E5-EE0D-449C-698818C2BB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7350" y="1327150"/>
            <a:ext cx="8299450" cy="469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ตัวยึดหมายเลขภาพนิ่ง 1">
            <a:extLst>
              <a:ext uri="{FF2B5EF4-FFF2-40B4-BE49-F238E27FC236}">
                <a16:creationId xmlns:a16="http://schemas.microsoft.com/office/drawing/2014/main" id="{BE32AA7F-9EF2-96D3-2CF3-71BB1852FE5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8.</a:t>
            </a:r>
            <a:fld id="{8BDCABD4-225B-5C45-BFC5-BE048F31E804}" type="slidenum">
              <a:rPr lang="en-US" altLang="th-TH" sz="2000">
                <a:solidFill>
                  <a:schemeClr val="bg2"/>
                </a:solidFill>
              </a:rPr>
              <a:pPr/>
              <a:t>41</a:t>
            </a:fld>
            <a:endParaRPr lang="en-US" altLang="th-TH" sz="2000">
              <a:solidFill>
                <a:schemeClr val="bg2"/>
              </a:solidFill>
            </a:endParaRPr>
          </a:p>
        </p:txBody>
      </p:sp>
      <p:sp>
        <p:nvSpPr>
          <p:cNvPr id="44035" name="Line 2">
            <a:extLst>
              <a:ext uri="{FF2B5EF4-FFF2-40B4-BE49-F238E27FC236}">
                <a16:creationId xmlns:a16="http://schemas.microsoft.com/office/drawing/2014/main" id="{7677F9E5-C340-2C4E-C2A5-B8047755B873}"/>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44036" name="Line 3">
            <a:extLst>
              <a:ext uri="{FF2B5EF4-FFF2-40B4-BE49-F238E27FC236}">
                <a16:creationId xmlns:a16="http://schemas.microsoft.com/office/drawing/2014/main" id="{2A2F76DB-59B9-A1EF-752F-24C5306C79E7}"/>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44037" name="Text Box 4">
            <a:extLst>
              <a:ext uri="{FF2B5EF4-FFF2-40B4-BE49-F238E27FC236}">
                <a16:creationId xmlns:a16="http://schemas.microsoft.com/office/drawing/2014/main" id="{66BA6D04-E187-E62B-11EB-C2A3EC83FBF9}"/>
              </a:ext>
            </a:extLst>
          </p:cNvPr>
          <p:cNvSpPr txBox="1">
            <a:spLocks noChangeArrowheads="1"/>
          </p:cNvSpPr>
          <p:nvPr/>
        </p:nvSpPr>
        <p:spPr bwMode="auto">
          <a:xfrm>
            <a:off x="304800" y="381000"/>
            <a:ext cx="4556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400">
                <a:solidFill>
                  <a:schemeClr val="folHlink"/>
                </a:solidFill>
                <a:latin typeface="Times New Roman" panose="02020603050405020304" pitchFamily="18" charset="0"/>
              </a:rPr>
              <a:t>Figure 8.21  </a:t>
            </a:r>
            <a:r>
              <a:rPr lang="en-US" altLang="th-TH" sz="2000" i="1">
                <a:latin typeface="Times New Roman" panose="02020603050405020304" pitchFamily="18" charset="0"/>
              </a:rPr>
              <a:t>Packet switch components</a:t>
            </a:r>
          </a:p>
        </p:txBody>
      </p:sp>
      <p:sp>
        <p:nvSpPr>
          <p:cNvPr id="44038" name="Line 5">
            <a:extLst>
              <a:ext uri="{FF2B5EF4-FFF2-40B4-BE49-F238E27FC236}">
                <a16:creationId xmlns:a16="http://schemas.microsoft.com/office/drawing/2014/main" id="{D5DBF7BE-9008-1D9E-4BF2-96A4583C2DB4}"/>
              </a:ext>
            </a:extLst>
          </p:cNvPr>
          <p:cNvSpPr>
            <a:spLocks noChangeShapeType="1"/>
          </p:cNvSpPr>
          <p:nvPr/>
        </p:nvSpPr>
        <p:spPr bwMode="auto">
          <a:xfrm>
            <a:off x="152400" y="6324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pic>
        <p:nvPicPr>
          <p:cNvPr id="44039" name="Picture 6">
            <a:extLst>
              <a:ext uri="{FF2B5EF4-FFF2-40B4-BE49-F238E27FC236}">
                <a16:creationId xmlns:a16="http://schemas.microsoft.com/office/drawing/2014/main" id="{6DC85AA4-957D-EFC9-8359-41F595B091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5438" y="1649413"/>
            <a:ext cx="8208962" cy="3684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ตัวยึดหมายเลขภาพนิ่ง 1">
            <a:extLst>
              <a:ext uri="{FF2B5EF4-FFF2-40B4-BE49-F238E27FC236}">
                <a16:creationId xmlns:a16="http://schemas.microsoft.com/office/drawing/2014/main" id="{5C2333D5-1B58-0B1A-02AF-4787370E425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8.</a:t>
            </a:r>
            <a:fld id="{03DD9767-073F-CC40-9315-C614E23EB9AA}" type="slidenum">
              <a:rPr lang="en-US" altLang="th-TH" sz="2000">
                <a:solidFill>
                  <a:schemeClr val="bg2"/>
                </a:solidFill>
              </a:rPr>
              <a:pPr/>
              <a:t>42</a:t>
            </a:fld>
            <a:endParaRPr lang="en-US" altLang="th-TH" sz="2000">
              <a:solidFill>
                <a:schemeClr val="bg2"/>
              </a:solidFill>
            </a:endParaRPr>
          </a:p>
        </p:txBody>
      </p:sp>
      <p:sp>
        <p:nvSpPr>
          <p:cNvPr id="45059" name="Line 2">
            <a:extLst>
              <a:ext uri="{FF2B5EF4-FFF2-40B4-BE49-F238E27FC236}">
                <a16:creationId xmlns:a16="http://schemas.microsoft.com/office/drawing/2014/main" id="{D15EEBF8-F987-B79E-2010-53F81236FE52}"/>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45060" name="Line 3">
            <a:extLst>
              <a:ext uri="{FF2B5EF4-FFF2-40B4-BE49-F238E27FC236}">
                <a16:creationId xmlns:a16="http://schemas.microsoft.com/office/drawing/2014/main" id="{36A95DEF-C875-3FA9-1C7C-354356C9B033}"/>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45061" name="Text Box 4">
            <a:extLst>
              <a:ext uri="{FF2B5EF4-FFF2-40B4-BE49-F238E27FC236}">
                <a16:creationId xmlns:a16="http://schemas.microsoft.com/office/drawing/2014/main" id="{C289003B-CC2D-AEEC-9C31-8064E5E296DB}"/>
              </a:ext>
            </a:extLst>
          </p:cNvPr>
          <p:cNvSpPr txBox="1">
            <a:spLocks noChangeArrowheads="1"/>
          </p:cNvSpPr>
          <p:nvPr/>
        </p:nvSpPr>
        <p:spPr bwMode="auto">
          <a:xfrm>
            <a:off x="304800" y="381000"/>
            <a:ext cx="28717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400">
                <a:solidFill>
                  <a:schemeClr val="folHlink"/>
                </a:solidFill>
                <a:latin typeface="Times New Roman" panose="02020603050405020304" pitchFamily="18" charset="0"/>
              </a:rPr>
              <a:t>Figure 8.22  </a:t>
            </a:r>
            <a:r>
              <a:rPr lang="en-US" altLang="th-TH" sz="2000" i="1">
                <a:latin typeface="Times New Roman" panose="02020603050405020304" pitchFamily="18" charset="0"/>
              </a:rPr>
              <a:t>Input port</a:t>
            </a:r>
          </a:p>
        </p:txBody>
      </p:sp>
      <p:sp>
        <p:nvSpPr>
          <p:cNvPr id="45062" name="Line 5">
            <a:extLst>
              <a:ext uri="{FF2B5EF4-FFF2-40B4-BE49-F238E27FC236}">
                <a16:creationId xmlns:a16="http://schemas.microsoft.com/office/drawing/2014/main" id="{41CF1025-9793-0651-767C-4F6411BC21A2}"/>
              </a:ext>
            </a:extLst>
          </p:cNvPr>
          <p:cNvSpPr>
            <a:spLocks noChangeShapeType="1"/>
          </p:cNvSpPr>
          <p:nvPr/>
        </p:nvSpPr>
        <p:spPr bwMode="auto">
          <a:xfrm>
            <a:off x="152400" y="6324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pic>
        <p:nvPicPr>
          <p:cNvPr id="45063" name="Picture 6">
            <a:extLst>
              <a:ext uri="{FF2B5EF4-FFF2-40B4-BE49-F238E27FC236}">
                <a16:creationId xmlns:a16="http://schemas.microsoft.com/office/drawing/2014/main" id="{4EFD73EC-3B52-F29C-5A55-E2C542C20A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288" y="2657475"/>
            <a:ext cx="7504112" cy="168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ตัวยึดหมายเลขภาพนิ่ง 1">
            <a:extLst>
              <a:ext uri="{FF2B5EF4-FFF2-40B4-BE49-F238E27FC236}">
                <a16:creationId xmlns:a16="http://schemas.microsoft.com/office/drawing/2014/main" id="{93D2E3CF-0F03-8710-80EE-9E0B62448DA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8.</a:t>
            </a:r>
            <a:fld id="{52DE218A-B5BF-A94A-B38A-BACB29322B68}" type="slidenum">
              <a:rPr lang="en-US" altLang="th-TH" sz="2000">
                <a:solidFill>
                  <a:schemeClr val="bg2"/>
                </a:solidFill>
              </a:rPr>
              <a:pPr/>
              <a:t>43</a:t>
            </a:fld>
            <a:endParaRPr lang="en-US" altLang="th-TH" sz="2000">
              <a:solidFill>
                <a:schemeClr val="bg2"/>
              </a:solidFill>
            </a:endParaRPr>
          </a:p>
        </p:txBody>
      </p:sp>
      <p:sp>
        <p:nvSpPr>
          <p:cNvPr id="46083" name="Line 2">
            <a:extLst>
              <a:ext uri="{FF2B5EF4-FFF2-40B4-BE49-F238E27FC236}">
                <a16:creationId xmlns:a16="http://schemas.microsoft.com/office/drawing/2014/main" id="{DF98D5E4-EF4E-4297-E656-7DC777894690}"/>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46084" name="Line 3">
            <a:extLst>
              <a:ext uri="{FF2B5EF4-FFF2-40B4-BE49-F238E27FC236}">
                <a16:creationId xmlns:a16="http://schemas.microsoft.com/office/drawing/2014/main" id="{A388D9E8-45FF-FA4C-39E5-3B7CAD28F097}"/>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46085" name="Text Box 4">
            <a:extLst>
              <a:ext uri="{FF2B5EF4-FFF2-40B4-BE49-F238E27FC236}">
                <a16:creationId xmlns:a16="http://schemas.microsoft.com/office/drawing/2014/main" id="{BEB4D4AC-55A1-6726-B470-0882A8A013EF}"/>
              </a:ext>
            </a:extLst>
          </p:cNvPr>
          <p:cNvSpPr txBox="1">
            <a:spLocks noChangeArrowheads="1"/>
          </p:cNvSpPr>
          <p:nvPr/>
        </p:nvSpPr>
        <p:spPr bwMode="auto">
          <a:xfrm>
            <a:off x="304800" y="381000"/>
            <a:ext cx="3027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400">
                <a:solidFill>
                  <a:schemeClr val="folHlink"/>
                </a:solidFill>
                <a:latin typeface="Times New Roman" panose="02020603050405020304" pitchFamily="18" charset="0"/>
              </a:rPr>
              <a:t>Figure 8.23  </a:t>
            </a:r>
            <a:r>
              <a:rPr lang="en-US" altLang="th-TH" sz="2000" i="1">
                <a:latin typeface="Times New Roman" panose="02020603050405020304" pitchFamily="18" charset="0"/>
              </a:rPr>
              <a:t>Output port</a:t>
            </a:r>
          </a:p>
        </p:txBody>
      </p:sp>
      <p:sp>
        <p:nvSpPr>
          <p:cNvPr id="46086" name="Line 5">
            <a:extLst>
              <a:ext uri="{FF2B5EF4-FFF2-40B4-BE49-F238E27FC236}">
                <a16:creationId xmlns:a16="http://schemas.microsoft.com/office/drawing/2014/main" id="{56F0F6C0-507B-E691-B1F3-0CAF9C62A741}"/>
              </a:ext>
            </a:extLst>
          </p:cNvPr>
          <p:cNvSpPr>
            <a:spLocks noChangeShapeType="1"/>
          </p:cNvSpPr>
          <p:nvPr/>
        </p:nvSpPr>
        <p:spPr bwMode="auto">
          <a:xfrm>
            <a:off x="152400" y="6324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pic>
        <p:nvPicPr>
          <p:cNvPr id="46087" name="Picture 6">
            <a:extLst>
              <a:ext uri="{FF2B5EF4-FFF2-40B4-BE49-F238E27FC236}">
                <a16:creationId xmlns:a16="http://schemas.microsoft.com/office/drawing/2014/main" id="{3A7CDA9F-66CF-A53E-73BD-289BBBA477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713" y="2505075"/>
            <a:ext cx="7659687" cy="168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ตัวยึดหมายเลขภาพนิ่ง 1">
            <a:extLst>
              <a:ext uri="{FF2B5EF4-FFF2-40B4-BE49-F238E27FC236}">
                <a16:creationId xmlns:a16="http://schemas.microsoft.com/office/drawing/2014/main" id="{ED13C81D-754D-3FEB-8E4A-B104D667539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8.</a:t>
            </a:r>
            <a:fld id="{8230DBD1-D13B-EB4B-A98F-78CEA920F027}" type="slidenum">
              <a:rPr lang="en-US" altLang="th-TH" sz="2000">
                <a:solidFill>
                  <a:schemeClr val="bg2"/>
                </a:solidFill>
              </a:rPr>
              <a:pPr/>
              <a:t>44</a:t>
            </a:fld>
            <a:endParaRPr lang="en-US" altLang="th-TH" sz="2000">
              <a:solidFill>
                <a:schemeClr val="bg2"/>
              </a:solidFill>
            </a:endParaRPr>
          </a:p>
        </p:txBody>
      </p:sp>
      <p:sp>
        <p:nvSpPr>
          <p:cNvPr id="47107" name="Line 2">
            <a:extLst>
              <a:ext uri="{FF2B5EF4-FFF2-40B4-BE49-F238E27FC236}">
                <a16:creationId xmlns:a16="http://schemas.microsoft.com/office/drawing/2014/main" id="{1E2838D5-CF98-EB53-AEC4-1FCF4906D0F3}"/>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47108" name="Line 3">
            <a:extLst>
              <a:ext uri="{FF2B5EF4-FFF2-40B4-BE49-F238E27FC236}">
                <a16:creationId xmlns:a16="http://schemas.microsoft.com/office/drawing/2014/main" id="{69BEA630-935B-DB19-D481-4DED18188FEA}"/>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47109" name="Text Box 4">
            <a:extLst>
              <a:ext uri="{FF2B5EF4-FFF2-40B4-BE49-F238E27FC236}">
                <a16:creationId xmlns:a16="http://schemas.microsoft.com/office/drawing/2014/main" id="{BA6C3F29-7732-BC6E-9FEA-0C94C93C289C}"/>
              </a:ext>
            </a:extLst>
          </p:cNvPr>
          <p:cNvSpPr txBox="1">
            <a:spLocks noChangeArrowheads="1"/>
          </p:cNvSpPr>
          <p:nvPr/>
        </p:nvSpPr>
        <p:spPr bwMode="auto">
          <a:xfrm>
            <a:off x="304800" y="381000"/>
            <a:ext cx="3467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400">
                <a:solidFill>
                  <a:schemeClr val="folHlink"/>
                </a:solidFill>
                <a:latin typeface="Times New Roman" panose="02020603050405020304" pitchFamily="18" charset="0"/>
              </a:rPr>
              <a:t>Figure 8.24 </a:t>
            </a:r>
            <a:r>
              <a:rPr lang="en-US" altLang="th-TH" sz="2000" i="1">
                <a:latin typeface="Times New Roman" panose="02020603050405020304" pitchFamily="18" charset="0"/>
              </a:rPr>
              <a:t>A banyan switch</a:t>
            </a:r>
          </a:p>
        </p:txBody>
      </p:sp>
      <p:sp>
        <p:nvSpPr>
          <p:cNvPr id="47110" name="Line 5">
            <a:extLst>
              <a:ext uri="{FF2B5EF4-FFF2-40B4-BE49-F238E27FC236}">
                <a16:creationId xmlns:a16="http://schemas.microsoft.com/office/drawing/2014/main" id="{79CA12FE-AB58-FFC8-D821-4B2F2E1CA033}"/>
              </a:ext>
            </a:extLst>
          </p:cNvPr>
          <p:cNvSpPr>
            <a:spLocks noChangeShapeType="1"/>
          </p:cNvSpPr>
          <p:nvPr/>
        </p:nvSpPr>
        <p:spPr bwMode="auto">
          <a:xfrm>
            <a:off x="152400" y="6324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pic>
        <p:nvPicPr>
          <p:cNvPr id="47111" name="Picture 6">
            <a:extLst>
              <a:ext uri="{FF2B5EF4-FFF2-40B4-BE49-F238E27FC236}">
                <a16:creationId xmlns:a16="http://schemas.microsoft.com/office/drawing/2014/main" id="{6C893838-8BD2-20A3-4F14-3BE633C6D4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888" y="1371600"/>
            <a:ext cx="6462712" cy="418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ตัวยึดหมายเลขภาพนิ่ง 1">
            <a:extLst>
              <a:ext uri="{FF2B5EF4-FFF2-40B4-BE49-F238E27FC236}">
                <a16:creationId xmlns:a16="http://schemas.microsoft.com/office/drawing/2014/main" id="{C7198A30-ABCE-DF89-49C9-C873273AD1A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8.</a:t>
            </a:r>
            <a:fld id="{CC227DD3-D579-7243-8DBA-1AC918398AC1}" type="slidenum">
              <a:rPr lang="en-US" altLang="th-TH" sz="2000">
                <a:solidFill>
                  <a:schemeClr val="bg2"/>
                </a:solidFill>
              </a:rPr>
              <a:pPr/>
              <a:t>45</a:t>
            </a:fld>
            <a:endParaRPr lang="en-US" altLang="th-TH" sz="2000">
              <a:solidFill>
                <a:schemeClr val="bg2"/>
              </a:solidFill>
            </a:endParaRPr>
          </a:p>
        </p:txBody>
      </p:sp>
      <p:sp>
        <p:nvSpPr>
          <p:cNvPr id="48131" name="Line 2">
            <a:extLst>
              <a:ext uri="{FF2B5EF4-FFF2-40B4-BE49-F238E27FC236}">
                <a16:creationId xmlns:a16="http://schemas.microsoft.com/office/drawing/2014/main" id="{14CC93FA-521B-8BC7-24B7-FA33634319EC}"/>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48132" name="Line 3">
            <a:extLst>
              <a:ext uri="{FF2B5EF4-FFF2-40B4-BE49-F238E27FC236}">
                <a16:creationId xmlns:a16="http://schemas.microsoft.com/office/drawing/2014/main" id="{1F59B7BB-3D39-884C-EFD8-A9FA29EAC03C}"/>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48133" name="Text Box 4">
            <a:extLst>
              <a:ext uri="{FF2B5EF4-FFF2-40B4-BE49-F238E27FC236}">
                <a16:creationId xmlns:a16="http://schemas.microsoft.com/office/drawing/2014/main" id="{4F2DCF34-65F5-58A6-029C-B8B5F8CF14C3}"/>
              </a:ext>
            </a:extLst>
          </p:cNvPr>
          <p:cNvSpPr txBox="1">
            <a:spLocks noChangeArrowheads="1"/>
          </p:cNvSpPr>
          <p:nvPr/>
        </p:nvSpPr>
        <p:spPr bwMode="auto">
          <a:xfrm>
            <a:off x="304800" y="381000"/>
            <a:ext cx="59801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400">
                <a:solidFill>
                  <a:schemeClr val="folHlink"/>
                </a:solidFill>
                <a:latin typeface="Times New Roman" panose="02020603050405020304" pitchFamily="18" charset="0"/>
              </a:rPr>
              <a:t>Figure 8.25  </a:t>
            </a:r>
            <a:r>
              <a:rPr lang="en-US" altLang="th-TH" sz="2000" i="1">
                <a:latin typeface="Times New Roman" panose="02020603050405020304" pitchFamily="18" charset="0"/>
              </a:rPr>
              <a:t>Examples of routing in a banyan switch</a:t>
            </a:r>
          </a:p>
        </p:txBody>
      </p:sp>
      <p:sp>
        <p:nvSpPr>
          <p:cNvPr id="48134" name="Line 5">
            <a:extLst>
              <a:ext uri="{FF2B5EF4-FFF2-40B4-BE49-F238E27FC236}">
                <a16:creationId xmlns:a16="http://schemas.microsoft.com/office/drawing/2014/main" id="{35794813-A868-3961-3D76-816B36197716}"/>
              </a:ext>
            </a:extLst>
          </p:cNvPr>
          <p:cNvSpPr>
            <a:spLocks noChangeShapeType="1"/>
          </p:cNvSpPr>
          <p:nvPr/>
        </p:nvSpPr>
        <p:spPr bwMode="auto">
          <a:xfrm>
            <a:off x="152400" y="6324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pic>
        <p:nvPicPr>
          <p:cNvPr id="48135" name="Picture 6">
            <a:extLst>
              <a:ext uri="{FF2B5EF4-FFF2-40B4-BE49-F238E27FC236}">
                <a16:creationId xmlns:a16="http://schemas.microsoft.com/office/drawing/2014/main" id="{3781F0DC-E633-BF25-420E-387D13FE3C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068513"/>
            <a:ext cx="8510588" cy="334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ตัวยึดหมายเลขภาพนิ่ง 1">
            <a:extLst>
              <a:ext uri="{FF2B5EF4-FFF2-40B4-BE49-F238E27FC236}">
                <a16:creationId xmlns:a16="http://schemas.microsoft.com/office/drawing/2014/main" id="{7B3AF7F6-8125-48ED-2621-4D354296917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8.</a:t>
            </a:r>
            <a:fld id="{9411BA7E-CFFB-B94B-ACB9-BDBD93BE2935}" type="slidenum">
              <a:rPr lang="en-US" altLang="th-TH" sz="2000">
                <a:solidFill>
                  <a:schemeClr val="bg2"/>
                </a:solidFill>
              </a:rPr>
              <a:pPr/>
              <a:t>46</a:t>
            </a:fld>
            <a:endParaRPr lang="en-US" altLang="th-TH" sz="2000">
              <a:solidFill>
                <a:schemeClr val="bg2"/>
              </a:solidFill>
            </a:endParaRPr>
          </a:p>
        </p:txBody>
      </p:sp>
      <p:sp>
        <p:nvSpPr>
          <p:cNvPr id="49155" name="Line 2">
            <a:extLst>
              <a:ext uri="{FF2B5EF4-FFF2-40B4-BE49-F238E27FC236}">
                <a16:creationId xmlns:a16="http://schemas.microsoft.com/office/drawing/2014/main" id="{398802CB-758F-B474-9A18-16D9924898E7}"/>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49156" name="Line 3">
            <a:extLst>
              <a:ext uri="{FF2B5EF4-FFF2-40B4-BE49-F238E27FC236}">
                <a16:creationId xmlns:a16="http://schemas.microsoft.com/office/drawing/2014/main" id="{F67217EE-4771-B5E5-636C-6B85FF808DF4}"/>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sp>
        <p:nvSpPr>
          <p:cNvPr id="49157" name="Text Box 4">
            <a:extLst>
              <a:ext uri="{FF2B5EF4-FFF2-40B4-BE49-F238E27FC236}">
                <a16:creationId xmlns:a16="http://schemas.microsoft.com/office/drawing/2014/main" id="{9CA81E5C-556C-2871-F58B-DD8D88BBCF73}"/>
              </a:ext>
            </a:extLst>
          </p:cNvPr>
          <p:cNvSpPr txBox="1">
            <a:spLocks noChangeArrowheads="1"/>
          </p:cNvSpPr>
          <p:nvPr/>
        </p:nvSpPr>
        <p:spPr bwMode="auto">
          <a:xfrm>
            <a:off x="304800" y="381000"/>
            <a:ext cx="4225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400">
                <a:solidFill>
                  <a:schemeClr val="folHlink"/>
                </a:solidFill>
                <a:latin typeface="Times New Roman" panose="02020603050405020304" pitchFamily="18" charset="0"/>
              </a:rPr>
              <a:t>Figure 8.26  </a:t>
            </a:r>
            <a:r>
              <a:rPr lang="en-US" altLang="th-TH" sz="2000" i="1">
                <a:latin typeface="Times New Roman" panose="02020603050405020304" pitchFamily="18" charset="0"/>
              </a:rPr>
              <a:t>Batcher-banyan switch</a:t>
            </a:r>
          </a:p>
        </p:txBody>
      </p:sp>
      <p:sp>
        <p:nvSpPr>
          <p:cNvPr id="49158" name="Line 5">
            <a:extLst>
              <a:ext uri="{FF2B5EF4-FFF2-40B4-BE49-F238E27FC236}">
                <a16:creationId xmlns:a16="http://schemas.microsoft.com/office/drawing/2014/main" id="{867D2ACD-981C-4708-97A4-881CFDACD9C7}"/>
              </a:ext>
            </a:extLst>
          </p:cNvPr>
          <p:cNvSpPr>
            <a:spLocks noChangeShapeType="1"/>
          </p:cNvSpPr>
          <p:nvPr/>
        </p:nvSpPr>
        <p:spPr bwMode="auto">
          <a:xfrm>
            <a:off x="152400" y="6324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th-TH"/>
          </a:p>
        </p:txBody>
      </p:sp>
      <p:pic>
        <p:nvPicPr>
          <p:cNvPr id="49159" name="Picture 6">
            <a:extLst>
              <a:ext uri="{FF2B5EF4-FFF2-40B4-BE49-F238E27FC236}">
                <a16:creationId xmlns:a16="http://schemas.microsoft.com/office/drawing/2014/main" id="{C627C541-8E94-C952-D621-4C8623878A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8150" y="1957388"/>
            <a:ext cx="8172450" cy="314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ตัวยึดหมายเลขภาพนิ่ง 1">
            <a:extLst>
              <a:ext uri="{FF2B5EF4-FFF2-40B4-BE49-F238E27FC236}">
                <a16:creationId xmlns:a16="http://schemas.microsoft.com/office/drawing/2014/main" id="{ACDC78FC-C9B9-E616-3014-8DC451B4A05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th-TH" sz="2000">
                <a:solidFill>
                  <a:schemeClr val="bg2"/>
                </a:solidFill>
              </a:rPr>
              <a:t>8.</a:t>
            </a:r>
            <a:fld id="{6CDEF0EF-E58C-A343-881C-E1C089757BD5}" type="slidenum">
              <a:rPr lang="en-US" altLang="th-TH" sz="2000">
                <a:solidFill>
                  <a:schemeClr val="bg2"/>
                </a:solidFill>
              </a:rPr>
              <a:pPr/>
              <a:t>47</a:t>
            </a:fld>
            <a:endParaRPr lang="en-US" altLang="th-TH" sz="2000">
              <a:solidFill>
                <a:schemeClr val="bg2"/>
              </a:solidFill>
            </a:endParaRPr>
          </a:p>
        </p:txBody>
      </p:sp>
      <p:pic>
        <p:nvPicPr>
          <p:cNvPr id="50179" name="Picture 6">
            <a:extLst>
              <a:ext uri="{FF2B5EF4-FFF2-40B4-BE49-F238E27FC236}">
                <a16:creationId xmlns:a16="http://schemas.microsoft.com/office/drawing/2014/main" id="{CBB0EEE5-A9F7-17F5-0C58-1A88878A7F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676400"/>
            <a:ext cx="8229600" cy="3840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3200" b="1"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3200" b="1" i="0" u="none" strike="noStrike" cap="none" normalizeH="0" baseline="0" smtClean="0">
            <a:ln>
              <a:noFill/>
            </a:ln>
            <a:solidFill>
              <a:schemeClr val="tx1"/>
            </a:solidFill>
            <a:effectLst/>
            <a:latin typeface="Arial"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ชุดรูปแบบของ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72FDA6E5C9AED4F8EFF71A80BEF2000" ma:contentTypeVersion="0" ma:contentTypeDescription="Create a new document." ma:contentTypeScope="" ma:versionID="73e4c27a01eba597f42058eb809988a9">
  <xsd:schema xmlns:xsd="http://www.w3.org/2001/XMLSchema" xmlns:xs="http://www.w3.org/2001/XMLSchema" xmlns:p="http://schemas.microsoft.com/office/2006/metadata/properties" targetNamespace="http://schemas.microsoft.com/office/2006/metadata/properties" ma:root="true" ma:fieldsID="4b795196365d0a2ba85bf44c386000f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D1AF654-D124-48BD-8AFB-DE457028602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4966848E-537B-4E2B-96CF-121ED865E6A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2756</TotalTime>
  <Words>1250</Words>
  <Application>Microsoft Macintosh PowerPoint</Application>
  <PresentationFormat>นำเสนอทางหน้าจอ (4:3)</PresentationFormat>
  <Paragraphs>186</Paragraphs>
  <Slides>47</Slides>
  <Notes>46</Notes>
  <HiddenSlides>0</HiddenSlides>
  <MMClips>0</MMClips>
  <ScaleCrop>false</ScaleCrop>
  <HeadingPairs>
    <vt:vector size="6" baseType="variant">
      <vt:variant>
        <vt:lpstr>ฟอนต์ที่ถูกใช้</vt:lpstr>
      </vt:variant>
      <vt:variant>
        <vt:i4>7</vt:i4>
      </vt:variant>
      <vt:variant>
        <vt:lpstr>ธีม</vt:lpstr>
      </vt:variant>
      <vt:variant>
        <vt:i4>1</vt:i4>
      </vt:variant>
      <vt:variant>
        <vt:lpstr>ชื่อเรื่องสไลด์</vt:lpstr>
      </vt:variant>
      <vt:variant>
        <vt:i4>47</vt:i4>
      </vt:variant>
    </vt:vector>
  </HeadingPairs>
  <TitlesOfParts>
    <vt:vector size="55" baseType="lpstr">
      <vt:lpstr>Arial</vt:lpstr>
      <vt:lpstr>Tahoma</vt:lpstr>
      <vt:lpstr>Wingdings</vt:lpstr>
      <vt:lpstr>Times New Roman</vt:lpstr>
      <vt:lpstr>McGrawHill-Italic</vt:lpstr>
      <vt:lpstr>Times</vt:lpstr>
      <vt:lpstr>Cordia New</vt:lpstr>
      <vt:lpstr>Blends</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lpstr>งานนำเสนอ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Valued Gateway Client</dc:creator>
  <cp:lastModifiedBy>THEERAPAT POORAYA</cp:lastModifiedBy>
  <cp:revision>177</cp:revision>
  <dcterms:created xsi:type="dcterms:W3CDTF">2000-01-15T04:50:39Z</dcterms:created>
  <dcterms:modified xsi:type="dcterms:W3CDTF">2026-10-19T02:42:01Z</dcterms:modified>
</cp:coreProperties>
</file>