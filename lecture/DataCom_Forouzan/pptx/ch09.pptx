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 autoCompressPictures="0">
  <p:sldMasterIdLst>
    <p:sldMasterId id="2147483649" r:id="rId3"/>
  </p:sldMasterIdLst>
  <p:notesMasterIdLst>
    <p:notesMasterId r:id="rId41"/>
  </p:notesMasterIdLst>
  <p:sldIdLst>
    <p:sldId id="782" r:id="rId4"/>
    <p:sldId id="535" r:id="rId5"/>
    <p:sldId id="781" r:id="rId6"/>
    <p:sldId id="768" r:id="rId7"/>
    <p:sldId id="751" r:id="rId8"/>
    <p:sldId id="752" r:id="rId9"/>
    <p:sldId id="769" r:id="rId10"/>
    <p:sldId id="753" r:id="rId11"/>
    <p:sldId id="754" r:id="rId12"/>
    <p:sldId id="746" r:id="rId13"/>
    <p:sldId id="755" r:id="rId14"/>
    <p:sldId id="770" r:id="rId15"/>
    <p:sldId id="756" r:id="rId16"/>
    <p:sldId id="757" r:id="rId17"/>
    <p:sldId id="758" r:id="rId18"/>
    <p:sldId id="747" r:id="rId19"/>
    <p:sldId id="771" r:id="rId20"/>
    <p:sldId id="772" r:id="rId21"/>
    <p:sldId id="773" r:id="rId22"/>
    <p:sldId id="759" r:id="rId23"/>
    <p:sldId id="760" r:id="rId24"/>
    <p:sldId id="761" r:id="rId25"/>
    <p:sldId id="762" r:id="rId26"/>
    <p:sldId id="780" r:id="rId27"/>
    <p:sldId id="748" r:id="rId28"/>
    <p:sldId id="763" r:id="rId29"/>
    <p:sldId id="774" r:id="rId30"/>
    <p:sldId id="764" r:id="rId31"/>
    <p:sldId id="775" r:id="rId32"/>
    <p:sldId id="749" r:id="rId33"/>
    <p:sldId id="765" r:id="rId34"/>
    <p:sldId id="776" r:id="rId35"/>
    <p:sldId id="777" r:id="rId36"/>
    <p:sldId id="778" r:id="rId37"/>
    <p:sldId id="779" r:id="rId38"/>
    <p:sldId id="766" r:id="rId39"/>
    <p:sldId id="767" r:id="rId4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83" autoAdjust="0"/>
    <p:restoredTop sz="94670" autoAdjust="0"/>
  </p:normalViewPr>
  <p:slideViewPr>
    <p:cSldViewPr>
      <p:cViewPr varScale="1">
        <p:scale>
          <a:sx n="117" d="100"/>
          <a:sy n="117" d="100"/>
        </p:scale>
        <p:origin x="147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0" Type="http://schemas.openxmlformats.org/officeDocument/2006/relationships/slide" Target="slides/slide17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46" name="Rectangle 2">
            <a:extLst>
              <a:ext uri="{FF2B5EF4-FFF2-40B4-BE49-F238E27FC236}">
                <a16:creationId xmlns:a16="http://schemas.microsoft.com/office/drawing/2014/main" id="{51FBC6C0-534F-2AE9-E599-E5BB50DA0C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 altLang="th-TH"/>
          </a:p>
        </p:txBody>
      </p:sp>
      <p:sp>
        <p:nvSpPr>
          <p:cNvPr id="902147" name="Rectangle 3">
            <a:extLst>
              <a:ext uri="{FF2B5EF4-FFF2-40B4-BE49-F238E27FC236}">
                <a16:creationId xmlns:a16="http://schemas.microsoft.com/office/drawing/2014/main" id="{AB08D57A-3AEF-FDD6-1219-4445FC8D63A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 altLang="th-TH"/>
          </a:p>
        </p:txBody>
      </p:sp>
      <p:sp>
        <p:nvSpPr>
          <p:cNvPr id="902148" name="Rectangle 4">
            <a:extLst>
              <a:ext uri="{FF2B5EF4-FFF2-40B4-BE49-F238E27FC236}">
                <a16:creationId xmlns:a16="http://schemas.microsoft.com/office/drawing/2014/main" id="{0F173C9B-6D71-E65E-52A8-9403E0645CFF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02149" name="Rectangle 5">
            <a:extLst>
              <a:ext uri="{FF2B5EF4-FFF2-40B4-BE49-F238E27FC236}">
                <a16:creationId xmlns:a16="http://schemas.microsoft.com/office/drawing/2014/main" id="{632ED519-CB0C-0C81-B5F1-EFA13D59B02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h-TH"/>
              <a:t>Click to edit Master text styles</a:t>
            </a:r>
          </a:p>
          <a:p>
            <a:pPr lvl="1"/>
            <a:r>
              <a:rPr lang="en-US" altLang="th-TH"/>
              <a:t>Second level</a:t>
            </a:r>
          </a:p>
          <a:p>
            <a:pPr lvl="2"/>
            <a:r>
              <a:rPr lang="en-US" altLang="th-TH"/>
              <a:t>Third level</a:t>
            </a:r>
          </a:p>
          <a:p>
            <a:pPr lvl="3"/>
            <a:r>
              <a:rPr lang="en-US" altLang="th-TH"/>
              <a:t>Fourth level</a:t>
            </a:r>
          </a:p>
          <a:p>
            <a:pPr lvl="4"/>
            <a:r>
              <a:rPr lang="en-US" altLang="th-TH"/>
              <a:t>Fifth level</a:t>
            </a:r>
          </a:p>
        </p:txBody>
      </p:sp>
      <p:sp>
        <p:nvSpPr>
          <p:cNvPr id="902150" name="Rectangle 6">
            <a:extLst>
              <a:ext uri="{FF2B5EF4-FFF2-40B4-BE49-F238E27FC236}">
                <a16:creationId xmlns:a16="http://schemas.microsoft.com/office/drawing/2014/main" id="{74B93C12-549A-9BEC-B11F-6E2CED9F70F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 altLang="th-TH"/>
          </a:p>
        </p:txBody>
      </p:sp>
      <p:sp>
        <p:nvSpPr>
          <p:cNvPr id="902151" name="Rectangle 7">
            <a:extLst>
              <a:ext uri="{FF2B5EF4-FFF2-40B4-BE49-F238E27FC236}">
                <a16:creationId xmlns:a16="http://schemas.microsoft.com/office/drawing/2014/main" id="{113311D4-8EB5-8FCC-7A58-762B965764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1A5A3DC5-5439-E548-9F72-C86D37FB59F9}" type="slidenum">
              <a:rPr lang="en-US" altLang="th-TH"/>
              <a:pPr/>
              <a:t>‹#›</a:t>
            </a:fld>
            <a:endParaRPr lang="en-US" alt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0E68E47-42AB-231C-7ADB-2F1536B1AC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AA79F4-962E-FE4C-B753-6B9B44FAE6AB}" type="slidenum">
              <a:rPr lang="en-US" altLang="th-TH"/>
              <a:pPr/>
              <a:t>1</a:t>
            </a:fld>
            <a:endParaRPr lang="en-US" altLang="th-TH"/>
          </a:p>
        </p:txBody>
      </p:sp>
      <p:sp>
        <p:nvSpPr>
          <p:cNvPr id="942082" name="Rectangle 2">
            <a:extLst>
              <a:ext uri="{FF2B5EF4-FFF2-40B4-BE49-F238E27FC236}">
                <a16:creationId xmlns:a16="http://schemas.microsoft.com/office/drawing/2014/main" id="{3F5D89EE-22AD-38DA-4E66-F2A56B573CF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083" name="Rectangle 3">
            <a:extLst>
              <a:ext uri="{FF2B5EF4-FFF2-40B4-BE49-F238E27FC236}">
                <a16:creationId xmlns:a16="http://schemas.microsoft.com/office/drawing/2014/main" id="{6B93CE6F-C22D-8333-8AEF-EB5BD90FF0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9C187E8-35BA-65BC-0A72-5827935BB7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DE8560-2D55-2644-947B-81488B9E915D}" type="slidenum">
              <a:rPr lang="en-US" altLang="th-TH"/>
              <a:pPr/>
              <a:t>2</a:t>
            </a:fld>
            <a:endParaRPr lang="en-US" altLang="th-TH"/>
          </a:p>
        </p:txBody>
      </p:sp>
      <p:sp>
        <p:nvSpPr>
          <p:cNvPr id="904194" name="Rectangle 2">
            <a:extLst>
              <a:ext uri="{FF2B5EF4-FFF2-40B4-BE49-F238E27FC236}">
                <a16:creationId xmlns:a16="http://schemas.microsoft.com/office/drawing/2014/main" id="{6095B2B6-94AE-503A-C96F-9DD2C5292B4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4195" name="Rectangle 3">
            <a:extLst>
              <a:ext uri="{FF2B5EF4-FFF2-40B4-BE49-F238E27FC236}">
                <a16:creationId xmlns:a16="http://schemas.microsoft.com/office/drawing/2014/main" id="{6A9898F4-AEA7-7F94-0322-883DE0E894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B1F9191-0F42-7FB1-F1DE-9832D04903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84E846-A436-3D41-A906-A9B316E9E487}" type="slidenum">
              <a:rPr lang="en-US" altLang="th-TH"/>
              <a:pPr/>
              <a:t>3</a:t>
            </a:fld>
            <a:endParaRPr lang="en-US" altLang="th-TH"/>
          </a:p>
        </p:txBody>
      </p:sp>
      <p:sp>
        <p:nvSpPr>
          <p:cNvPr id="905218" name="Rectangle 2">
            <a:extLst>
              <a:ext uri="{FF2B5EF4-FFF2-40B4-BE49-F238E27FC236}">
                <a16:creationId xmlns:a16="http://schemas.microsoft.com/office/drawing/2014/main" id="{BC3BC653-AF12-9AF7-7804-06EDC1BDB4F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5219" name="Rectangle 3">
            <a:extLst>
              <a:ext uri="{FF2B5EF4-FFF2-40B4-BE49-F238E27FC236}">
                <a16:creationId xmlns:a16="http://schemas.microsoft.com/office/drawing/2014/main" id="{5B750294-496C-0B0B-B1E5-523DB9BD2C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21AD82B-BBAE-77B9-EEC4-901D1023F8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CBD95B-4ACB-234C-8B5B-560E504DA1BF}" type="slidenum">
              <a:rPr lang="en-US" altLang="th-TH"/>
              <a:pPr/>
              <a:t>4</a:t>
            </a:fld>
            <a:endParaRPr lang="en-US" altLang="th-TH"/>
          </a:p>
        </p:txBody>
      </p:sp>
      <p:sp>
        <p:nvSpPr>
          <p:cNvPr id="906242" name="Rectangle 2">
            <a:extLst>
              <a:ext uri="{FF2B5EF4-FFF2-40B4-BE49-F238E27FC236}">
                <a16:creationId xmlns:a16="http://schemas.microsoft.com/office/drawing/2014/main" id="{65A1D521-8C1B-44C1-F091-4951C08F17B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6243" name="Rectangle 3">
            <a:extLst>
              <a:ext uri="{FF2B5EF4-FFF2-40B4-BE49-F238E27FC236}">
                <a16:creationId xmlns:a16="http://schemas.microsoft.com/office/drawing/2014/main" id="{23018C91-D034-3E7D-C467-5A0BF78AB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8CFFEE0-EC58-B5EA-B029-6D8449A431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FD45C6-67CB-B647-A0CC-0CC5419262AA}" type="slidenum">
              <a:rPr lang="en-US" altLang="th-TH"/>
              <a:pPr/>
              <a:t>5</a:t>
            </a:fld>
            <a:endParaRPr lang="en-US" altLang="th-TH"/>
          </a:p>
        </p:txBody>
      </p:sp>
      <p:sp>
        <p:nvSpPr>
          <p:cNvPr id="907266" name="Rectangle 2">
            <a:extLst>
              <a:ext uri="{FF2B5EF4-FFF2-40B4-BE49-F238E27FC236}">
                <a16:creationId xmlns:a16="http://schemas.microsoft.com/office/drawing/2014/main" id="{958F386A-D4AA-CE85-B8DB-B15F3CC3107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7267" name="Rectangle 3">
            <a:extLst>
              <a:ext uri="{FF2B5EF4-FFF2-40B4-BE49-F238E27FC236}">
                <a16:creationId xmlns:a16="http://schemas.microsoft.com/office/drawing/2014/main" id="{60BF04E5-389D-EBFC-DFF5-9689BD05A3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0F3D338-ACB1-06C6-193B-2961AAE453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6F9C46-05B3-3844-8328-69FEE10DC908}" type="slidenum">
              <a:rPr lang="en-US" altLang="th-TH"/>
              <a:pPr/>
              <a:t>6</a:t>
            </a:fld>
            <a:endParaRPr lang="en-US" altLang="th-TH"/>
          </a:p>
        </p:txBody>
      </p:sp>
      <p:sp>
        <p:nvSpPr>
          <p:cNvPr id="908290" name="Rectangle 2">
            <a:extLst>
              <a:ext uri="{FF2B5EF4-FFF2-40B4-BE49-F238E27FC236}">
                <a16:creationId xmlns:a16="http://schemas.microsoft.com/office/drawing/2014/main" id="{6C29692E-0438-2AE9-B1B2-D1E557CA6A6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>
            <a:extLst>
              <a:ext uri="{FF2B5EF4-FFF2-40B4-BE49-F238E27FC236}">
                <a16:creationId xmlns:a16="http://schemas.microsoft.com/office/drawing/2014/main" id="{4A1DF3C3-3903-B0A1-1356-9B55E1603C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4219310-566A-4F61-913C-2B9EE595C9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F3BA8D-621A-AB42-9B56-0C3368E44782}" type="slidenum">
              <a:rPr lang="en-US" altLang="th-TH"/>
              <a:pPr/>
              <a:t>7</a:t>
            </a:fld>
            <a:endParaRPr lang="en-US" altLang="th-TH"/>
          </a:p>
        </p:txBody>
      </p:sp>
      <p:sp>
        <p:nvSpPr>
          <p:cNvPr id="909314" name="Rectangle 2">
            <a:extLst>
              <a:ext uri="{FF2B5EF4-FFF2-40B4-BE49-F238E27FC236}">
                <a16:creationId xmlns:a16="http://schemas.microsoft.com/office/drawing/2014/main" id="{F9930249-0CD7-179B-72F3-B95D2288F4D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9315" name="Rectangle 3">
            <a:extLst>
              <a:ext uri="{FF2B5EF4-FFF2-40B4-BE49-F238E27FC236}">
                <a16:creationId xmlns:a16="http://schemas.microsoft.com/office/drawing/2014/main" id="{71AA8456-C8C8-AAD3-832E-748E0B989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EC136F8-2C32-F7E4-3240-71DB7DBDBE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E59C90-FCBB-3C4D-8193-AD51F8A1C296}" type="slidenum">
              <a:rPr lang="en-US" altLang="th-TH"/>
              <a:pPr/>
              <a:t>8</a:t>
            </a:fld>
            <a:endParaRPr lang="en-US" altLang="th-TH"/>
          </a:p>
        </p:txBody>
      </p:sp>
      <p:sp>
        <p:nvSpPr>
          <p:cNvPr id="910338" name="Rectangle 2">
            <a:extLst>
              <a:ext uri="{FF2B5EF4-FFF2-40B4-BE49-F238E27FC236}">
                <a16:creationId xmlns:a16="http://schemas.microsoft.com/office/drawing/2014/main" id="{70CDD57E-1969-5A4B-6E43-B25CA6C96A3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0339" name="Rectangle 3">
            <a:extLst>
              <a:ext uri="{FF2B5EF4-FFF2-40B4-BE49-F238E27FC236}">
                <a16:creationId xmlns:a16="http://schemas.microsoft.com/office/drawing/2014/main" id="{7BF4A7AB-7BC7-78EE-2F15-D444AD5575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AB0A7D4-A459-98AE-DD8C-BD0D09BF68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BE3C9A-930F-F04E-831D-88EE8D5301A2}" type="slidenum">
              <a:rPr lang="en-US" altLang="th-TH"/>
              <a:pPr/>
              <a:t>9</a:t>
            </a:fld>
            <a:endParaRPr lang="en-US" altLang="th-TH"/>
          </a:p>
        </p:txBody>
      </p:sp>
      <p:sp>
        <p:nvSpPr>
          <p:cNvPr id="911362" name="Rectangle 2">
            <a:extLst>
              <a:ext uri="{FF2B5EF4-FFF2-40B4-BE49-F238E27FC236}">
                <a16:creationId xmlns:a16="http://schemas.microsoft.com/office/drawing/2014/main" id="{B19D0C1C-E6AC-4273-A7B3-0708B19C09C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63" name="Rectangle 3">
            <a:extLst>
              <a:ext uri="{FF2B5EF4-FFF2-40B4-BE49-F238E27FC236}">
                <a16:creationId xmlns:a16="http://schemas.microsoft.com/office/drawing/2014/main" id="{86B4ED9B-9295-451A-09AE-409F6CAE00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7B827C1-F236-1DB1-074C-5667817FF7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A9BC53-3B8E-CB49-A50C-DB756CFCC7CD}" type="slidenum">
              <a:rPr lang="en-US" altLang="th-TH"/>
              <a:pPr/>
              <a:t>10</a:t>
            </a:fld>
            <a:endParaRPr lang="en-US" altLang="th-TH"/>
          </a:p>
        </p:txBody>
      </p:sp>
      <p:sp>
        <p:nvSpPr>
          <p:cNvPr id="912386" name="Rectangle 2">
            <a:extLst>
              <a:ext uri="{FF2B5EF4-FFF2-40B4-BE49-F238E27FC236}">
                <a16:creationId xmlns:a16="http://schemas.microsoft.com/office/drawing/2014/main" id="{9C0BCD06-9F8A-067A-FBAD-87E03B661AA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2387" name="Rectangle 3">
            <a:extLst>
              <a:ext uri="{FF2B5EF4-FFF2-40B4-BE49-F238E27FC236}">
                <a16:creationId xmlns:a16="http://schemas.microsoft.com/office/drawing/2014/main" id="{B88230EE-1B4B-4674-2B6A-414D4E4999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E3E5EB7-972F-B71B-EA8A-3348F850A1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884DDF-02A6-8B43-B005-75FAA913F82D}" type="slidenum">
              <a:rPr lang="en-US" altLang="th-TH"/>
              <a:pPr/>
              <a:t>11</a:t>
            </a:fld>
            <a:endParaRPr lang="en-US" altLang="th-TH"/>
          </a:p>
        </p:txBody>
      </p:sp>
      <p:sp>
        <p:nvSpPr>
          <p:cNvPr id="913410" name="Rectangle 2">
            <a:extLst>
              <a:ext uri="{FF2B5EF4-FFF2-40B4-BE49-F238E27FC236}">
                <a16:creationId xmlns:a16="http://schemas.microsoft.com/office/drawing/2014/main" id="{D3443A2D-3A25-DC0B-8E27-E4C91B36961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3411" name="Rectangle 3">
            <a:extLst>
              <a:ext uri="{FF2B5EF4-FFF2-40B4-BE49-F238E27FC236}">
                <a16:creationId xmlns:a16="http://schemas.microsoft.com/office/drawing/2014/main" id="{D9BA7E54-8281-9DFB-1F9F-14D385A473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EFB42FD-8EC8-0894-D94C-FCF43A9B09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710CDF-0DE3-214A-A399-D10E0DA91028}" type="slidenum">
              <a:rPr lang="en-US" altLang="th-TH"/>
              <a:pPr/>
              <a:t>12</a:t>
            </a:fld>
            <a:endParaRPr lang="en-US" altLang="th-TH"/>
          </a:p>
        </p:txBody>
      </p:sp>
      <p:sp>
        <p:nvSpPr>
          <p:cNvPr id="914434" name="Rectangle 2">
            <a:extLst>
              <a:ext uri="{FF2B5EF4-FFF2-40B4-BE49-F238E27FC236}">
                <a16:creationId xmlns:a16="http://schemas.microsoft.com/office/drawing/2014/main" id="{0F4194C6-5C46-133E-9F48-9A48A6B6AC2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4435" name="Rectangle 3">
            <a:extLst>
              <a:ext uri="{FF2B5EF4-FFF2-40B4-BE49-F238E27FC236}">
                <a16:creationId xmlns:a16="http://schemas.microsoft.com/office/drawing/2014/main" id="{AA7EB847-D95D-9440-B7C9-F85DFDDB11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7F9FDD7-D6B1-5258-C042-3077712780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BD75F9-5F6C-E343-BAF8-792E1B91E1B0}" type="slidenum">
              <a:rPr lang="en-US" altLang="th-TH"/>
              <a:pPr/>
              <a:t>13</a:t>
            </a:fld>
            <a:endParaRPr lang="en-US" altLang="th-TH"/>
          </a:p>
        </p:txBody>
      </p:sp>
      <p:sp>
        <p:nvSpPr>
          <p:cNvPr id="915458" name="Rectangle 2">
            <a:extLst>
              <a:ext uri="{FF2B5EF4-FFF2-40B4-BE49-F238E27FC236}">
                <a16:creationId xmlns:a16="http://schemas.microsoft.com/office/drawing/2014/main" id="{289831E3-58C3-C267-5008-4B48A6E4357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5459" name="Rectangle 3">
            <a:extLst>
              <a:ext uri="{FF2B5EF4-FFF2-40B4-BE49-F238E27FC236}">
                <a16:creationId xmlns:a16="http://schemas.microsoft.com/office/drawing/2014/main" id="{E5D9AA30-0878-65CF-D8F4-BC274C3188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AA82915-0E63-CCD8-9002-8114386CBB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53EB27-0F5F-594F-A65B-93C485D96A3A}" type="slidenum">
              <a:rPr lang="en-US" altLang="th-TH"/>
              <a:pPr/>
              <a:t>14</a:t>
            </a:fld>
            <a:endParaRPr lang="en-US" altLang="th-TH"/>
          </a:p>
        </p:txBody>
      </p:sp>
      <p:sp>
        <p:nvSpPr>
          <p:cNvPr id="916482" name="Rectangle 2">
            <a:extLst>
              <a:ext uri="{FF2B5EF4-FFF2-40B4-BE49-F238E27FC236}">
                <a16:creationId xmlns:a16="http://schemas.microsoft.com/office/drawing/2014/main" id="{84CE6C2E-C887-1D73-1572-D90315DECB5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6483" name="Rectangle 3">
            <a:extLst>
              <a:ext uri="{FF2B5EF4-FFF2-40B4-BE49-F238E27FC236}">
                <a16:creationId xmlns:a16="http://schemas.microsoft.com/office/drawing/2014/main" id="{C96D6CFF-2EAB-5D73-B963-1431F5A6B5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8B6A275-311E-5FF5-E7D6-6AC2B9526C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62472C-1916-DD41-A10A-1239933F6617}" type="slidenum">
              <a:rPr lang="en-US" altLang="th-TH"/>
              <a:pPr/>
              <a:t>15</a:t>
            </a:fld>
            <a:endParaRPr lang="en-US" altLang="th-TH"/>
          </a:p>
        </p:txBody>
      </p:sp>
      <p:sp>
        <p:nvSpPr>
          <p:cNvPr id="917506" name="Rectangle 2">
            <a:extLst>
              <a:ext uri="{FF2B5EF4-FFF2-40B4-BE49-F238E27FC236}">
                <a16:creationId xmlns:a16="http://schemas.microsoft.com/office/drawing/2014/main" id="{832B4AD7-7303-7C97-85FD-F45CB5A16E2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7507" name="Rectangle 3">
            <a:extLst>
              <a:ext uri="{FF2B5EF4-FFF2-40B4-BE49-F238E27FC236}">
                <a16:creationId xmlns:a16="http://schemas.microsoft.com/office/drawing/2014/main" id="{7B382EE8-78FC-2367-4655-D06DE40090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F307C8B-4585-059B-EFE6-74C60F794F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6F7783-70E6-C048-AB2C-25C8D1654BED}" type="slidenum">
              <a:rPr lang="en-US" altLang="th-TH"/>
              <a:pPr/>
              <a:t>16</a:t>
            </a:fld>
            <a:endParaRPr lang="en-US" altLang="th-TH"/>
          </a:p>
        </p:txBody>
      </p:sp>
      <p:sp>
        <p:nvSpPr>
          <p:cNvPr id="918530" name="Rectangle 2">
            <a:extLst>
              <a:ext uri="{FF2B5EF4-FFF2-40B4-BE49-F238E27FC236}">
                <a16:creationId xmlns:a16="http://schemas.microsoft.com/office/drawing/2014/main" id="{2601196A-D6C5-ACBA-B01F-0F729EA816E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8531" name="Rectangle 3">
            <a:extLst>
              <a:ext uri="{FF2B5EF4-FFF2-40B4-BE49-F238E27FC236}">
                <a16:creationId xmlns:a16="http://schemas.microsoft.com/office/drawing/2014/main" id="{89292AA4-DE49-C4C7-F783-2810C66F92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6E25A12-5296-F03F-B74D-CF966309F1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721545-4212-294D-BF5A-265C6F7D977E}" type="slidenum">
              <a:rPr lang="en-US" altLang="th-TH"/>
              <a:pPr/>
              <a:t>17</a:t>
            </a:fld>
            <a:endParaRPr lang="en-US" altLang="th-TH"/>
          </a:p>
        </p:txBody>
      </p:sp>
      <p:sp>
        <p:nvSpPr>
          <p:cNvPr id="919554" name="Rectangle 2">
            <a:extLst>
              <a:ext uri="{FF2B5EF4-FFF2-40B4-BE49-F238E27FC236}">
                <a16:creationId xmlns:a16="http://schemas.microsoft.com/office/drawing/2014/main" id="{BA961AEC-194F-4D8C-F134-CF73327BA7E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9555" name="Rectangle 3">
            <a:extLst>
              <a:ext uri="{FF2B5EF4-FFF2-40B4-BE49-F238E27FC236}">
                <a16:creationId xmlns:a16="http://schemas.microsoft.com/office/drawing/2014/main" id="{BAF2D9F2-2EC5-D9F7-B436-82B64D86A7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EFC9B63-3A3D-10C1-C105-38B477FF0F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7AA242-DF6D-DB48-9277-E18863A67D05}" type="slidenum">
              <a:rPr lang="en-US" altLang="th-TH"/>
              <a:pPr/>
              <a:t>18</a:t>
            </a:fld>
            <a:endParaRPr lang="en-US" altLang="th-TH"/>
          </a:p>
        </p:txBody>
      </p:sp>
      <p:sp>
        <p:nvSpPr>
          <p:cNvPr id="920578" name="Rectangle 2">
            <a:extLst>
              <a:ext uri="{FF2B5EF4-FFF2-40B4-BE49-F238E27FC236}">
                <a16:creationId xmlns:a16="http://schemas.microsoft.com/office/drawing/2014/main" id="{9F1ECE76-02AE-B82A-300A-94269ED4A51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0579" name="Rectangle 3">
            <a:extLst>
              <a:ext uri="{FF2B5EF4-FFF2-40B4-BE49-F238E27FC236}">
                <a16:creationId xmlns:a16="http://schemas.microsoft.com/office/drawing/2014/main" id="{230D243A-1018-1A92-1DA7-93248E3F1F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42ED549-3F13-EBDA-C102-BA28DAA381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F1B9F0-BC47-7C4F-A23B-50E94509FE61}" type="slidenum">
              <a:rPr lang="en-US" altLang="th-TH"/>
              <a:pPr/>
              <a:t>19</a:t>
            </a:fld>
            <a:endParaRPr lang="en-US" altLang="th-TH"/>
          </a:p>
        </p:txBody>
      </p:sp>
      <p:sp>
        <p:nvSpPr>
          <p:cNvPr id="921602" name="Rectangle 2">
            <a:extLst>
              <a:ext uri="{FF2B5EF4-FFF2-40B4-BE49-F238E27FC236}">
                <a16:creationId xmlns:a16="http://schemas.microsoft.com/office/drawing/2014/main" id="{B4B14F45-8003-BF73-595B-0ECC5CDDDCF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03" name="Rectangle 3">
            <a:extLst>
              <a:ext uri="{FF2B5EF4-FFF2-40B4-BE49-F238E27FC236}">
                <a16:creationId xmlns:a16="http://schemas.microsoft.com/office/drawing/2014/main" id="{597AB305-16D7-06BE-9EE8-BA7C78554A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FCF6EDA-5686-BEFB-8C60-887095DBCC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CA812F-C471-E246-8559-4075139782FA}" type="slidenum">
              <a:rPr lang="en-US" altLang="th-TH"/>
              <a:pPr/>
              <a:t>20</a:t>
            </a:fld>
            <a:endParaRPr lang="en-US" altLang="th-TH"/>
          </a:p>
        </p:txBody>
      </p:sp>
      <p:sp>
        <p:nvSpPr>
          <p:cNvPr id="922626" name="Rectangle 2">
            <a:extLst>
              <a:ext uri="{FF2B5EF4-FFF2-40B4-BE49-F238E27FC236}">
                <a16:creationId xmlns:a16="http://schemas.microsoft.com/office/drawing/2014/main" id="{2E8EBC02-9ADA-898A-F53D-6088DF4EC49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627" name="Rectangle 3">
            <a:extLst>
              <a:ext uri="{FF2B5EF4-FFF2-40B4-BE49-F238E27FC236}">
                <a16:creationId xmlns:a16="http://schemas.microsoft.com/office/drawing/2014/main" id="{C42EA99C-56C0-0EDE-7CE1-CD0229660D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1C9B0B6-C005-3E3C-980A-BC509D33C8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AD25D4-28CE-8042-863B-8530CA2FE1FE}" type="slidenum">
              <a:rPr lang="en-US" altLang="th-TH"/>
              <a:pPr/>
              <a:t>21</a:t>
            </a:fld>
            <a:endParaRPr lang="en-US" altLang="th-TH"/>
          </a:p>
        </p:txBody>
      </p:sp>
      <p:sp>
        <p:nvSpPr>
          <p:cNvPr id="923650" name="Rectangle 2">
            <a:extLst>
              <a:ext uri="{FF2B5EF4-FFF2-40B4-BE49-F238E27FC236}">
                <a16:creationId xmlns:a16="http://schemas.microsoft.com/office/drawing/2014/main" id="{CBF38D3D-7196-22C1-44F9-793B980B287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3651" name="Rectangle 3">
            <a:extLst>
              <a:ext uri="{FF2B5EF4-FFF2-40B4-BE49-F238E27FC236}">
                <a16:creationId xmlns:a16="http://schemas.microsoft.com/office/drawing/2014/main" id="{0628E367-FD43-9315-BEFC-EF031DE078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E8BE1E4-B66E-69F7-D25F-D37C373E09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BE396B-49FD-CC49-AAE4-F8D92B0D5E99}" type="slidenum">
              <a:rPr lang="en-US" altLang="th-TH"/>
              <a:pPr/>
              <a:t>22</a:t>
            </a:fld>
            <a:endParaRPr lang="en-US" altLang="th-TH"/>
          </a:p>
        </p:txBody>
      </p:sp>
      <p:sp>
        <p:nvSpPr>
          <p:cNvPr id="924674" name="Rectangle 2">
            <a:extLst>
              <a:ext uri="{FF2B5EF4-FFF2-40B4-BE49-F238E27FC236}">
                <a16:creationId xmlns:a16="http://schemas.microsoft.com/office/drawing/2014/main" id="{D53940D9-79F7-F743-064C-C46A07BE6FA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4675" name="Rectangle 3">
            <a:extLst>
              <a:ext uri="{FF2B5EF4-FFF2-40B4-BE49-F238E27FC236}">
                <a16:creationId xmlns:a16="http://schemas.microsoft.com/office/drawing/2014/main" id="{3EBB7E16-EB95-7BF8-AB1B-DA4F3134E9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8343052-C9B2-911F-60C0-EE034685CD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CD6A8C-6C1F-604D-A079-7EA70E286DCE}" type="slidenum">
              <a:rPr lang="en-US" altLang="th-TH"/>
              <a:pPr/>
              <a:t>23</a:t>
            </a:fld>
            <a:endParaRPr lang="en-US" altLang="th-TH"/>
          </a:p>
        </p:txBody>
      </p:sp>
      <p:sp>
        <p:nvSpPr>
          <p:cNvPr id="925698" name="Rectangle 2">
            <a:extLst>
              <a:ext uri="{FF2B5EF4-FFF2-40B4-BE49-F238E27FC236}">
                <a16:creationId xmlns:a16="http://schemas.microsoft.com/office/drawing/2014/main" id="{7B48307D-87B9-5F5E-E899-D657E1C79CD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5699" name="Rectangle 3">
            <a:extLst>
              <a:ext uri="{FF2B5EF4-FFF2-40B4-BE49-F238E27FC236}">
                <a16:creationId xmlns:a16="http://schemas.microsoft.com/office/drawing/2014/main" id="{ED701C66-A288-8464-5D00-EAA72F7526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EE4ABCC-A502-424F-92DD-EDCECD233E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4FDFF9-0378-3A48-9D24-BA6F32E109FD}" type="slidenum">
              <a:rPr lang="en-US" altLang="th-TH"/>
              <a:pPr/>
              <a:t>24</a:t>
            </a:fld>
            <a:endParaRPr lang="en-US" altLang="th-TH"/>
          </a:p>
        </p:txBody>
      </p:sp>
      <p:sp>
        <p:nvSpPr>
          <p:cNvPr id="926722" name="Rectangle 2">
            <a:extLst>
              <a:ext uri="{FF2B5EF4-FFF2-40B4-BE49-F238E27FC236}">
                <a16:creationId xmlns:a16="http://schemas.microsoft.com/office/drawing/2014/main" id="{5EF7C75C-C530-C888-6CEC-98F4018A396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6723" name="Rectangle 3">
            <a:extLst>
              <a:ext uri="{FF2B5EF4-FFF2-40B4-BE49-F238E27FC236}">
                <a16:creationId xmlns:a16="http://schemas.microsoft.com/office/drawing/2014/main" id="{176EE939-8D0B-290A-106C-9608E39322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9D60C50-F5E8-5360-09CF-C756A0A1F8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4730DB-473F-4244-A74A-EE1288E616FD}" type="slidenum">
              <a:rPr lang="en-US" altLang="th-TH"/>
              <a:pPr/>
              <a:t>25</a:t>
            </a:fld>
            <a:endParaRPr lang="en-US" altLang="th-TH"/>
          </a:p>
        </p:txBody>
      </p:sp>
      <p:sp>
        <p:nvSpPr>
          <p:cNvPr id="927746" name="Rectangle 2">
            <a:extLst>
              <a:ext uri="{FF2B5EF4-FFF2-40B4-BE49-F238E27FC236}">
                <a16:creationId xmlns:a16="http://schemas.microsoft.com/office/drawing/2014/main" id="{C8F9576F-5D7D-3FC2-4268-385F7B82936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7747" name="Rectangle 3">
            <a:extLst>
              <a:ext uri="{FF2B5EF4-FFF2-40B4-BE49-F238E27FC236}">
                <a16:creationId xmlns:a16="http://schemas.microsoft.com/office/drawing/2014/main" id="{0E629543-5EF4-B301-AA2A-319C516E62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C697B19-0BD7-6C35-F341-FE2A50EA0D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87E575-7C29-FC40-A65D-5BBD53ED54E7}" type="slidenum">
              <a:rPr lang="en-US" altLang="th-TH"/>
              <a:pPr/>
              <a:t>26</a:t>
            </a:fld>
            <a:endParaRPr lang="en-US" altLang="th-TH"/>
          </a:p>
        </p:txBody>
      </p:sp>
      <p:sp>
        <p:nvSpPr>
          <p:cNvPr id="928770" name="Rectangle 2">
            <a:extLst>
              <a:ext uri="{FF2B5EF4-FFF2-40B4-BE49-F238E27FC236}">
                <a16:creationId xmlns:a16="http://schemas.microsoft.com/office/drawing/2014/main" id="{F28478BF-2654-05EB-B428-3236604229C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8771" name="Rectangle 3">
            <a:extLst>
              <a:ext uri="{FF2B5EF4-FFF2-40B4-BE49-F238E27FC236}">
                <a16:creationId xmlns:a16="http://schemas.microsoft.com/office/drawing/2014/main" id="{DAC85BB7-E55B-281D-4F19-679BB29874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D0D3073-09F5-26C4-B94F-789F17BB2C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313563-3592-A844-9AF7-CA595AE0A579}" type="slidenum">
              <a:rPr lang="en-US" altLang="th-TH"/>
              <a:pPr/>
              <a:t>27</a:t>
            </a:fld>
            <a:endParaRPr lang="en-US" altLang="th-TH"/>
          </a:p>
        </p:txBody>
      </p:sp>
      <p:sp>
        <p:nvSpPr>
          <p:cNvPr id="929794" name="Rectangle 2">
            <a:extLst>
              <a:ext uri="{FF2B5EF4-FFF2-40B4-BE49-F238E27FC236}">
                <a16:creationId xmlns:a16="http://schemas.microsoft.com/office/drawing/2014/main" id="{F35E3694-A670-033A-49C1-FA1C45FAE0A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9795" name="Rectangle 3">
            <a:extLst>
              <a:ext uri="{FF2B5EF4-FFF2-40B4-BE49-F238E27FC236}">
                <a16:creationId xmlns:a16="http://schemas.microsoft.com/office/drawing/2014/main" id="{05F6CC6F-86EA-D102-148F-CA736F5E2A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4534778-C0C4-2D4C-20D2-E8DEBE10E1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947CBB-1CAD-B147-9941-FC765F96DC3E}" type="slidenum">
              <a:rPr lang="en-US" altLang="th-TH"/>
              <a:pPr/>
              <a:t>28</a:t>
            </a:fld>
            <a:endParaRPr lang="en-US" altLang="th-TH"/>
          </a:p>
        </p:txBody>
      </p:sp>
      <p:sp>
        <p:nvSpPr>
          <p:cNvPr id="930818" name="Rectangle 2">
            <a:extLst>
              <a:ext uri="{FF2B5EF4-FFF2-40B4-BE49-F238E27FC236}">
                <a16:creationId xmlns:a16="http://schemas.microsoft.com/office/drawing/2014/main" id="{E7F8C67B-38A3-5481-1C8B-D651A78BB38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0819" name="Rectangle 3">
            <a:extLst>
              <a:ext uri="{FF2B5EF4-FFF2-40B4-BE49-F238E27FC236}">
                <a16:creationId xmlns:a16="http://schemas.microsoft.com/office/drawing/2014/main" id="{9A43BC4B-79E9-DBD1-9AE8-7370738973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F019269-1FE1-9CEE-50C5-39FD19D46A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E7C270-03A8-904E-8411-5B488F347F39}" type="slidenum">
              <a:rPr lang="en-US" altLang="th-TH"/>
              <a:pPr/>
              <a:t>29</a:t>
            </a:fld>
            <a:endParaRPr lang="en-US" altLang="th-TH"/>
          </a:p>
        </p:txBody>
      </p:sp>
      <p:sp>
        <p:nvSpPr>
          <p:cNvPr id="931842" name="Rectangle 2">
            <a:extLst>
              <a:ext uri="{FF2B5EF4-FFF2-40B4-BE49-F238E27FC236}">
                <a16:creationId xmlns:a16="http://schemas.microsoft.com/office/drawing/2014/main" id="{0E917BA1-0680-A16F-D897-51D4836278E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43" name="Rectangle 3">
            <a:extLst>
              <a:ext uri="{FF2B5EF4-FFF2-40B4-BE49-F238E27FC236}">
                <a16:creationId xmlns:a16="http://schemas.microsoft.com/office/drawing/2014/main" id="{E94F7086-8854-8DE2-82F0-3AEB5FB400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E76703D-5A59-77A7-3146-CB80BE9654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FEC65F-22F0-434C-B699-3F7D38B1C020}" type="slidenum">
              <a:rPr lang="en-US" altLang="th-TH"/>
              <a:pPr/>
              <a:t>30</a:t>
            </a:fld>
            <a:endParaRPr lang="en-US" altLang="th-TH"/>
          </a:p>
        </p:txBody>
      </p:sp>
      <p:sp>
        <p:nvSpPr>
          <p:cNvPr id="932866" name="Rectangle 2">
            <a:extLst>
              <a:ext uri="{FF2B5EF4-FFF2-40B4-BE49-F238E27FC236}">
                <a16:creationId xmlns:a16="http://schemas.microsoft.com/office/drawing/2014/main" id="{6F99411C-AC3F-2AA2-A5CE-5782B5AB6DB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2867" name="Rectangle 3">
            <a:extLst>
              <a:ext uri="{FF2B5EF4-FFF2-40B4-BE49-F238E27FC236}">
                <a16:creationId xmlns:a16="http://schemas.microsoft.com/office/drawing/2014/main" id="{FD68CC44-60D4-9257-E86D-1EADCCD934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3F1B268-23DF-5CE8-C57D-23D387ADEC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FB3088-DDB8-4448-9380-123BAB196A43}" type="slidenum">
              <a:rPr lang="en-US" altLang="th-TH"/>
              <a:pPr/>
              <a:t>31</a:t>
            </a:fld>
            <a:endParaRPr lang="en-US" altLang="th-TH"/>
          </a:p>
        </p:txBody>
      </p:sp>
      <p:sp>
        <p:nvSpPr>
          <p:cNvPr id="933890" name="Rectangle 2">
            <a:extLst>
              <a:ext uri="{FF2B5EF4-FFF2-40B4-BE49-F238E27FC236}">
                <a16:creationId xmlns:a16="http://schemas.microsoft.com/office/drawing/2014/main" id="{AB316A3D-3663-7E3E-372D-1DC23F2B126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3891" name="Rectangle 3">
            <a:extLst>
              <a:ext uri="{FF2B5EF4-FFF2-40B4-BE49-F238E27FC236}">
                <a16:creationId xmlns:a16="http://schemas.microsoft.com/office/drawing/2014/main" id="{F545F7C1-6E86-8D20-94BA-DFDC91D29B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6EEC010-845B-A675-C50F-5243458751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4FC5DA-D79E-674A-A8B0-64D4E3A8A4ED}" type="slidenum">
              <a:rPr lang="en-US" altLang="th-TH"/>
              <a:pPr/>
              <a:t>32</a:t>
            </a:fld>
            <a:endParaRPr lang="en-US" altLang="th-TH"/>
          </a:p>
        </p:txBody>
      </p:sp>
      <p:sp>
        <p:nvSpPr>
          <p:cNvPr id="934914" name="Rectangle 2">
            <a:extLst>
              <a:ext uri="{FF2B5EF4-FFF2-40B4-BE49-F238E27FC236}">
                <a16:creationId xmlns:a16="http://schemas.microsoft.com/office/drawing/2014/main" id="{5EBEDC19-FB21-0A75-ACE6-84BF683EEFD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4915" name="Rectangle 3">
            <a:extLst>
              <a:ext uri="{FF2B5EF4-FFF2-40B4-BE49-F238E27FC236}">
                <a16:creationId xmlns:a16="http://schemas.microsoft.com/office/drawing/2014/main" id="{D8D79304-E93A-0F0C-82E4-3906941A5E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A29DBB9-0C2D-02EB-7072-91A9120FF2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2C98A8-6F4B-1C4A-BACB-E60783B7B346}" type="slidenum">
              <a:rPr lang="en-US" altLang="th-TH"/>
              <a:pPr/>
              <a:t>33</a:t>
            </a:fld>
            <a:endParaRPr lang="en-US" altLang="th-TH"/>
          </a:p>
        </p:txBody>
      </p:sp>
      <p:sp>
        <p:nvSpPr>
          <p:cNvPr id="935938" name="Rectangle 2">
            <a:extLst>
              <a:ext uri="{FF2B5EF4-FFF2-40B4-BE49-F238E27FC236}">
                <a16:creationId xmlns:a16="http://schemas.microsoft.com/office/drawing/2014/main" id="{76553C93-BB5F-70E8-9E37-D8E96885B55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5939" name="Rectangle 3">
            <a:extLst>
              <a:ext uri="{FF2B5EF4-FFF2-40B4-BE49-F238E27FC236}">
                <a16:creationId xmlns:a16="http://schemas.microsoft.com/office/drawing/2014/main" id="{E0105038-3699-3288-E3BE-870970418E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7169D72-B082-EA6B-877A-D698143BB3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8362D1-60CA-E244-9664-F69A24E90E96}" type="slidenum">
              <a:rPr lang="en-US" altLang="th-TH"/>
              <a:pPr/>
              <a:t>34</a:t>
            </a:fld>
            <a:endParaRPr lang="en-US" altLang="th-TH"/>
          </a:p>
        </p:txBody>
      </p:sp>
      <p:sp>
        <p:nvSpPr>
          <p:cNvPr id="936962" name="Rectangle 2">
            <a:extLst>
              <a:ext uri="{FF2B5EF4-FFF2-40B4-BE49-F238E27FC236}">
                <a16:creationId xmlns:a16="http://schemas.microsoft.com/office/drawing/2014/main" id="{FC8D50A4-F4FC-03D6-B0D7-E7E466E0CA7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6963" name="Rectangle 3">
            <a:extLst>
              <a:ext uri="{FF2B5EF4-FFF2-40B4-BE49-F238E27FC236}">
                <a16:creationId xmlns:a16="http://schemas.microsoft.com/office/drawing/2014/main" id="{92522CF8-3944-32B9-A75F-EE12D9622C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4281660-BBB0-4CDF-B6E3-B2BD04D9FC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827457-91DB-AB4F-9802-6F19E36E9CA7}" type="slidenum">
              <a:rPr lang="en-US" altLang="th-TH"/>
              <a:pPr/>
              <a:t>35</a:t>
            </a:fld>
            <a:endParaRPr lang="en-US" altLang="th-TH"/>
          </a:p>
        </p:txBody>
      </p:sp>
      <p:sp>
        <p:nvSpPr>
          <p:cNvPr id="937986" name="Rectangle 2">
            <a:extLst>
              <a:ext uri="{FF2B5EF4-FFF2-40B4-BE49-F238E27FC236}">
                <a16:creationId xmlns:a16="http://schemas.microsoft.com/office/drawing/2014/main" id="{EB4B97C9-3CD5-8364-417D-3D9F845981C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7987" name="Rectangle 3">
            <a:extLst>
              <a:ext uri="{FF2B5EF4-FFF2-40B4-BE49-F238E27FC236}">
                <a16:creationId xmlns:a16="http://schemas.microsoft.com/office/drawing/2014/main" id="{D74FC721-89B1-034A-E1CF-90208A17F9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14B132A-97F7-EBA7-3FAF-B0F2781B60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2DB18E-2A1E-F64C-91D1-ED783AC1F6A4}" type="slidenum">
              <a:rPr lang="en-US" altLang="th-TH"/>
              <a:pPr/>
              <a:t>36</a:t>
            </a:fld>
            <a:endParaRPr lang="en-US" altLang="th-TH"/>
          </a:p>
        </p:txBody>
      </p:sp>
      <p:sp>
        <p:nvSpPr>
          <p:cNvPr id="939010" name="Rectangle 2">
            <a:extLst>
              <a:ext uri="{FF2B5EF4-FFF2-40B4-BE49-F238E27FC236}">
                <a16:creationId xmlns:a16="http://schemas.microsoft.com/office/drawing/2014/main" id="{A64F3B59-DE1A-803A-B7D6-F8D17BF72E3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9011" name="Rectangle 3">
            <a:extLst>
              <a:ext uri="{FF2B5EF4-FFF2-40B4-BE49-F238E27FC236}">
                <a16:creationId xmlns:a16="http://schemas.microsoft.com/office/drawing/2014/main" id="{DE39732F-D9C1-0295-CEBC-46A88A8B1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2EC327D-BECD-D5A2-812B-A4DEBE8096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9E052B-421F-0943-8954-4D00B089066D}" type="slidenum">
              <a:rPr lang="en-US" altLang="th-TH"/>
              <a:pPr/>
              <a:t>37</a:t>
            </a:fld>
            <a:endParaRPr lang="en-US" altLang="th-TH"/>
          </a:p>
        </p:txBody>
      </p:sp>
      <p:sp>
        <p:nvSpPr>
          <p:cNvPr id="940034" name="Rectangle 2">
            <a:extLst>
              <a:ext uri="{FF2B5EF4-FFF2-40B4-BE49-F238E27FC236}">
                <a16:creationId xmlns:a16="http://schemas.microsoft.com/office/drawing/2014/main" id="{0756E4D4-C72F-240E-34BB-3A96EC3886C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0035" name="Rectangle 3">
            <a:extLst>
              <a:ext uri="{FF2B5EF4-FFF2-40B4-BE49-F238E27FC236}">
                <a16:creationId xmlns:a16="http://schemas.microsoft.com/office/drawing/2014/main" id="{A469476B-6FF8-7B80-1074-C0B4C64B18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46" name="Group 2">
            <a:extLst>
              <a:ext uri="{FF2B5EF4-FFF2-40B4-BE49-F238E27FC236}">
                <a16:creationId xmlns:a16="http://schemas.microsoft.com/office/drawing/2014/main" id="{DD779847-2790-AA75-3E5E-2728BDEFC72C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10947" name="Group 3">
              <a:extLst>
                <a:ext uri="{FF2B5EF4-FFF2-40B4-BE49-F238E27FC236}">
                  <a16:creationId xmlns:a16="http://schemas.microsoft.com/office/drawing/2014/main" id="{668E18CD-4D48-A7BB-8D00-0F4900875C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10948" name="Rectangle 4">
                <a:extLst>
                  <a:ext uri="{FF2B5EF4-FFF2-40B4-BE49-F238E27FC236}">
                    <a16:creationId xmlns:a16="http://schemas.microsoft.com/office/drawing/2014/main" id="{BD781ED3-2CA1-EB48-F70B-C8BB2C8ED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210949" name="Rectangle 5">
                <a:extLst>
                  <a:ext uri="{FF2B5EF4-FFF2-40B4-BE49-F238E27FC236}">
                    <a16:creationId xmlns:a16="http://schemas.microsoft.com/office/drawing/2014/main" id="{E50ED507-832E-D774-A983-DE07B3920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grpSp>
          <p:nvGrpSpPr>
            <p:cNvPr id="210950" name="Group 6">
              <a:extLst>
                <a:ext uri="{FF2B5EF4-FFF2-40B4-BE49-F238E27FC236}">
                  <a16:creationId xmlns:a16="http://schemas.microsoft.com/office/drawing/2014/main" id="{92EDAA98-E3DE-9F35-F789-5575B8B8CE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10951" name="Rectangle 7">
                <a:extLst>
                  <a:ext uri="{FF2B5EF4-FFF2-40B4-BE49-F238E27FC236}">
                    <a16:creationId xmlns:a16="http://schemas.microsoft.com/office/drawing/2014/main" id="{8CF6A4D9-E163-5C2A-94BC-84E28AE9D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210952" name="Rectangle 8">
                <a:extLst>
                  <a:ext uri="{FF2B5EF4-FFF2-40B4-BE49-F238E27FC236}">
                    <a16:creationId xmlns:a16="http://schemas.microsoft.com/office/drawing/2014/main" id="{655762D0-B0F9-723C-2991-C14C3D2C4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sp>
          <p:nvSpPr>
            <p:cNvPr id="210953" name="Rectangle 9">
              <a:extLst>
                <a:ext uri="{FF2B5EF4-FFF2-40B4-BE49-F238E27FC236}">
                  <a16:creationId xmlns:a16="http://schemas.microsoft.com/office/drawing/2014/main" id="{BC694C4D-78AF-8E65-3391-99B970E08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210954" name="Rectangle 10">
              <a:extLst>
                <a:ext uri="{FF2B5EF4-FFF2-40B4-BE49-F238E27FC236}">
                  <a16:creationId xmlns:a16="http://schemas.microsoft.com/office/drawing/2014/main" id="{411833AB-64F6-C3FF-310F-835C14DC4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210955" name="Rectangle 11">
              <a:extLst>
                <a:ext uri="{FF2B5EF4-FFF2-40B4-BE49-F238E27FC236}">
                  <a16:creationId xmlns:a16="http://schemas.microsoft.com/office/drawing/2014/main" id="{FA383687-824F-FDD7-9B23-1B551222C9D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210956" name="Rectangle 12">
            <a:extLst>
              <a:ext uri="{FF2B5EF4-FFF2-40B4-BE49-F238E27FC236}">
                <a16:creationId xmlns:a16="http://schemas.microsoft.com/office/drawing/2014/main" id="{013F9D24-F62F-2C38-2F0D-70802EDA53F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th-TH" noProof="0"/>
              <a:t>Click to edit Master title style</a:t>
            </a:r>
          </a:p>
        </p:txBody>
      </p:sp>
      <p:sp>
        <p:nvSpPr>
          <p:cNvPr id="210957" name="Rectangle 13">
            <a:extLst>
              <a:ext uri="{FF2B5EF4-FFF2-40B4-BE49-F238E27FC236}">
                <a16:creationId xmlns:a16="http://schemas.microsoft.com/office/drawing/2014/main" id="{A73F0DF9-DBAA-49B4-1CAB-FD107DFFBE3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th-TH" noProof="0"/>
              <a:t>Click to edit Master subtitle style</a:t>
            </a:r>
          </a:p>
        </p:txBody>
      </p:sp>
      <p:sp>
        <p:nvSpPr>
          <p:cNvPr id="210958" name="Rectangle 14">
            <a:extLst>
              <a:ext uri="{FF2B5EF4-FFF2-40B4-BE49-F238E27FC236}">
                <a16:creationId xmlns:a16="http://schemas.microsoft.com/office/drawing/2014/main" id="{F9395AC4-4DEA-06F5-BA85-6E382DF758F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 altLang="th-TH"/>
          </a:p>
        </p:txBody>
      </p:sp>
      <p:sp>
        <p:nvSpPr>
          <p:cNvPr id="210959" name="Rectangle 15">
            <a:extLst>
              <a:ext uri="{FF2B5EF4-FFF2-40B4-BE49-F238E27FC236}">
                <a16:creationId xmlns:a16="http://schemas.microsoft.com/office/drawing/2014/main" id="{9BA19DE0-2515-6BFF-7D2A-F1FF8E14A81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 altLang="th-TH"/>
          </a:p>
        </p:txBody>
      </p:sp>
      <p:sp>
        <p:nvSpPr>
          <p:cNvPr id="210960" name="Rectangle 16">
            <a:extLst>
              <a:ext uri="{FF2B5EF4-FFF2-40B4-BE49-F238E27FC236}">
                <a16:creationId xmlns:a16="http://schemas.microsoft.com/office/drawing/2014/main" id="{800A2D1D-9492-408B-C261-1D196BB2F1C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latin typeface="+mn-lt"/>
              </a:defRPr>
            </a:lvl1pPr>
          </a:lstStyle>
          <a:p>
            <a:fld id="{46A1D7CA-2323-984D-841E-EEC22B06A4ED}" type="slidenum">
              <a:rPr lang="en-US" altLang="th-TH"/>
              <a:pPr/>
              <a:t>‹#›</a:t>
            </a:fld>
            <a:endParaRPr lang="en-US" altLang="th-TH"/>
          </a:p>
        </p:txBody>
      </p:sp>
      <p:sp>
        <p:nvSpPr>
          <p:cNvPr id="210961" name="Text Box 17">
            <a:extLst>
              <a:ext uri="{FF2B5EF4-FFF2-40B4-BE49-F238E27FC236}">
                <a16:creationId xmlns:a16="http://schemas.microsoft.com/office/drawing/2014/main" id="{2783F060-2119-E89B-93E1-DE2C7385C34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10962" name="Text Box 18">
            <a:extLst>
              <a:ext uri="{FF2B5EF4-FFF2-40B4-BE49-F238E27FC236}">
                <a16:creationId xmlns:a16="http://schemas.microsoft.com/office/drawing/2014/main" id="{A787D432-5115-1A45-9773-887FC4F94A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Tx/>
              <a:buChar char="©"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8BB78E-499D-9CE8-A483-550E8EA41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FCDB7B3F-3EA6-7EF1-F093-668D39FF1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E789AF93-00B1-19F6-BB6E-5AF8A0352E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9.</a:t>
            </a:r>
            <a:fld id="{CFFF0C28-B69A-654B-9D93-79569FB70617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4074124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53ADED7-E0C2-998A-9226-E9392911F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CE35DBF8-D1A6-87CF-09F5-F45F40E60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06AC2D27-6D7C-33E1-7964-211AAFEA0B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9.</a:t>
            </a:r>
            <a:fld id="{09DBE2A9-CC5B-774E-81B7-21982CF6B340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75652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41BB564-B596-C19F-7A60-D572A57B0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4982BC81-5330-E19C-BF21-7B04D65CD7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C708FA43-08DA-9C71-2D81-CFD881D2C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E9F8C758-1637-0394-036E-FD004A906B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9.</a:t>
            </a:r>
            <a:fld id="{53BB3D93-3888-7040-BDC1-54213550EF8E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3468654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154A042-F070-2D7D-A4C9-580D1B1F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BCBE5E26-DE1B-1FBE-D564-11B148B12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3C197209-7EC8-A181-FFBD-E8F180451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39353A40-E40B-3D88-7704-6D7D4B333A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9483E2A2-7F62-F720-4D66-CB3DFF30C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14942FD8-2C38-372C-44CB-CDC818778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9.</a:t>
            </a:r>
            <a:fld id="{7A005109-7BE0-B144-B9BD-62997CDC825B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1558656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52457FC-9A7A-BF9A-4BB6-FAC35F49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หมายเลขสไลด์ 2">
            <a:extLst>
              <a:ext uri="{FF2B5EF4-FFF2-40B4-BE49-F238E27FC236}">
                <a16:creationId xmlns:a16="http://schemas.microsoft.com/office/drawing/2014/main" id="{6BC4B37E-F9AD-BBC2-1200-E433570F3E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9.</a:t>
            </a:r>
            <a:fld id="{8A8A5F51-280F-1E45-A939-D8E7525A3890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094523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982CE0AB-3C46-4365-C50C-0DE0ACA04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9.</a:t>
            </a:r>
            <a:fld id="{9ABDA629-1CAA-444E-9020-0EB880DB17CD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4231413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43035B9-91E4-CD70-A3BE-2EFD44EE5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0DB8B3E9-90FE-9633-2C2B-159D76D8E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5A6D803C-B05E-BF36-3894-91F5421CC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4FF0E365-A4CD-4E1B-D136-2994D8B14A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9.</a:t>
            </a:r>
            <a:fld id="{457098DB-0172-F242-A6DF-67EE1AC87A3B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82999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DEEA6CC-0A32-39C7-6969-C99747B76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3FD78718-0319-138A-5D31-CA77DD37B2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D4EFE48D-E3E0-3CF1-E5E3-51DE0B722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07B71D09-EA44-A25C-1C1B-8798CE914E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9.</a:t>
            </a:r>
            <a:fld id="{BE21443A-E1F2-484E-9FC5-715E2F7532F6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4134975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03A8A1A-D965-0D83-6B65-FF04436FD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052B8DA2-2533-44B8-68A1-39439120C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EBB43B53-9B94-B18C-1247-993B8102E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9.</a:t>
            </a:r>
            <a:fld id="{EC8BD3A7-A55E-0E4C-81CE-7BA118BA68DD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828391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A7C42F3F-A199-A93A-7631-94D870918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C723516F-FA14-309F-3891-40E46F69B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AB9E6578-FECC-F738-4DED-51E672E5DE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9.</a:t>
            </a:r>
            <a:fld id="{CD4830D9-E438-4742-8EAD-C92D1F12EA15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4220067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>
            <a:extLst>
              <a:ext uri="{FF2B5EF4-FFF2-40B4-BE49-F238E27FC236}">
                <a16:creationId xmlns:a16="http://schemas.microsoft.com/office/drawing/2014/main" id="{CED5F741-2BC0-4E4F-2B8D-197296CD433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3" name="ตัวแทนหมายเลขสไลด์ 2">
            <a:extLst>
              <a:ext uri="{FF2B5EF4-FFF2-40B4-BE49-F238E27FC236}">
                <a16:creationId xmlns:a16="http://schemas.microsoft.com/office/drawing/2014/main" id="{CCBFF709-B136-343A-3E96-0D294695FF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th-TH"/>
              <a:t>9.</a:t>
            </a:r>
            <a:fld id="{DCFF66A7-18E0-2248-A198-5611650ED33C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982820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>
            <a:extLst>
              <a:ext uri="{FF2B5EF4-FFF2-40B4-BE49-F238E27FC236}">
                <a16:creationId xmlns:a16="http://schemas.microsoft.com/office/drawing/2014/main" id="{D89869FE-6DC6-3307-7325-8E1DDBDCB2E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altLang="th-TH"/>
              <a:t>9.</a:t>
            </a:r>
            <a:fld id="{89DAD81E-F315-7249-A487-0B31DE6E480C}" type="slidenum">
              <a:rPr lang="en-US" altLang="th-TH"/>
              <a:pPr/>
              <a:t>‹#›</a:t>
            </a:fld>
            <a:endParaRPr lang="en-US" alt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2">
            <a:extLst>
              <a:ext uri="{FF2B5EF4-FFF2-40B4-BE49-F238E27FC236}">
                <a16:creationId xmlns:a16="http://schemas.microsoft.com/office/drawing/2014/main" id="{8D062A2F-38B5-D024-DDBC-79D50EF08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B4498A5A-A530-3D4B-B1C1-63C450D66AC8}" type="slidenum">
              <a:rPr lang="en-US" altLang="th-TH"/>
              <a:pPr/>
              <a:t>1</a:t>
            </a:fld>
            <a:endParaRPr lang="en-US" altLang="th-TH"/>
          </a:p>
        </p:txBody>
      </p:sp>
      <p:pic>
        <p:nvPicPr>
          <p:cNvPr id="941058" name="Picture 2">
            <a:extLst>
              <a:ext uri="{FF2B5EF4-FFF2-40B4-BE49-F238E27FC236}">
                <a16:creationId xmlns:a16="http://schemas.microsoft.com/office/drawing/2014/main" id="{0DCCCFBA-A66A-25B0-5446-E93D384F52AC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41059" name="Rectangle 3">
            <a:extLst>
              <a:ext uri="{FF2B5EF4-FFF2-40B4-BE49-F238E27FC236}">
                <a16:creationId xmlns:a16="http://schemas.microsoft.com/office/drawing/2014/main" id="{B87AFE46-581A-32F3-988B-CC2C706C2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6858000" cy="307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4400">
                <a:solidFill>
                  <a:schemeClr val="tx2"/>
                </a:solidFill>
              </a:rPr>
              <a:t>Chapter 9</a:t>
            </a:r>
          </a:p>
          <a:p>
            <a:pPr algn="ctr"/>
            <a:endParaRPr lang="en-US" altLang="en-US" sz="2000">
              <a:solidFill>
                <a:schemeClr val="tx2"/>
              </a:solidFill>
            </a:endParaRPr>
          </a:p>
          <a:p>
            <a:pPr algn="ctr"/>
            <a:r>
              <a:rPr lang="en-US" altLang="th-TH" sz="4400"/>
              <a:t>Using Telephone</a:t>
            </a:r>
            <a:br>
              <a:rPr lang="en-US" altLang="th-TH" sz="4400"/>
            </a:br>
            <a:r>
              <a:rPr lang="en-US" altLang="th-TH" sz="4400"/>
              <a:t>and Cable Networks</a:t>
            </a:r>
          </a:p>
          <a:p>
            <a:pPr algn="ctr"/>
            <a:r>
              <a:rPr lang="en-US" altLang="th-TH" sz="4400"/>
              <a:t>for Data Transmission</a:t>
            </a:r>
          </a:p>
        </p:txBody>
      </p:sp>
      <p:sp>
        <p:nvSpPr>
          <p:cNvPr id="941060" name="Text Box 4">
            <a:extLst>
              <a:ext uri="{FF2B5EF4-FFF2-40B4-BE49-F238E27FC236}">
                <a16:creationId xmlns:a16="http://schemas.microsoft.com/office/drawing/2014/main" id="{1778C3CC-EDDF-B1A2-2CAD-951732A59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th-TH" sz="1200" b="0">
                <a:latin typeface="Times New Roman" panose="02020603050405020304" pitchFamily="18" charset="0"/>
              </a:rPr>
              <a:t>Copyright © The McGraw-Hill Companies, Inc. Permission required for reproduction or display.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74AC4709-5774-3863-DB84-D77317EF3B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ECD49EBD-5DE2-3E4D-85FF-A9F3C4367734}" type="slidenum">
              <a:rPr lang="en-US" altLang="th-TH"/>
              <a:pPr/>
              <a:t>2</a:t>
            </a:fld>
            <a:endParaRPr lang="en-US" altLang="th-TH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68795556-19EE-308F-85BD-D45B73338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th-TH" altLang="th-TH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272B7C64-164D-E92F-18AF-303DA0B9D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58308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9-1   TELEPHONE NETWORK</a:t>
            </a:r>
          </a:p>
        </p:txBody>
      </p:sp>
      <p:sp>
        <p:nvSpPr>
          <p:cNvPr id="565252" name="Text Box 4">
            <a:extLst>
              <a:ext uri="{FF2B5EF4-FFF2-40B4-BE49-F238E27FC236}">
                <a16:creationId xmlns:a16="http://schemas.microsoft.com/office/drawing/2014/main" id="{B9EED59F-9AFC-C170-28E9-5F544AEF9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th-TH" altLang="th-TH" sz="1800">
              <a:latin typeface="Times New Roman" panose="02020603050405020304" pitchFamily="18" charset="0"/>
            </a:endParaRPr>
          </a:p>
        </p:txBody>
      </p:sp>
      <p:sp>
        <p:nvSpPr>
          <p:cNvPr id="565253" name="Rectangle 5">
            <a:extLst>
              <a:ext uri="{FF2B5EF4-FFF2-40B4-BE49-F238E27FC236}">
                <a16:creationId xmlns:a16="http://schemas.microsoft.com/office/drawing/2014/main" id="{895F3A93-F200-7896-30F7-A31FF69E0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58938"/>
            <a:ext cx="8229600" cy="222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Telephone networks use circuit switching. The telephone network had its beginnings in the late 1800s. The entire network, which is referred to as the </a:t>
            </a:r>
            <a:r>
              <a:rPr lang="en-US" altLang="th-TH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plain old telephone system</a:t>
            </a:r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(</a:t>
            </a:r>
            <a:r>
              <a:rPr lang="en-US" altLang="th-TH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POTS</a:t>
            </a:r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), was originally an analog system using analog signals to transmit voice.</a:t>
            </a:r>
          </a:p>
        </p:txBody>
      </p:sp>
      <p:sp>
        <p:nvSpPr>
          <p:cNvPr id="565277" name="Rectangle 29">
            <a:extLst>
              <a:ext uri="{FF2B5EF4-FFF2-40B4-BE49-F238E27FC236}">
                <a16:creationId xmlns:a16="http://schemas.microsoft.com/office/drawing/2014/main" id="{3213DC91-406E-9FCD-3DA0-450BC11BE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Major Components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LATAs</a:t>
            </a:r>
            <a:b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Signaling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Services Provided by Telephone Networks</a:t>
            </a:r>
          </a:p>
        </p:txBody>
      </p:sp>
      <p:sp>
        <p:nvSpPr>
          <p:cNvPr id="565278" name="Text Box 30">
            <a:extLst>
              <a:ext uri="{FF2B5EF4-FFF2-40B4-BE49-F238E27FC236}">
                <a16:creationId xmlns:a16="http://schemas.microsoft.com/office/drawing/2014/main" id="{B367850E-C5A6-5589-4315-D11E8E64A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2037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th-TH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0CA872AF-2130-5913-23F8-2254108C39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2BFD41D7-3367-6B42-8996-A3FA2B893774}" type="slidenum">
              <a:rPr lang="en-US" altLang="th-TH"/>
              <a:pPr/>
              <a:t>3</a:t>
            </a:fld>
            <a:endParaRPr lang="en-US" altLang="th-TH"/>
          </a:p>
        </p:txBody>
      </p:sp>
      <p:sp>
        <p:nvSpPr>
          <p:cNvPr id="894978" name="Line 2">
            <a:extLst>
              <a:ext uri="{FF2B5EF4-FFF2-40B4-BE49-F238E27FC236}">
                <a16:creationId xmlns:a16="http://schemas.microsoft.com/office/drawing/2014/main" id="{B8829726-9036-5D90-7B59-C1E7258CAF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94979" name="Line 3">
            <a:extLst>
              <a:ext uri="{FF2B5EF4-FFF2-40B4-BE49-F238E27FC236}">
                <a16:creationId xmlns:a16="http://schemas.microsoft.com/office/drawing/2014/main" id="{9E8DE8B8-31A5-9D39-77DA-CE2FC9B160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94980" name="Text Box 4">
            <a:extLst>
              <a:ext uri="{FF2B5EF4-FFF2-40B4-BE49-F238E27FC236}">
                <a16:creationId xmlns:a16="http://schemas.microsoft.com/office/drawing/2014/main" id="{28684AB9-4755-9F27-174D-BC57E3CB7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656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9.1  </a:t>
            </a:r>
            <a:r>
              <a:rPr lang="en-US" altLang="th-TH" sz="2000" i="1">
                <a:latin typeface="Times New Roman" panose="02020603050405020304" pitchFamily="18" charset="0"/>
              </a:rPr>
              <a:t>A telephone system</a:t>
            </a:r>
          </a:p>
        </p:txBody>
      </p:sp>
      <p:sp>
        <p:nvSpPr>
          <p:cNvPr id="894981" name="Line 5">
            <a:extLst>
              <a:ext uri="{FF2B5EF4-FFF2-40B4-BE49-F238E27FC236}">
                <a16:creationId xmlns:a16="http://schemas.microsoft.com/office/drawing/2014/main" id="{B532BD99-189A-F192-BCF9-DF9F1D8013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94984" name="Picture 8">
            <a:extLst>
              <a:ext uri="{FF2B5EF4-FFF2-40B4-BE49-F238E27FC236}">
                <a16:creationId xmlns:a16="http://schemas.microsoft.com/office/drawing/2014/main" id="{3B511780-E62D-D973-387C-1B715D18F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" y="1941513"/>
            <a:ext cx="8766175" cy="2630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79C7B2BF-1128-2A79-7C81-DDE636C4C2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0E0F9261-3E1D-394E-99C2-093B49ABEAC9}" type="slidenum">
              <a:rPr lang="en-US" altLang="th-TH"/>
              <a:pPr/>
              <a:t>4</a:t>
            </a:fld>
            <a:endParaRPr lang="en-US" altLang="th-TH"/>
          </a:p>
        </p:txBody>
      </p:sp>
      <p:sp>
        <p:nvSpPr>
          <p:cNvPr id="880649" name="Line 9">
            <a:extLst>
              <a:ext uri="{FF2B5EF4-FFF2-40B4-BE49-F238E27FC236}">
                <a16:creationId xmlns:a16="http://schemas.microsoft.com/office/drawing/2014/main" id="{C003FB09-E907-28F4-97C0-7165B6F9E4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905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0650" name="Line 10">
            <a:extLst>
              <a:ext uri="{FF2B5EF4-FFF2-40B4-BE49-F238E27FC236}">
                <a16:creationId xmlns:a16="http://schemas.microsoft.com/office/drawing/2014/main" id="{2936A630-F118-F552-A877-2437FC56F7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105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0651" name="Rectangle 11">
            <a:extLst>
              <a:ext uri="{FF2B5EF4-FFF2-40B4-BE49-F238E27FC236}">
                <a16:creationId xmlns:a16="http://schemas.microsoft.com/office/drawing/2014/main" id="{11D501A4-0867-29BE-66C5-45C805699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982788"/>
            <a:ext cx="8077200" cy="301625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/>
              <a:t>Intra-LATA services are provided by local exchange carriers.</a:t>
            </a:r>
            <a:br>
              <a:rPr lang="en-US" altLang="th-TH"/>
            </a:br>
            <a:r>
              <a:rPr lang="en-US" altLang="th-TH"/>
              <a:t> Since 1996, there are two</a:t>
            </a:r>
          </a:p>
          <a:p>
            <a:pPr algn="ctr"/>
            <a:r>
              <a:rPr lang="en-US" altLang="th-TH"/>
              <a:t>types of LECs: incumbent local exchange carriers and competitive </a:t>
            </a:r>
            <a:br>
              <a:rPr lang="en-US" altLang="th-TH"/>
            </a:br>
            <a:r>
              <a:rPr lang="en-US" altLang="th-TH"/>
              <a:t>local exchange carriers.</a:t>
            </a:r>
          </a:p>
        </p:txBody>
      </p:sp>
      <p:grpSp>
        <p:nvGrpSpPr>
          <p:cNvPr id="880652" name="Group 12">
            <a:extLst>
              <a:ext uri="{FF2B5EF4-FFF2-40B4-BE49-F238E27FC236}">
                <a16:creationId xmlns:a16="http://schemas.microsoft.com/office/drawing/2014/main" id="{FEF3E1A4-A4E5-4654-796A-26EEA1088B29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204913"/>
            <a:ext cx="1143000" cy="566737"/>
            <a:chOff x="1200" y="1248"/>
            <a:chExt cx="720" cy="357"/>
          </a:xfrm>
        </p:grpSpPr>
        <p:pic>
          <p:nvPicPr>
            <p:cNvPr id="880653" name="Picture 13">
              <a:extLst>
                <a:ext uri="{FF2B5EF4-FFF2-40B4-BE49-F238E27FC236}">
                  <a16:creationId xmlns:a16="http://schemas.microsoft.com/office/drawing/2014/main" id="{098B7343-EA90-59C4-C231-7BE12B91D9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80654" name="Text Box 14">
              <a:extLst>
                <a:ext uri="{FF2B5EF4-FFF2-40B4-BE49-F238E27FC236}">
                  <a16:creationId xmlns:a16="http://schemas.microsoft.com/office/drawing/2014/main" id="{9F5EE6B6-4474-8801-D766-A4BD39BE82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  <p:sp>
        <p:nvSpPr>
          <p:cNvPr id="880655" name="Rectangle 15">
            <a:extLst>
              <a:ext uri="{FF2B5EF4-FFF2-40B4-BE49-F238E27FC236}">
                <a16:creationId xmlns:a16="http://schemas.microsoft.com/office/drawing/2014/main" id="{C8BE648E-0966-8409-6282-CDC7481B2A6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0656" name="Rectangle 16">
            <a:extLst>
              <a:ext uri="{FF2B5EF4-FFF2-40B4-BE49-F238E27FC236}">
                <a16:creationId xmlns:a16="http://schemas.microsoft.com/office/drawing/2014/main" id="{5364C530-0944-5988-625C-E997CD82286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0657" name="Rectangle 17">
            <a:extLst>
              <a:ext uri="{FF2B5EF4-FFF2-40B4-BE49-F238E27FC236}">
                <a16:creationId xmlns:a16="http://schemas.microsoft.com/office/drawing/2014/main" id="{F1363F4B-E843-E61F-81C9-9D38CF69B86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0658" name="Rectangle 18">
            <a:extLst>
              <a:ext uri="{FF2B5EF4-FFF2-40B4-BE49-F238E27FC236}">
                <a16:creationId xmlns:a16="http://schemas.microsoft.com/office/drawing/2014/main" id="{BB84F490-1575-5B00-3C9D-395715B5200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0659" name="Rectangle 19">
            <a:extLst>
              <a:ext uri="{FF2B5EF4-FFF2-40B4-BE49-F238E27FC236}">
                <a16:creationId xmlns:a16="http://schemas.microsoft.com/office/drawing/2014/main" id="{0822E89F-FE6C-5F45-5E4F-0FD97F410C3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0660" name="Rectangle 20">
            <a:extLst>
              <a:ext uri="{FF2B5EF4-FFF2-40B4-BE49-F238E27FC236}">
                <a16:creationId xmlns:a16="http://schemas.microsoft.com/office/drawing/2014/main" id="{50E1058A-FE73-247D-C524-7FF9AE3C08C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0661" name="Rectangle 21">
            <a:extLst>
              <a:ext uri="{FF2B5EF4-FFF2-40B4-BE49-F238E27FC236}">
                <a16:creationId xmlns:a16="http://schemas.microsoft.com/office/drawing/2014/main" id="{395F3991-FB92-0C63-4C67-B3E983F2D98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BE259D6E-A32E-F4CF-0695-1F89E19831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7192AA1C-98BB-DB42-9D00-E6D4F1143269}" type="slidenum">
              <a:rPr lang="en-US" altLang="th-TH"/>
              <a:pPr/>
              <a:t>5</a:t>
            </a:fld>
            <a:endParaRPr lang="en-US" altLang="th-TH"/>
          </a:p>
        </p:txBody>
      </p:sp>
      <p:sp>
        <p:nvSpPr>
          <p:cNvPr id="863234" name="Line 2">
            <a:extLst>
              <a:ext uri="{FF2B5EF4-FFF2-40B4-BE49-F238E27FC236}">
                <a16:creationId xmlns:a16="http://schemas.microsoft.com/office/drawing/2014/main" id="{37C4C13F-FAC8-B2FF-2162-8378FEFA04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3235" name="Line 3">
            <a:extLst>
              <a:ext uri="{FF2B5EF4-FFF2-40B4-BE49-F238E27FC236}">
                <a16:creationId xmlns:a16="http://schemas.microsoft.com/office/drawing/2014/main" id="{63979599-E9E8-12C5-C648-1969354E8C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3236" name="Text Box 4">
            <a:extLst>
              <a:ext uri="{FF2B5EF4-FFF2-40B4-BE49-F238E27FC236}">
                <a16:creationId xmlns:a16="http://schemas.microsoft.com/office/drawing/2014/main" id="{7EF9BC86-3C2A-23B1-A68D-3BA019425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630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9.2  </a:t>
            </a:r>
            <a:r>
              <a:rPr lang="en-US" altLang="th-TH" sz="2000" i="1">
                <a:latin typeface="Times New Roman" panose="02020603050405020304" pitchFamily="18" charset="0"/>
              </a:rPr>
              <a:t>Switching offices in a LATA</a:t>
            </a:r>
          </a:p>
        </p:txBody>
      </p:sp>
      <p:sp>
        <p:nvSpPr>
          <p:cNvPr id="863237" name="Line 5">
            <a:extLst>
              <a:ext uri="{FF2B5EF4-FFF2-40B4-BE49-F238E27FC236}">
                <a16:creationId xmlns:a16="http://schemas.microsoft.com/office/drawing/2014/main" id="{84FB13D7-FEA5-E1D7-7CDA-C17A93D158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3238" name="Picture 6">
            <a:extLst>
              <a:ext uri="{FF2B5EF4-FFF2-40B4-BE49-F238E27FC236}">
                <a16:creationId xmlns:a16="http://schemas.microsoft.com/office/drawing/2014/main" id="{F94F5115-E735-C234-0117-AE90F7C05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2135188"/>
            <a:ext cx="8593137" cy="283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A91B8D5A-5E75-F583-26AE-676C84C5E6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384F2639-CC59-7645-931F-F8BAB7B92428}" type="slidenum">
              <a:rPr lang="en-US" altLang="th-TH"/>
              <a:pPr/>
              <a:t>6</a:t>
            </a:fld>
            <a:endParaRPr lang="en-US" altLang="th-TH"/>
          </a:p>
        </p:txBody>
      </p:sp>
      <p:sp>
        <p:nvSpPr>
          <p:cNvPr id="864258" name="Line 2">
            <a:extLst>
              <a:ext uri="{FF2B5EF4-FFF2-40B4-BE49-F238E27FC236}">
                <a16:creationId xmlns:a16="http://schemas.microsoft.com/office/drawing/2014/main" id="{27CDAE35-F43D-8152-DD76-73EAA52310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4259" name="Line 3">
            <a:extLst>
              <a:ext uri="{FF2B5EF4-FFF2-40B4-BE49-F238E27FC236}">
                <a16:creationId xmlns:a16="http://schemas.microsoft.com/office/drawing/2014/main" id="{A4C2A38F-A570-EC13-EC7F-9F13301D97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4260" name="Text Box 4">
            <a:extLst>
              <a:ext uri="{FF2B5EF4-FFF2-40B4-BE49-F238E27FC236}">
                <a16:creationId xmlns:a16="http://schemas.microsoft.com/office/drawing/2014/main" id="{06B4F405-4864-E648-BBCF-68185CC63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397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9.3  </a:t>
            </a:r>
            <a:r>
              <a:rPr lang="en-US" altLang="th-TH" sz="2000" i="1">
                <a:latin typeface="Times New Roman" panose="02020603050405020304" pitchFamily="18" charset="0"/>
              </a:rPr>
              <a:t>Point of presences (POPs)</a:t>
            </a:r>
          </a:p>
        </p:txBody>
      </p:sp>
      <p:sp>
        <p:nvSpPr>
          <p:cNvPr id="864261" name="Line 5">
            <a:extLst>
              <a:ext uri="{FF2B5EF4-FFF2-40B4-BE49-F238E27FC236}">
                <a16:creationId xmlns:a16="http://schemas.microsoft.com/office/drawing/2014/main" id="{68EA5878-3157-DBDB-F62D-A27458A7F9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4262" name="Picture 6">
            <a:extLst>
              <a:ext uri="{FF2B5EF4-FFF2-40B4-BE49-F238E27FC236}">
                <a16:creationId xmlns:a16="http://schemas.microsoft.com/office/drawing/2014/main" id="{52DB3E2D-8B45-7486-A417-40034EC7B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3" y="1752600"/>
            <a:ext cx="6846887" cy="422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2177E989-C7B8-C3F9-7441-D2BEF14567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4F3C353F-091F-F94F-BBC8-43F77022438C}" type="slidenum">
              <a:rPr lang="en-US" altLang="th-TH"/>
              <a:pPr/>
              <a:t>7</a:t>
            </a:fld>
            <a:endParaRPr lang="en-US" altLang="th-TH"/>
          </a:p>
        </p:txBody>
      </p:sp>
      <p:sp>
        <p:nvSpPr>
          <p:cNvPr id="881666" name="Rectangle 2">
            <a:extLst>
              <a:ext uri="{FF2B5EF4-FFF2-40B4-BE49-F238E27FC236}">
                <a16:creationId xmlns:a16="http://schemas.microsoft.com/office/drawing/2014/main" id="{3B18FD68-B046-A948-9B06-886F1123ED3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1667" name="Rectangle 3">
            <a:extLst>
              <a:ext uri="{FF2B5EF4-FFF2-40B4-BE49-F238E27FC236}">
                <a16:creationId xmlns:a16="http://schemas.microsoft.com/office/drawing/2014/main" id="{4C62AED7-B63A-9852-FED8-61FEF531E13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1668" name="Rectangle 4">
            <a:extLst>
              <a:ext uri="{FF2B5EF4-FFF2-40B4-BE49-F238E27FC236}">
                <a16:creationId xmlns:a16="http://schemas.microsoft.com/office/drawing/2014/main" id="{BACF22F2-AA11-F2C9-6581-905BA3C21E8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1669" name="Rectangle 5">
            <a:extLst>
              <a:ext uri="{FF2B5EF4-FFF2-40B4-BE49-F238E27FC236}">
                <a16:creationId xmlns:a16="http://schemas.microsoft.com/office/drawing/2014/main" id="{4227670E-09A4-443E-7A2B-71E71565795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1670" name="Rectangle 6">
            <a:extLst>
              <a:ext uri="{FF2B5EF4-FFF2-40B4-BE49-F238E27FC236}">
                <a16:creationId xmlns:a16="http://schemas.microsoft.com/office/drawing/2014/main" id="{AD96AD61-4837-5466-9903-151F7F3300E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1671" name="Rectangle 7">
            <a:extLst>
              <a:ext uri="{FF2B5EF4-FFF2-40B4-BE49-F238E27FC236}">
                <a16:creationId xmlns:a16="http://schemas.microsoft.com/office/drawing/2014/main" id="{3CB9032E-ACCE-CADC-04DE-EB48FAF14B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1672" name="Rectangle 8">
            <a:extLst>
              <a:ext uri="{FF2B5EF4-FFF2-40B4-BE49-F238E27FC236}">
                <a16:creationId xmlns:a16="http://schemas.microsoft.com/office/drawing/2014/main" id="{0075820C-540A-B7F5-3E6C-078244FF8FA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1673" name="Line 9">
            <a:extLst>
              <a:ext uri="{FF2B5EF4-FFF2-40B4-BE49-F238E27FC236}">
                <a16:creationId xmlns:a16="http://schemas.microsoft.com/office/drawing/2014/main" id="{883F1123-9C4D-51E8-AEFF-95A23EF351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209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1674" name="Line 10">
            <a:extLst>
              <a:ext uri="{FF2B5EF4-FFF2-40B4-BE49-F238E27FC236}">
                <a16:creationId xmlns:a16="http://schemas.microsoft.com/office/drawing/2014/main" id="{D4863D28-0D6A-D656-D084-150E579D0B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1675" name="Rectangle 11">
            <a:extLst>
              <a:ext uri="{FF2B5EF4-FFF2-40B4-BE49-F238E27FC236}">
                <a16:creationId xmlns:a16="http://schemas.microsoft.com/office/drawing/2014/main" id="{247AC67B-3E03-05EC-0D09-DEFB130CC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301875"/>
            <a:ext cx="8077200" cy="20415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/>
              <a:t>The tasks of data transfer and signaling are separated in modern telephone networks: data transfer is done by one network, signaling by another.</a:t>
            </a:r>
          </a:p>
        </p:txBody>
      </p:sp>
      <p:grpSp>
        <p:nvGrpSpPr>
          <p:cNvPr id="881676" name="Group 12">
            <a:extLst>
              <a:ext uri="{FF2B5EF4-FFF2-40B4-BE49-F238E27FC236}">
                <a16:creationId xmlns:a16="http://schemas.microsoft.com/office/drawing/2014/main" id="{4A2A2E47-02D4-D583-425C-290F0A666B63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566863"/>
            <a:ext cx="1143000" cy="566737"/>
            <a:chOff x="1200" y="1248"/>
            <a:chExt cx="720" cy="357"/>
          </a:xfrm>
        </p:grpSpPr>
        <p:pic>
          <p:nvPicPr>
            <p:cNvPr id="881677" name="Picture 13">
              <a:extLst>
                <a:ext uri="{FF2B5EF4-FFF2-40B4-BE49-F238E27FC236}">
                  <a16:creationId xmlns:a16="http://schemas.microsoft.com/office/drawing/2014/main" id="{A597A652-2155-04F0-02BD-B1B25340C9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81678" name="Text Box 14">
              <a:extLst>
                <a:ext uri="{FF2B5EF4-FFF2-40B4-BE49-F238E27FC236}">
                  <a16:creationId xmlns:a16="http://schemas.microsoft.com/office/drawing/2014/main" id="{E7FF2F06-8E7E-7A4B-11C3-C34B2ED6DA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D3B1324F-BAA0-830D-5996-D31728A172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022D9B6C-714F-4443-ACFE-A6470AB89CBB}" type="slidenum">
              <a:rPr lang="en-US" altLang="th-TH"/>
              <a:pPr/>
              <a:t>8</a:t>
            </a:fld>
            <a:endParaRPr lang="en-US" altLang="th-TH"/>
          </a:p>
        </p:txBody>
      </p:sp>
      <p:sp>
        <p:nvSpPr>
          <p:cNvPr id="865282" name="Line 2">
            <a:extLst>
              <a:ext uri="{FF2B5EF4-FFF2-40B4-BE49-F238E27FC236}">
                <a16:creationId xmlns:a16="http://schemas.microsoft.com/office/drawing/2014/main" id="{03164064-1DDF-2C2C-50DC-A2CD0D5419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5283" name="Line 3">
            <a:extLst>
              <a:ext uri="{FF2B5EF4-FFF2-40B4-BE49-F238E27FC236}">
                <a16:creationId xmlns:a16="http://schemas.microsoft.com/office/drawing/2014/main" id="{2AFA7676-6740-681C-A499-2DFC8146DE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5284" name="Text Box 4">
            <a:extLst>
              <a:ext uri="{FF2B5EF4-FFF2-40B4-BE49-F238E27FC236}">
                <a16:creationId xmlns:a16="http://schemas.microsoft.com/office/drawing/2014/main" id="{CE2BE2B8-3F03-318F-008D-0ABAA71B2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559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9.4  </a:t>
            </a:r>
            <a:r>
              <a:rPr lang="en-US" altLang="th-TH" sz="2000" i="1">
                <a:latin typeface="Times New Roman" panose="02020603050405020304" pitchFamily="18" charset="0"/>
              </a:rPr>
              <a:t>Data transfer and signaling networks</a:t>
            </a:r>
          </a:p>
        </p:txBody>
      </p:sp>
      <p:sp>
        <p:nvSpPr>
          <p:cNvPr id="865285" name="Line 5">
            <a:extLst>
              <a:ext uri="{FF2B5EF4-FFF2-40B4-BE49-F238E27FC236}">
                <a16:creationId xmlns:a16="http://schemas.microsoft.com/office/drawing/2014/main" id="{DAD9C27C-D566-7DFB-FF42-2A6A0203D1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5286" name="Picture 6">
            <a:extLst>
              <a:ext uri="{FF2B5EF4-FFF2-40B4-BE49-F238E27FC236}">
                <a16:creationId xmlns:a16="http://schemas.microsoft.com/office/drawing/2014/main" id="{B54C5E87-C00E-37A2-1073-6D6355D95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1744663"/>
            <a:ext cx="8089900" cy="389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DDED64FA-8460-78D0-1840-2812A5553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2CD2E97C-27A6-3049-95DE-951BCA275698}" type="slidenum">
              <a:rPr lang="en-US" altLang="th-TH"/>
              <a:pPr/>
              <a:t>9</a:t>
            </a:fld>
            <a:endParaRPr lang="en-US" altLang="th-TH"/>
          </a:p>
        </p:txBody>
      </p:sp>
      <p:sp>
        <p:nvSpPr>
          <p:cNvPr id="866306" name="Line 2">
            <a:extLst>
              <a:ext uri="{FF2B5EF4-FFF2-40B4-BE49-F238E27FC236}">
                <a16:creationId xmlns:a16="http://schemas.microsoft.com/office/drawing/2014/main" id="{FCF06418-6A29-5D12-AA7C-FEF0B80524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6307" name="Line 3">
            <a:extLst>
              <a:ext uri="{FF2B5EF4-FFF2-40B4-BE49-F238E27FC236}">
                <a16:creationId xmlns:a16="http://schemas.microsoft.com/office/drawing/2014/main" id="{6F668DDA-C7D4-BF9A-5DC6-D131B1D702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6308" name="Text Box 4">
            <a:extLst>
              <a:ext uri="{FF2B5EF4-FFF2-40B4-BE49-F238E27FC236}">
                <a16:creationId xmlns:a16="http://schemas.microsoft.com/office/drawing/2014/main" id="{6325207F-75D9-D892-B362-671317E5A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108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9.5  </a:t>
            </a:r>
            <a:r>
              <a:rPr lang="en-US" altLang="th-TH" sz="2000" i="1">
                <a:latin typeface="Times New Roman" panose="02020603050405020304" pitchFamily="18" charset="0"/>
              </a:rPr>
              <a:t>Layers in SS7</a:t>
            </a:r>
          </a:p>
        </p:txBody>
      </p:sp>
      <p:sp>
        <p:nvSpPr>
          <p:cNvPr id="866309" name="Line 5">
            <a:extLst>
              <a:ext uri="{FF2B5EF4-FFF2-40B4-BE49-F238E27FC236}">
                <a16:creationId xmlns:a16="http://schemas.microsoft.com/office/drawing/2014/main" id="{1A33EB28-18FC-4AB2-B4C3-A41315AD18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6311" name="Picture 7">
            <a:extLst>
              <a:ext uri="{FF2B5EF4-FFF2-40B4-BE49-F238E27FC236}">
                <a16:creationId xmlns:a16="http://schemas.microsoft.com/office/drawing/2014/main" id="{59FB3F9D-D533-98D9-4D63-7ABD93D23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2001838"/>
            <a:ext cx="8547100" cy="363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E523D61A-CF76-7393-F88F-BBD0BF61A7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4F00C20D-86D6-D94B-BD56-5854D70C3D59}" type="slidenum">
              <a:rPr lang="en-US" altLang="th-TH"/>
              <a:pPr/>
              <a:t>10</a:t>
            </a:fld>
            <a:endParaRPr lang="en-US" altLang="th-TH"/>
          </a:p>
        </p:txBody>
      </p:sp>
      <p:sp>
        <p:nvSpPr>
          <p:cNvPr id="858114" name="Rectangle 2">
            <a:extLst>
              <a:ext uri="{FF2B5EF4-FFF2-40B4-BE49-F238E27FC236}">
                <a16:creationId xmlns:a16="http://schemas.microsoft.com/office/drawing/2014/main" id="{6B71CE86-6F95-9191-6FF5-08614C0D7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th-TH" altLang="th-TH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58115" name="Text Box 3">
            <a:extLst>
              <a:ext uri="{FF2B5EF4-FFF2-40B4-BE49-F238E27FC236}">
                <a16:creationId xmlns:a16="http://schemas.microsoft.com/office/drawing/2014/main" id="{80A5AC4F-E2A8-378A-249D-3D5CB52BB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47005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9-2   DIAL-UP MODEMS</a:t>
            </a:r>
          </a:p>
        </p:txBody>
      </p:sp>
      <p:sp>
        <p:nvSpPr>
          <p:cNvPr id="858116" name="Text Box 4">
            <a:extLst>
              <a:ext uri="{FF2B5EF4-FFF2-40B4-BE49-F238E27FC236}">
                <a16:creationId xmlns:a16="http://schemas.microsoft.com/office/drawing/2014/main" id="{1F536A8A-EEC8-42BB-86B4-F029379AD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th-TH" altLang="th-TH" sz="1800">
              <a:latin typeface="Times New Roman" panose="02020603050405020304" pitchFamily="18" charset="0"/>
            </a:endParaRPr>
          </a:p>
        </p:txBody>
      </p:sp>
      <p:sp>
        <p:nvSpPr>
          <p:cNvPr id="858117" name="Rectangle 5">
            <a:extLst>
              <a:ext uri="{FF2B5EF4-FFF2-40B4-BE49-F238E27FC236}">
                <a16:creationId xmlns:a16="http://schemas.microsoft.com/office/drawing/2014/main" id="{32776DA9-8DC2-D346-6791-3558DDACE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430338"/>
            <a:ext cx="8229600" cy="222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Traditional telephone lines can carry frequencies between 300 and 3300 Hz, giving them a bandwidth of 3000 Hz. All this range is used for transmitting voice, where a great deal of interference and distortion can be accepted without loss of intelligibility.</a:t>
            </a:r>
          </a:p>
        </p:txBody>
      </p:sp>
      <p:sp>
        <p:nvSpPr>
          <p:cNvPr id="858119" name="Rectangle 7">
            <a:extLst>
              <a:ext uri="{FF2B5EF4-FFF2-40B4-BE49-F238E27FC236}">
                <a16:creationId xmlns:a16="http://schemas.microsoft.com/office/drawing/2014/main" id="{830762A0-8E55-90FC-26CF-622CA7639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Modem Standards</a:t>
            </a:r>
          </a:p>
        </p:txBody>
      </p:sp>
      <p:sp>
        <p:nvSpPr>
          <p:cNvPr id="858120" name="Text Box 8">
            <a:extLst>
              <a:ext uri="{FF2B5EF4-FFF2-40B4-BE49-F238E27FC236}">
                <a16:creationId xmlns:a16="http://schemas.microsoft.com/office/drawing/2014/main" id="{AEB57964-7B3F-15D0-FCC6-601292885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2037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th-TH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3B669F7A-B4BB-0AB6-617D-4257AD3D83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631DF422-CEE1-7B40-BE72-3B5BC9CB0952}" type="slidenum">
              <a:rPr lang="en-US" altLang="th-TH"/>
              <a:pPr/>
              <a:t>11</a:t>
            </a:fld>
            <a:endParaRPr lang="en-US" altLang="th-TH"/>
          </a:p>
        </p:txBody>
      </p:sp>
      <p:sp>
        <p:nvSpPr>
          <p:cNvPr id="867330" name="Line 2">
            <a:extLst>
              <a:ext uri="{FF2B5EF4-FFF2-40B4-BE49-F238E27FC236}">
                <a16:creationId xmlns:a16="http://schemas.microsoft.com/office/drawing/2014/main" id="{A86DB1B9-FE3F-130D-0581-F3A6A13238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7331" name="Line 3">
            <a:extLst>
              <a:ext uri="{FF2B5EF4-FFF2-40B4-BE49-F238E27FC236}">
                <a16:creationId xmlns:a16="http://schemas.microsoft.com/office/drawing/2014/main" id="{0D578017-87CC-605B-DC00-3C24680C76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7332" name="Text Box 4">
            <a:extLst>
              <a:ext uri="{FF2B5EF4-FFF2-40B4-BE49-F238E27FC236}">
                <a16:creationId xmlns:a16="http://schemas.microsoft.com/office/drawing/2014/main" id="{F89BD6EA-5E51-D73A-0821-94AC4FA72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376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9.6  </a:t>
            </a:r>
            <a:r>
              <a:rPr lang="en-US" altLang="th-TH" sz="2000" i="1">
                <a:latin typeface="Times New Roman" panose="02020603050405020304" pitchFamily="18" charset="0"/>
              </a:rPr>
              <a:t>Telephone line bandwidth</a:t>
            </a:r>
          </a:p>
        </p:txBody>
      </p:sp>
      <p:sp>
        <p:nvSpPr>
          <p:cNvPr id="867333" name="Line 5">
            <a:extLst>
              <a:ext uri="{FF2B5EF4-FFF2-40B4-BE49-F238E27FC236}">
                <a16:creationId xmlns:a16="http://schemas.microsoft.com/office/drawing/2014/main" id="{EA412E50-81E7-8E4A-C27C-E5D79210BC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7334" name="Picture 6">
            <a:extLst>
              <a:ext uri="{FF2B5EF4-FFF2-40B4-BE49-F238E27FC236}">
                <a16:creationId xmlns:a16="http://schemas.microsoft.com/office/drawing/2014/main" id="{3AFAC7BD-9DE8-8C18-9668-F34A905C2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2376488"/>
            <a:ext cx="8116887" cy="272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640D3208-61AA-FF7B-A078-E1700CA4AA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AAC7B0B8-A138-9949-ADD3-F26876D1F1EA}" type="slidenum">
              <a:rPr lang="en-US" altLang="th-TH"/>
              <a:pPr/>
              <a:t>12</a:t>
            </a:fld>
            <a:endParaRPr lang="en-US" altLang="th-TH"/>
          </a:p>
        </p:txBody>
      </p:sp>
      <p:sp>
        <p:nvSpPr>
          <p:cNvPr id="882690" name="Rectangle 2">
            <a:extLst>
              <a:ext uri="{FF2B5EF4-FFF2-40B4-BE49-F238E27FC236}">
                <a16:creationId xmlns:a16="http://schemas.microsoft.com/office/drawing/2014/main" id="{7F2BB898-6F3B-37B4-C335-A3D7E15867C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2691" name="Rectangle 3">
            <a:extLst>
              <a:ext uri="{FF2B5EF4-FFF2-40B4-BE49-F238E27FC236}">
                <a16:creationId xmlns:a16="http://schemas.microsoft.com/office/drawing/2014/main" id="{6F5BDA9C-FD5B-242B-5ED5-446A9824109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2692" name="Rectangle 4">
            <a:extLst>
              <a:ext uri="{FF2B5EF4-FFF2-40B4-BE49-F238E27FC236}">
                <a16:creationId xmlns:a16="http://schemas.microsoft.com/office/drawing/2014/main" id="{3E6250A6-D6E5-840E-61F1-AEDFE2EAEF8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2693" name="Rectangle 5">
            <a:extLst>
              <a:ext uri="{FF2B5EF4-FFF2-40B4-BE49-F238E27FC236}">
                <a16:creationId xmlns:a16="http://schemas.microsoft.com/office/drawing/2014/main" id="{F336A859-540F-40D5-701F-6E62B7C1327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2694" name="Rectangle 6">
            <a:extLst>
              <a:ext uri="{FF2B5EF4-FFF2-40B4-BE49-F238E27FC236}">
                <a16:creationId xmlns:a16="http://schemas.microsoft.com/office/drawing/2014/main" id="{E3CF6917-06CD-19FA-56C7-8D67E78D3C1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2695" name="Rectangle 7">
            <a:extLst>
              <a:ext uri="{FF2B5EF4-FFF2-40B4-BE49-F238E27FC236}">
                <a16:creationId xmlns:a16="http://schemas.microsoft.com/office/drawing/2014/main" id="{81332D70-6336-B6A8-45D0-CC701A5891F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2696" name="Rectangle 8">
            <a:extLst>
              <a:ext uri="{FF2B5EF4-FFF2-40B4-BE49-F238E27FC236}">
                <a16:creationId xmlns:a16="http://schemas.microsoft.com/office/drawing/2014/main" id="{1470BE47-EFDD-4B91-A635-AA526805B08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2697" name="Line 9">
            <a:extLst>
              <a:ext uri="{FF2B5EF4-FFF2-40B4-BE49-F238E27FC236}">
                <a16:creationId xmlns:a16="http://schemas.microsoft.com/office/drawing/2014/main" id="{B38F66BC-81E4-62F5-F670-969A81EA4B9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2698" name="Line 10">
            <a:extLst>
              <a:ext uri="{FF2B5EF4-FFF2-40B4-BE49-F238E27FC236}">
                <a16:creationId xmlns:a16="http://schemas.microsoft.com/office/drawing/2014/main" id="{5BEDE2CE-CA2F-613D-127D-459CBE932E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2699" name="Rectangle 11">
            <a:extLst>
              <a:ext uri="{FF2B5EF4-FFF2-40B4-BE49-F238E27FC236}">
                <a16:creationId xmlns:a16="http://schemas.microsoft.com/office/drawing/2014/main" id="{41E454A7-8DB3-A56A-B8A6-3AC238B47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>
                <a:solidFill>
                  <a:schemeClr val="hlink"/>
                </a:solidFill>
              </a:rPr>
              <a:t>Modem</a:t>
            </a:r>
          </a:p>
          <a:p>
            <a:pPr algn="ctr"/>
            <a:r>
              <a:rPr lang="en-US" altLang="th-TH"/>
              <a:t>stands for modulator/demodulator.</a:t>
            </a:r>
          </a:p>
        </p:txBody>
      </p:sp>
      <p:grpSp>
        <p:nvGrpSpPr>
          <p:cNvPr id="882700" name="Group 12">
            <a:extLst>
              <a:ext uri="{FF2B5EF4-FFF2-40B4-BE49-F238E27FC236}">
                <a16:creationId xmlns:a16="http://schemas.microsoft.com/office/drawing/2014/main" id="{730088E1-B429-BC62-2AC1-4F0CFD89117C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882701" name="Picture 13">
              <a:extLst>
                <a:ext uri="{FF2B5EF4-FFF2-40B4-BE49-F238E27FC236}">
                  <a16:creationId xmlns:a16="http://schemas.microsoft.com/office/drawing/2014/main" id="{D8C0F323-1721-A9FF-5479-CDE313847C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82702" name="Text Box 14">
              <a:extLst>
                <a:ext uri="{FF2B5EF4-FFF2-40B4-BE49-F238E27FC236}">
                  <a16:creationId xmlns:a16="http://schemas.microsoft.com/office/drawing/2014/main" id="{1D59A6C9-1AAE-B7F3-A11D-B6277B722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B0D209CE-37F4-3050-ED83-B276923F2B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8C448C85-C09C-7748-B4FC-50D996625886}" type="slidenum">
              <a:rPr lang="en-US" altLang="th-TH"/>
              <a:pPr/>
              <a:t>13</a:t>
            </a:fld>
            <a:endParaRPr lang="en-US" altLang="th-TH"/>
          </a:p>
        </p:txBody>
      </p:sp>
      <p:sp>
        <p:nvSpPr>
          <p:cNvPr id="868354" name="Line 2">
            <a:extLst>
              <a:ext uri="{FF2B5EF4-FFF2-40B4-BE49-F238E27FC236}">
                <a16:creationId xmlns:a16="http://schemas.microsoft.com/office/drawing/2014/main" id="{05F48A49-E216-5B67-AB78-DD1BC6F59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8355" name="Line 3">
            <a:extLst>
              <a:ext uri="{FF2B5EF4-FFF2-40B4-BE49-F238E27FC236}">
                <a16:creationId xmlns:a16="http://schemas.microsoft.com/office/drawing/2014/main" id="{1118E7C6-ED68-5EAE-352F-4748CDDFEB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8356" name="Text Box 4">
            <a:extLst>
              <a:ext uri="{FF2B5EF4-FFF2-40B4-BE49-F238E27FC236}">
                <a16:creationId xmlns:a16="http://schemas.microsoft.com/office/drawing/2014/main" id="{AA791194-09F5-2F5E-8FC4-7FAE75978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387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9.7  </a:t>
            </a:r>
            <a:r>
              <a:rPr lang="en-US" altLang="th-TH" sz="2000" i="1">
                <a:latin typeface="Times New Roman" panose="02020603050405020304" pitchFamily="18" charset="0"/>
              </a:rPr>
              <a:t>Modulation/demodulation</a:t>
            </a:r>
          </a:p>
        </p:txBody>
      </p:sp>
      <p:sp>
        <p:nvSpPr>
          <p:cNvPr id="868357" name="Line 5">
            <a:extLst>
              <a:ext uri="{FF2B5EF4-FFF2-40B4-BE49-F238E27FC236}">
                <a16:creationId xmlns:a16="http://schemas.microsoft.com/office/drawing/2014/main" id="{5E808718-3486-F6E0-4F5A-DCC2CFA44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8358" name="Picture 6">
            <a:extLst>
              <a:ext uri="{FF2B5EF4-FFF2-40B4-BE49-F238E27FC236}">
                <a16:creationId xmlns:a16="http://schemas.microsoft.com/office/drawing/2014/main" id="{ED6A4AE3-9B72-2B66-08C5-CA1D77312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700338"/>
            <a:ext cx="8418513" cy="171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6F590B4E-4BB8-413C-1FF7-A244653F8A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79849B8A-866E-9A40-AC50-F5626D7EF5E5}" type="slidenum">
              <a:rPr lang="en-US" altLang="th-TH"/>
              <a:pPr/>
              <a:t>14</a:t>
            </a:fld>
            <a:endParaRPr lang="en-US" altLang="th-TH"/>
          </a:p>
        </p:txBody>
      </p:sp>
      <p:sp>
        <p:nvSpPr>
          <p:cNvPr id="869378" name="Line 2">
            <a:extLst>
              <a:ext uri="{FF2B5EF4-FFF2-40B4-BE49-F238E27FC236}">
                <a16:creationId xmlns:a16="http://schemas.microsoft.com/office/drawing/2014/main" id="{4706519C-4A57-D256-BF9A-FF5D2FF43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9379" name="Line 3">
            <a:extLst>
              <a:ext uri="{FF2B5EF4-FFF2-40B4-BE49-F238E27FC236}">
                <a16:creationId xmlns:a16="http://schemas.microsoft.com/office/drawing/2014/main" id="{B0491AD2-4200-F057-D697-3C73D2091F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9380" name="Text Box 4">
            <a:extLst>
              <a:ext uri="{FF2B5EF4-FFF2-40B4-BE49-F238E27FC236}">
                <a16:creationId xmlns:a16="http://schemas.microsoft.com/office/drawing/2014/main" id="{28A89753-8E22-DB79-3E84-F72099B66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694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9.8  </a:t>
            </a:r>
            <a:r>
              <a:rPr lang="en-US" altLang="th-TH" sz="2000" i="1">
                <a:latin typeface="Times New Roman" panose="02020603050405020304" pitchFamily="18" charset="0"/>
              </a:rPr>
              <a:t>The V.32 and V.32bis constellation and bandwidth</a:t>
            </a:r>
          </a:p>
        </p:txBody>
      </p:sp>
      <p:sp>
        <p:nvSpPr>
          <p:cNvPr id="869381" name="Line 5">
            <a:extLst>
              <a:ext uri="{FF2B5EF4-FFF2-40B4-BE49-F238E27FC236}">
                <a16:creationId xmlns:a16="http://schemas.microsoft.com/office/drawing/2014/main" id="{51C9A7B7-43B3-7447-BA5A-8CA2A0A09C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9382" name="Picture 6">
            <a:extLst>
              <a:ext uri="{FF2B5EF4-FFF2-40B4-BE49-F238E27FC236}">
                <a16:creationId xmlns:a16="http://schemas.microsoft.com/office/drawing/2014/main" id="{4DEFA45D-D20C-79FB-D150-E64CFF67A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3" y="1676400"/>
            <a:ext cx="4662487" cy="427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7F47B43A-C07A-BA9E-09B7-C76CE19C6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DE48EB72-2BD7-224F-8869-F170B1C5E46A}" type="slidenum">
              <a:rPr lang="en-US" altLang="th-TH"/>
              <a:pPr/>
              <a:t>15</a:t>
            </a:fld>
            <a:endParaRPr lang="en-US" altLang="th-TH"/>
          </a:p>
        </p:txBody>
      </p:sp>
      <p:sp>
        <p:nvSpPr>
          <p:cNvPr id="870402" name="Line 2">
            <a:extLst>
              <a:ext uri="{FF2B5EF4-FFF2-40B4-BE49-F238E27FC236}">
                <a16:creationId xmlns:a16="http://schemas.microsoft.com/office/drawing/2014/main" id="{30C44CAD-AB27-4DF6-DF9B-69E1127148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0403" name="Line 3">
            <a:extLst>
              <a:ext uri="{FF2B5EF4-FFF2-40B4-BE49-F238E27FC236}">
                <a16:creationId xmlns:a16="http://schemas.microsoft.com/office/drawing/2014/main" id="{B765B60F-41A7-B623-64CC-3C99A88738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0404" name="Text Box 4">
            <a:extLst>
              <a:ext uri="{FF2B5EF4-FFF2-40B4-BE49-F238E27FC236}">
                <a16:creationId xmlns:a16="http://schemas.microsoft.com/office/drawing/2014/main" id="{8F54F71C-454A-D5B4-7A46-6BE2585F3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6316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9.9  </a:t>
            </a:r>
            <a:r>
              <a:rPr lang="en-US" altLang="th-TH" sz="2000" i="1">
                <a:latin typeface="Times New Roman" panose="02020603050405020304" pitchFamily="18" charset="0"/>
              </a:rPr>
              <a:t>Uploading and downloading in 56K modems</a:t>
            </a:r>
          </a:p>
        </p:txBody>
      </p:sp>
      <p:sp>
        <p:nvSpPr>
          <p:cNvPr id="870405" name="Line 5">
            <a:extLst>
              <a:ext uri="{FF2B5EF4-FFF2-40B4-BE49-F238E27FC236}">
                <a16:creationId xmlns:a16="http://schemas.microsoft.com/office/drawing/2014/main" id="{E02889F1-C9EC-5381-A4A6-0693CEE082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0406" name="Picture 6">
            <a:extLst>
              <a:ext uri="{FF2B5EF4-FFF2-40B4-BE49-F238E27FC236}">
                <a16:creationId xmlns:a16="http://schemas.microsoft.com/office/drawing/2014/main" id="{3391FFA0-F4F7-A6FC-5E24-3E325ECFF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75" y="990600"/>
            <a:ext cx="4899025" cy="540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14934A12-EFD7-D42D-2913-5DDE565075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22B06CED-F59B-2843-B6D4-4F980BADC3D4}" type="slidenum">
              <a:rPr lang="en-US" altLang="th-TH"/>
              <a:pPr/>
              <a:t>16</a:t>
            </a:fld>
            <a:endParaRPr lang="en-US" altLang="th-TH"/>
          </a:p>
        </p:txBody>
      </p:sp>
      <p:sp>
        <p:nvSpPr>
          <p:cNvPr id="859138" name="Rectangle 2">
            <a:extLst>
              <a:ext uri="{FF2B5EF4-FFF2-40B4-BE49-F238E27FC236}">
                <a16:creationId xmlns:a16="http://schemas.microsoft.com/office/drawing/2014/main" id="{A06C9175-22A9-B23A-EBA6-B9DF5930B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th-TH" altLang="th-TH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59139" name="Text Box 3">
            <a:extLst>
              <a:ext uri="{FF2B5EF4-FFF2-40B4-BE49-F238E27FC236}">
                <a16:creationId xmlns:a16="http://schemas.microsoft.com/office/drawing/2014/main" id="{C38120E9-443C-32F2-DEA1-9E1B60653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6591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9-3   DIGITAL SUBSCRIBER LINE</a:t>
            </a:r>
          </a:p>
        </p:txBody>
      </p:sp>
      <p:sp>
        <p:nvSpPr>
          <p:cNvPr id="859140" name="Text Box 4">
            <a:extLst>
              <a:ext uri="{FF2B5EF4-FFF2-40B4-BE49-F238E27FC236}">
                <a16:creationId xmlns:a16="http://schemas.microsoft.com/office/drawing/2014/main" id="{76E51827-D125-C05D-BFEA-DB6076F2F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th-TH" altLang="th-TH" sz="1800">
              <a:latin typeface="Times New Roman" panose="02020603050405020304" pitchFamily="18" charset="0"/>
            </a:endParaRPr>
          </a:p>
        </p:txBody>
      </p:sp>
      <p:sp>
        <p:nvSpPr>
          <p:cNvPr id="859141" name="Rectangle 5">
            <a:extLst>
              <a:ext uri="{FF2B5EF4-FFF2-40B4-BE49-F238E27FC236}">
                <a16:creationId xmlns:a16="http://schemas.microsoft.com/office/drawing/2014/main" id="{740B96DE-5059-31B3-4B32-1FF5491CD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447800"/>
            <a:ext cx="8229600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After traditional modems reached their peak data rate, telephone companies developed another technology, DSL, to provide higher-speed access to the Internet. </a:t>
            </a:r>
            <a:r>
              <a:rPr lang="en-US" altLang="th-TH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Digital subscriber line</a:t>
            </a:r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(</a:t>
            </a:r>
            <a:r>
              <a:rPr lang="en-US" altLang="th-TH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DSL</a:t>
            </a:r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) technology is one of the most promising for supporting high-speed digital communication over the existing local loops. </a:t>
            </a:r>
          </a:p>
        </p:txBody>
      </p:sp>
      <p:sp>
        <p:nvSpPr>
          <p:cNvPr id="859142" name="Rectangle 6">
            <a:extLst>
              <a:ext uri="{FF2B5EF4-FFF2-40B4-BE49-F238E27FC236}">
                <a16:creationId xmlns:a16="http://schemas.microsoft.com/office/drawing/2014/main" id="{D2A2F8E9-39DC-90EE-4265-E3B8171C7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572000"/>
            <a:ext cx="67056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ADSL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ADSL Lite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HDSL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SDSL</a:t>
            </a:r>
            <a:b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VDSL</a:t>
            </a:r>
          </a:p>
        </p:txBody>
      </p:sp>
      <p:sp>
        <p:nvSpPr>
          <p:cNvPr id="859143" name="Text Box 7">
            <a:extLst>
              <a:ext uri="{FF2B5EF4-FFF2-40B4-BE49-F238E27FC236}">
                <a16:creationId xmlns:a16="http://schemas.microsoft.com/office/drawing/2014/main" id="{2CDDE0C4-D20E-8E4C-035E-9F5BE7DCE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" y="41148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th-TH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04D77E50-EFE7-A357-7DF3-1BC3BF7B22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F4F87BC9-91E6-584D-8AA4-AA315A87AE57}" type="slidenum">
              <a:rPr lang="en-US" altLang="th-TH"/>
              <a:pPr/>
              <a:t>17</a:t>
            </a:fld>
            <a:endParaRPr lang="en-US" altLang="th-TH"/>
          </a:p>
        </p:txBody>
      </p:sp>
      <p:sp>
        <p:nvSpPr>
          <p:cNvPr id="883714" name="Rectangle 2">
            <a:extLst>
              <a:ext uri="{FF2B5EF4-FFF2-40B4-BE49-F238E27FC236}">
                <a16:creationId xmlns:a16="http://schemas.microsoft.com/office/drawing/2014/main" id="{C5D99CA4-0980-BB16-FC1B-FB9F2538919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3715" name="Rectangle 3">
            <a:extLst>
              <a:ext uri="{FF2B5EF4-FFF2-40B4-BE49-F238E27FC236}">
                <a16:creationId xmlns:a16="http://schemas.microsoft.com/office/drawing/2014/main" id="{C0A14E3B-94D1-CE4A-7DAD-A0D3E4BC8A4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3716" name="Rectangle 4">
            <a:extLst>
              <a:ext uri="{FF2B5EF4-FFF2-40B4-BE49-F238E27FC236}">
                <a16:creationId xmlns:a16="http://schemas.microsoft.com/office/drawing/2014/main" id="{7B72BEFD-79F6-C455-C3F8-679C6F286D6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3717" name="Rectangle 5">
            <a:extLst>
              <a:ext uri="{FF2B5EF4-FFF2-40B4-BE49-F238E27FC236}">
                <a16:creationId xmlns:a16="http://schemas.microsoft.com/office/drawing/2014/main" id="{5C118996-7587-5075-D9C7-67E71BAFDEA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3718" name="Rectangle 6">
            <a:extLst>
              <a:ext uri="{FF2B5EF4-FFF2-40B4-BE49-F238E27FC236}">
                <a16:creationId xmlns:a16="http://schemas.microsoft.com/office/drawing/2014/main" id="{F605AF7E-70B7-0091-AA89-4B78D025F90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3719" name="Rectangle 7">
            <a:extLst>
              <a:ext uri="{FF2B5EF4-FFF2-40B4-BE49-F238E27FC236}">
                <a16:creationId xmlns:a16="http://schemas.microsoft.com/office/drawing/2014/main" id="{2C19C7B1-F26C-8E6E-A049-38A96BEB578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3720" name="Rectangle 8">
            <a:extLst>
              <a:ext uri="{FF2B5EF4-FFF2-40B4-BE49-F238E27FC236}">
                <a16:creationId xmlns:a16="http://schemas.microsoft.com/office/drawing/2014/main" id="{24F6EBF9-81B3-ED85-EC44-4D1660B23D7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3721" name="Line 9">
            <a:extLst>
              <a:ext uri="{FF2B5EF4-FFF2-40B4-BE49-F238E27FC236}">
                <a16:creationId xmlns:a16="http://schemas.microsoft.com/office/drawing/2014/main" id="{163C5175-EA7C-CDF5-A8AD-DBBE5BE3E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895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3722" name="Line 10">
            <a:extLst>
              <a:ext uri="{FF2B5EF4-FFF2-40B4-BE49-F238E27FC236}">
                <a16:creationId xmlns:a16="http://schemas.microsoft.com/office/drawing/2014/main" id="{64F1E8C7-FA85-EE5F-8ABD-B4386D523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648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3723" name="Rectangle 11">
            <a:extLst>
              <a:ext uri="{FF2B5EF4-FFF2-40B4-BE49-F238E27FC236}">
                <a16:creationId xmlns:a16="http://schemas.microsoft.com/office/drawing/2014/main" id="{359C7C0F-2CA5-EA44-6BB6-76FE1BFDB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987675"/>
            <a:ext cx="8077200" cy="155416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/>
              <a:t>ADSL is an asymmetric communication technology designed for residential users; it is not suitable for businesses.</a:t>
            </a:r>
          </a:p>
        </p:txBody>
      </p:sp>
      <p:grpSp>
        <p:nvGrpSpPr>
          <p:cNvPr id="883724" name="Group 12">
            <a:extLst>
              <a:ext uri="{FF2B5EF4-FFF2-40B4-BE49-F238E27FC236}">
                <a16:creationId xmlns:a16="http://schemas.microsoft.com/office/drawing/2014/main" id="{BA57A4C0-66EB-9920-663F-937CDE661791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252663"/>
            <a:ext cx="1143000" cy="566737"/>
            <a:chOff x="1200" y="1248"/>
            <a:chExt cx="720" cy="357"/>
          </a:xfrm>
        </p:grpSpPr>
        <p:pic>
          <p:nvPicPr>
            <p:cNvPr id="883725" name="Picture 13">
              <a:extLst>
                <a:ext uri="{FF2B5EF4-FFF2-40B4-BE49-F238E27FC236}">
                  <a16:creationId xmlns:a16="http://schemas.microsoft.com/office/drawing/2014/main" id="{E42B12D3-4B22-8AFD-DD76-764D051C9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83726" name="Text Box 14">
              <a:extLst>
                <a:ext uri="{FF2B5EF4-FFF2-40B4-BE49-F238E27FC236}">
                  <a16:creationId xmlns:a16="http://schemas.microsoft.com/office/drawing/2014/main" id="{235CB7ED-F206-9EE7-1962-BDDA99CE06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7CCCDADE-9986-3A8D-0C26-5D6ABE49C8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68F8C9A6-54A9-9C42-9225-FFCE873728FB}" type="slidenum">
              <a:rPr lang="en-US" altLang="th-TH"/>
              <a:pPr/>
              <a:t>18</a:t>
            </a:fld>
            <a:endParaRPr lang="en-US" altLang="th-TH"/>
          </a:p>
        </p:txBody>
      </p:sp>
      <p:sp>
        <p:nvSpPr>
          <p:cNvPr id="884738" name="Rectangle 2">
            <a:extLst>
              <a:ext uri="{FF2B5EF4-FFF2-40B4-BE49-F238E27FC236}">
                <a16:creationId xmlns:a16="http://schemas.microsoft.com/office/drawing/2014/main" id="{6BF87492-A9AD-9C6A-5811-2DA846E6E6A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4739" name="Rectangle 3">
            <a:extLst>
              <a:ext uri="{FF2B5EF4-FFF2-40B4-BE49-F238E27FC236}">
                <a16:creationId xmlns:a16="http://schemas.microsoft.com/office/drawing/2014/main" id="{49A0C618-62BA-F3D5-DFD9-2C97620855D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4740" name="Rectangle 4">
            <a:extLst>
              <a:ext uri="{FF2B5EF4-FFF2-40B4-BE49-F238E27FC236}">
                <a16:creationId xmlns:a16="http://schemas.microsoft.com/office/drawing/2014/main" id="{50E7381C-3ADC-FB59-0140-517006950A2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4741" name="Rectangle 5">
            <a:extLst>
              <a:ext uri="{FF2B5EF4-FFF2-40B4-BE49-F238E27FC236}">
                <a16:creationId xmlns:a16="http://schemas.microsoft.com/office/drawing/2014/main" id="{BE5B61F7-0B4D-C8D7-1214-EBB4EA22285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4742" name="Rectangle 6">
            <a:extLst>
              <a:ext uri="{FF2B5EF4-FFF2-40B4-BE49-F238E27FC236}">
                <a16:creationId xmlns:a16="http://schemas.microsoft.com/office/drawing/2014/main" id="{D34AF0CE-D44A-BBD3-A682-EF1410C9DD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4743" name="Rectangle 7">
            <a:extLst>
              <a:ext uri="{FF2B5EF4-FFF2-40B4-BE49-F238E27FC236}">
                <a16:creationId xmlns:a16="http://schemas.microsoft.com/office/drawing/2014/main" id="{F41DFE1E-BE4F-E144-2ED7-C929421D5D9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4744" name="Rectangle 8">
            <a:extLst>
              <a:ext uri="{FF2B5EF4-FFF2-40B4-BE49-F238E27FC236}">
                <a16:creationId xmlns:a16="http://schemas.microsoft.com/office/drawing/2014/main" id="{ACD33216-9D9D-BE84-D53F-7C6E19F78D3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4745" name="Line 9">
            <a:extLst>
              <a:ext uri="{FF2B5EF4-FFF2-40B4-BE49-F238E27FC236}">
                <a16:creationId xmlns:a16="http://schemas.microsoft.com/office/drawing/2014/main" id="{FCAF63C8-B44A-5A5A-AE95-3C0C59CD9B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4746" name="Line 10">
            <a:extLst>
              <a:ext uri="{FF2B5EF4-FFF2-40B4-BE49-F238E27FC236}">
                <a16:creationId xmlns:a16="http://schemas.microsoft.com/office/drawing/2014/main" id="{DB96487B-0238-4607-8D09-4890020F4C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4747" name="Rectangle 11">
            <a:extLst>
              <a:ext uri="{FF2B5EF4-FFF2-40B4-BE49-F238E27FC236}">
                <a16:creationId xmlns:a16="http://schemas.microsoft.com/office/drawing/2014/main" id="{778579B4-245B-0FF9-0643-B37945E04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/>
              <a:t>The existing local loops can handle bandwidths up to 1.1 MHz.</a:t>
            </a:r>
          </a:p>
        </p:txBody>
      </p:sp>
      <p:grpSp>
        <p:nvGrpSpPr>
          <p:cNvPr id="884748" name="Group 12">
            <a:extLst>
              <a:ext uri="{FF2B5EF4-FFF2-40B4-BE49-F238E27FC236}">
                <a16:creationId xmlns:a16="http://schemas.microsoft.com/office/drawing/2014/main" id="{7682C640-A5F6-C0A7-D273-ED53E55C4FD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884749" name="Picture 13">
              <a:extLst>
                <a:ext uri="{FF2B5EF4-FFF2-40B4-BE49-F238E27FC236}">
                  <a16:creationId xmlns:a16="http://schemas.microsoft.com/office/drawing/2014/main" id="{880863F4-7296-7E5D-6ED5-464AD6F3C3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84750" name="Text Box 14">
              <a:extLst>
                <a:ext uri="{FF2B5EF4-FFF2-40B4-BE49-F238E27FC236}">
                  <a16:creationId xmlns:a16="http://schemas.microsoft.com/office/drawing/2014/main" id="{E661A389-E75C-4655-E77B-5EFBB1997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92EB751C-0F5F-6935-DE8E-26945D7C2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79345304-C49D-0A4D-B6A0-A59398A4BF56}" type="slidenum">
              <a:rPr lang="en-US" altLang="th-TH"/>
              <a:pPr/>
              <a:t>19</a:t>
            </a:fld>
            <a:endParaRPr lang="en-US" altLang="th-TH"/>
          </a:p>
        </p:txBody>
      </p:sp>
      <p:sp>
        <p:nvSpPr>
          <p:cNvPr id="885762" name="Rectangle 2">
            <a:extLst>
              <a:ext uri="{FF2B5EF4-FFF2-40B4-BE49-F238E27FC236}">
                <a16:creationId xmlns:a16="http://schemas.microsoft.com/office/drawing/2014/main" id="{C5F2D8AB-303B-30F7-6868-FE27294FB29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5763" name="Rectangle 3">
            <a:extLst>
              <a:ext uri="{FF2B5EF4-FFF2-40B4-BE49-F238E27FC236}">
                <a16:creationId xmlns:a16="http://schemas.microsoft.com/office/drawing/2014/main" id="{A022AA35-42BC-739C-4E52-2C54F677BE5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5764" name="Rectangle 4">
            <a:extLst>
              <a:ext uri="{FF2B5EF4-FFF2-40B4-BE49-F238E27FC236}">
                <a16:creationId xmlns:a16="http://schemas.microsoft.com/office/drawing/2014/main" id="{20EBC74C-91B0-AF64-8466-A828B79B355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5765" name="Rectangle 5">
            <a:extLst>
              <a:ext uri="{FF2B5EF4-FFF2-40B4-BE49-F238E27FC236}">
                <a16:creationId xmlns:a16="http://schemas.microsoft.com/office/drawing/2014/main" id="{F9518C99-53C5-DBED-1EC7-F6893D4FF21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5766" name="Rectangle 6">
            <a:extLst>
              <a:ext uri="{FF2B5EF4-FFF2-40B4-BE49-F238E27FC236}">
                <a16:creationId xmlns:a16="http://schemas.microsoft.com/office/drawing/2014/main" id="{2513DECA-689A-3FB9-02A6-1A803350568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5767" name="Rectangle 7">
            <a:extLst>
              <a:ext uri="{FF2B5EF4-FFF2-40B4-BE49-F238E27FC236}">
                <a16:creationId xmlns:a16="http://schemas.microsoft.com/office/drawing/2014/main" id="{E4C2F31B-283C-3308-0053-CE99302544D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5768" name="Rectangle 8">
            <a:extLst>
              <a:ext uri="{FF2B5EF4-FFF2-40B4-BE49-F238E27FC236}">
                <a16:creationId xmlns:a16="http://schemas.microsoft.com/office/drawing/2014/main" id="{9BA008CA-CEED-A525-A6A5-0D9578F6B46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5769" name="Line 9">
            <a:extLst>
              <a:ext uri="{FF2B5EF4-FFF2-40B4-BE49-F238E27FC236}">
                <a16:creationId xmlns:a16="http://schemas.microsoft.com/office/drawing/2014/main" id="{B891C169-FAE4-6E01-00ED-318166E3F9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362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5770" name="Line 10">
            <a:extLst>
              <a:ext uri="{FF2B5EF4-FFF2-40B4-BE49-F238E27FC236}">
                <a16:creationId xmlns:a16="http://schemas.microsoft.com/office/drawing/2014/main" id="{3704C7AE-6BC2-5B52-4BD1-EFE1145908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572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5771" name="Rectangle 11">
            <a:extLst>
              <a:ext uri="{FF2B5EF4-FFF2-40B4-BE49-F238E27FC236}">
                <a16:creationId xmlns:a16="http://schemas.microsoft.com/office/drawing/2014/main" id="{0191EA57-7FB8-A13D-63C4-6FBFC374E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454275"/>
            <a:ext cx="8077200" cy="20415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/>
              <a:t>ADSL is an adaptive technology. </a:t>
            </a:r>
            <a:br>
              <a:rPr lang="en-US" altLang="th-TH"/>
            </a:br>
            <a:r>
              <a:rPr lang="en-US" altLang="th-TH"/>
              <a:t>The system uses a data rate</a:t>
            </a:r>
          </a:p>
          <a:p>
            <a:pPr algn="ctr"/>
            <a:r>
              <a:rPr lang="en-US" altLang="th-TH"/>
              <a:t>based on the condition of </a:t>
            </a:r>
            <a:br>
              <a:rPr lang="en-US" altLang="th-TH"/>
            </a:br>
            <a:r>
              <a:rPr lang="en-US" altLang="th-TH"/>
              <a:t>the local loop line.</a:t>
            </a:r>
          </a:p>
        </p:txBody>
      </p:sp>
      <p:grpSp>
        <p:nvGrpSpPr>
          <p:cNvPr id="885772" name="Group 12">
            <a:extLst>
              <a:ext uri="{FF2B5EF4-FFF2-40B4-BE49-F238E27FC236}">
                <a16:creationId xmlns:a16="http://schemas.microsoft.com/office/drawing/2014/main" id="{06E9DF4F-E5BD-1BAD-4D9D-983FFE46C50B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719263"/>
            <a:ext cx="1143000" cy="566737"/>
            <a:chOff x="1200" y="1248"/>
            <a:chExt cx="720" cy="357"/>
          </a:xfrm>
        </p:grpSpPr>
        <p:pic>
          <p:nvPicPr>
            <p:cNvPr id="885773" name="Picture 13">
              <a:extLst>
                <a:ext uri="{FF2B5EF4-FFF2-40B4-BE49-F238E27FC236}">
                  <a16:creationId xmlns:a16="http://schemas.microsoft.com/office/drawing/2014/main" id="{3A80DDCD-8B98-3A0C-F273-901BDB51B3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85774" name="Text Box 14">
              <a:extLst>
                <a:ext uri="{FF2B5EF4-FFF2-40B4-BE49-F238E27FC236}">
                  <a16:creationId xmlns:a16="http://schemas.microsoft.com/office/drawing/2014/main" id="{263DA9D8-20EE-0A13-2912-96BF242D2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F54FD81B-28F2-29A0-FB17-08689C090C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8E78F1BA-CA6E-3745-8EDB-BFA96C73F4A4}" type="slidenum">
              <a:rPr lang="en-US" altLang="th-TH"/>
              <a:pPr/>
              <a:t>20</a:t>
            </a:fld>
            <a:endParaRPr lang="en-US" altLang="th-TH"/>
          </a:p>
        </p:txBody>
      </p:sp>
      <p:sp>
        <p:nvSpPr>
          <p:cNvPr id="871426" name="Line 2">
            <a:extLst>
              <a:ext uri="{FF2B5EF4-FFF2-40B4-BE49-F238E27FC236}">
                <a16:creationId xmlns:a16="http://schemas.microsoft.com/office/drawing/2014/main" id="{5AA83BBF-C028-5303-02D9-BA3C5DE1DE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1427" name="Line 3">
            <a:extLst>
              <a:ext uri="{FF2B5EF4-FFF2-40B4-BE49-F238E27FC236}">
                <a16:creationId xmlns:a16="http://schemas.microsoft.com/office/drawing/2014/main" id="{D5CFC055-6DEB-AB7F-8C0C-1DC9B1FBEC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1428" name="Text Box 4">
            <a:extLst>
              <a:ext uri="{FF2B5EF4-FFF2-40B4-BE49-F238E27FC236}">
                <a16:creationId xmlns:a16="http://schemas.microsoft.com/office/drawing/2014/main" id="{DE4CC1A8-54CD-A088-8E61-E4C7E1196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821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9.10  </a:t>
            </a:r>
            <a:r>
              <a:rPr lang="en-US" altLang="th-TH" sz="2000" i="1">
                <a:latin typeface="Times New Roman" panose="02020603050405020304" pitchFamily="18" charset="0"/>
              </a:rPr>
              <a:t>Discrete multitone technique</a:t>
            </a:r>
          </a:p>
        </p:txBody>
      </p:sp>
      <p:sp>
        <p:nvSpPr>
          <p:cNvPr id="871429" name="Line 5">
            <a:extLst>
              <a:ext uri="{FF2B5EF4-FFF2-40B4-BE49-F238E27FC236}">
                <a16:creationId xmlns:a16="http://schemas.microsoft.com/office/drawing/2014/main" id="{F2988A37-428B-99A4-9B34-50E92A9935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1430" name="Picture 6">
            <a:extLst>
              <a:ext uri="{FF2B5EF4-FFF2-40B4-BE49-F238E27FC236}">
                <a16:creationId xmlns:a16="http://schemas.microsoft.com/office/drawing/2014/main" id="{6F317ED8-DA54-69C4-76E9-0F1AEDF61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1654175"/>
            <a:ext cx="8447087" cy="406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AF43CEEF-F52B-BE7B-ED7D-3E04AC48D5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B36379DE-FA77-F846-A9BF-860F0F410004}" type="slidenum">
              <a:rPr lang="en-US" altLang="th-TH"/>
              <a:pPr/>
              <a:t>21</a:t>
            </a:fld>
            <a:endParaRPr lang="en-US" altLang="th-TH"/>
          </a:p>
        </p:txBody>
      </p:sp>
      <p:sp>
        <p:nvSpPr>
          <p:cNvPr id="872450" name="Line 2">
            <a:extLst>
              <a:ext uri="{FF2B5EF4-FFF2-40B4-BE49-F238E27FC236}">
                <a16:creationId xmlns:a16="http://schemas.microsoft.com/office/drawing/2014/main" id="{F9092741-F369-DF07-60A0-A0EB6C704B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2451" name="Line 3">
            <a:extLst>
              <a:ext uri="{FF2B5EF4-FFF2-40B4-BE49-F238E27FC236}">
                <a16:creationId xmlns:a16="http://schemas.microsoft.com/office/drawing/2014/main" id="{9EFA110D-37BE-5B04-D811-EBA6FE13EE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2452" name="Text Box 4">
            <a:extLst>
              <a:ext uri="{FF2B5EF4-FFF2-40B4-BE49-F238E27FC236}">
                <a16:creationId xmlns:a16="http://schemas.microsoft.com/office/drawing/2014/main" id="{86779B28-4729-DFB0-A0DF-CC0560B97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4819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9.11  </a:t>
            </a:r>
            <a:r>
              <a:rPr lang="en-US" altLang="th-TH" sz="2000" i="1">
                <a:latin typeface="Times New Roman" panose="02020603050405020304" pitchFamily="18" charset="0"/>
              </a:rPr>
              <a:t>Bandwidth division in ADSL</a:t>
            </a:r>
          </a:p>
        </p:txBody>
      </p:sp>
      <p:sp>
        <p:nvSpPr>
          <p:cNvPr id="872453" name="Line 5">
            <a:extLst>
              <a:ext uri="{FF2B5EF4-FFF2-40B4-BE49-F238E27FC236}">
                <a16:creationId xmlns:a16="http://schemas.microsoft.com/office/drawing/2014/main" id="{0EC861AC-DC93-5FB6-B739-C80E7829F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2454" name="Picture 6">
            <a:extLst>
              <a:ext uri="{FF2B5EF4-FFF2-40B4-BE49-F238E27FC236}">
                <a16:creationId xmlns:a16="http://schemas.microsoft.com/office/drawing/2014/main" id="{15CF74D2-51AD-D374-CE25-3768F6285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2181225"/>
            <a:ext cx="8255000" cy="269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4DF932E2-52F2-C9CC-D3E0-DF162400C1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8AACFC4E-CC52-7241-A3A0-BF4E08065554}" type="slidenum">
              <a:rPr lang="en-US" altLang="th-TH"/>
              <a:pPr/>
              <a:t>22</a:t>
            </a:fld>
            <a:endParaRPr lang="en-US" altLang="th-TH"/>
          </a:p>
        </p:txBody>
      </p:sp>
      <p:sp>
        <p:nvSpPr>
          <p:cNvPr id="873474" name="Line 2">
            <a:extLst>
              <a:ext uri="{FF2B5EF4-FFF2-40B4-BE49-F238E27FC236}">
                <a16:creationId xmlns:a16="http://schemas.microsoft.com/office/drawing/2014/main" id="{C25B89ED-4EEA-BEC0-854B-EDF92B3E7F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3475" name="Line 3">
            <a:extLst>
              <a:ext uri="{FF2B5EF4-FFF2-40B4-BE49-F238E27FC236}">
                <a16:creationId xmlns:a16="http://schemas.microsoft.com/office/drawing/2014/main" id="{EAA3EE62-DBD7-B113-2787-655B79E6D1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3476" name="Text Box 4">
            <a:extLst>
              <a:ext uri="{FF2B5EF4-FFF2-40B4-BE49-F238E27FC236}">
                <a16:creationId xmlns:a16="http://schemas.microsoft.com/office/drawing/2014/main" id="{1AD11647-F0EE-D6A1-5CC7-AE41647D3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28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9.12  </a:t>
            </a:r>
            <a:r>
              <a:rPr lang="en-US" altLang="th-TH" sz="2000" i="1">
                <a:latin typeface="Times New Roman" panose="02020603050405020304" pitchFamily="18" charset="0"/>
              </a:rPr>
              <a:t>ADSL modem</a:t>
            </a:r>
          </a:p>
        </p:txBody>
      </p:sp>
      <p:sp>
        <p:nvSpPr>
          <p:cNvPr id="873477" name="Line 5">
            <a:extLst>
              <a:ext uri="{FF2B5EF4-FFF2-40B4-BE49-F238E27FC236}">
                <a16:creationId xmlns:a16="http://schemas.microsoft.com/office/drawing/2014/main" id="{CEEB0403-4E0F-3E0A-5E71-BBA66401AC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3478" name="Picture 6">
            <a:extLst>
              <a:ext uri="{FF2B5EF4-FFF2-40B4-BE49-F238E27FC236}">
                <a16:creationId xmlns:a16="http://schemas.microsoft.com/office/drawing/2014/main" id="{C15E38C4-063F-64B2-5C49-FEE6B78DA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498725"/>
            <a:ext cx="8199438" cy="245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B3275427-46F0-F70B-AE42-E280A87E2E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BBE03B8C-2412-CC45-AE00-B6B17F1C6F0F}" type="slidenum">
              <a:rPr lang="en-US" altLang="th-TH"/>
              <a:pPr/>
              <a:t>23</a:t>
            </a:fld>
            <a:endParaRPr lang="en-US" altLang="th-TH"/>
          </a:p>
        </p:txBody>
      </p:sp>
      <p:sp>
        <p:nvSpPr>
          <p:cNvPr id="874498" name="Line 2">
            <a:extLst>
              <a:ext uri="{FF2B5EF4-FFF2-40B4-BE49-F238E27FC236}">
                <a16:creationId xmlns:a16="http://schemas.microsoft.com/office/drawing/2014/main" id="{C3AEA25E-B84F-BD70-38F9-340E2CBC3E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4499" name="Line 3">
            <a:extLst>
              <a:ext uri="{FF2B5EF4-FFF2-40B4-BE49-F238E27FC236}">
                <a16:creationId xmlns:a16="http://schemas.microsoft.com/office/drawing/2014/main" id="{CCB17C25-5B36-2B07-EC4D-5AD09651BD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4500" name="Text Box 4">
            <a:extLst>
              <a:ext uri="{FF2B5EF4-FFF2-40B4-BE49-F238E27FC236}">
                <a16:creationId xmlns:a16="http://schemas.microsoft.com/office/drawing/2014/main" id="{5D1F0009-BC82-8F88-2104-9F56E1BA2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684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9.13  </a:t>
            </a:r>
            <a:r>
              <a:rPr lang="en-US" altLang="th-TH" sz="2000" i="1">
                <a:latin typeface="Times New Roman" panose="02020603050405020304" pitchFamily="18" charset="0"/>
              </a:rPr>
              <a:t>DSLAM</a:t>
            </a:r>
          </a:p>
        </p:txBody>
      </p:sp>
      <p:sp>
        <p:nvSpPr>
          <p:cNvPr id="874501" name="Line 5">
            <a:extLst>
              <a:ext uri="{FF2B5EF4-FFF2-40B4-BE49-F238E27FC236}">
                <a16:creationId xmlns:a16="http://schemas.microsoft.com/office/drawing/2014/main" id="{CCB307A1-6F53-0B58-2EB1-7BA8F4B3C5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4502" name="Picture 6">
            <a:extLst>
              <a:ext uri="{FF2B5EF4-FFF2-40B4-BE49-F238E27FC236}">
                <a16:creationId xmlns:a16="http://schemas.microsoft.com/office/drawing/2014/main" id="{BD6AD56B-3E5B-529F-D81C-59E7FACB4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609850"/>
            <a:ext cx="8162925" cy="211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BB1B22F0-2736-7B2C-195B-201E3F0B3B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1A4A0CFF-EDB7-1A41-A3F8-9B3C70A51F07}" type="slidenum">
              <a:rPr lang="en-US" altLang="th-TH"/>
              <a:pPr/>
              <a:t>24</a:t>
            </a:fld>
            <a:endParaRPr lang="en-US" altLang="th-TH"/>
          </a:p>
        </p:txBody>
      </p:sp>
      <p:sp>
        <p:nvSpPr>
          <p:cNvPr id="893954" name="Text Box 2">
            <a:extLst>
              <a:ext uri="{FF2B5EF4-FFF2-40B4-BE49-F238E27FC236}">
                <a16:creationId xmlns:a16="http://schemas.microsoft.com/office/drawing/2014/main" id="{15B87EF5-8963-FBBD-A27A-FE8134E47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981200"/>
            <a:ext cx="4745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Table 9.2  </a:t>
            </a:r>
            <a:r>
              <a:rPr lang="en-US" altLang="th-TH" sz="2000" i="1">
                <a:latin typeface="Times New Roman" panose="02020603050405020304" pitchFamily="18" charset="0"/>
              </a:rPr>
              <a:t>Summary of DSL technologies</a:t>
            </a:r>
          </a:p>
        </p:txBody>
      </p:sp>
      <p:pic>
        <p:nvPicPr>
          <p:cNvPr id="893956" name="Picture 4">
            <a:extLst>
              <a:ext uri="{FF2B5EF4-FFF2-40B4-BE49-F238E27FC236}">
                <a16:creationId xmlns:a16="http://schemas.microsoft.com/office/drawing/2014/main" id="{45C01C1F-E3EB-BD37-C23E-F2E23ACAC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2506663"/>
            <a:ext cx="8618537" cy="2751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83D0A54F-656A-8B2F-8266-00767D71A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2552A32C-B7C3-CA4B-BB71-E128637324C3}" type="slidenum">
              <a:rPr lang="en-US" altLang="th-TH"/>
              <a:pPr/>
              <a:t>25</a:t>
            </a:fld>
            <a:endParaRPr lang="en-US" altLang="th-TH"/>
          </a:p>
        </p:txBody>
      </p:sp>
      <p:sp>
        <p:nvSpPr>
          <p:cNvPr id="860162" name="Rectangle 2">
            <a:extLst>
              <a:ext uri="{FF2B5EF4-FFF2-40B4-BE49-F238E27FC236}">
                <a16:creationId xmlns:a16="http://schemas.microsoft.com/office/drawing/2014/main" id="{DB880593-40D9-A90A-FF13-43A850519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th-TH" altLang="th-TH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60163" name="Text Box 3">
            <a:extLst>
              <a:ext uri="{FF2B5EF4-FFF2-40B4-BE49-F238E27FC236}">
                <a16:creationId xmlns:a16="http://schemas.microsoft.com/office/drawing/2014/main" id="{01AE80AD-D3AB-FB7C-E182-EEEC947D7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5594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9-4   CABLE TV NETWORKS</a:t>
            </a:r>
          </a:p>
        </p:txBody>
      </p:sp>
      <p:sp>
        <p:nvSpPr>
          <p:cNvPr id="860164" name="Text Box 4">
            <a:extLst>
              <a:ext uri="{FF2B5EF4-FFF2-40B4-BE49-F238E27FC236}">
                <a16:creationId xmlns:a16="http://schemas.microsoft.com/office/drawing/2014/main" id="{A2D72F56-386E-ADF3-5CE8-51B56CF05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th-TH" altLang="th-TH" sz="1800">
              <a:latin typeface="Times New Roman" panose="02020603050405020304" pitchFamily="18" charset="0"/>
            </a:endParaRPr>
          </a:p>
        </p:txBody>
      </p:sp>
      <p:sp>
        <p:nvSpPr>
          <p:cNvPr id="860165" name="Rectangle 5">
            <a:extLst>
              <a:ext uri="{FF2B5EF4-FFF2-40B4-BE49-F238E27FC236}">
                <a16:creationId xmlns:a16="http://schemas.microsoft.com/office/drawing/2014/main" id="{CC58A79F-053D-3147-0396-D167295B6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06538"/>
            <a:ext cx="8229600" cy="222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The </a:t>
            </a:r>
            <a:r>
              <a:rPr lang="en-US" altLang="th-TH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cable TV network</a:t>
            </a:r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started as a video service provider, but it has moved to the business of Internet access. In this section, we discuss cable TV networks per se; in Section 9.5 we discuss how this network can be used to provide high-speed access to the Internet.</a:t>
            </a:r>
          </a:p>
        </p:txBody>
      </p:sp>
      <p:sp>
        <p:nvSpPr>
          <p:cNvPr id="860166" name="Rectangle 6">
            <a:extLst>
              <a:ext uri="{FF2B5EF4-FFF2-40B4-BE49-F238E27FC236}">
                <a16:creationId xmlns:a16="http://schemas.microsoft.com/office/drawing/2014/main" id="{18920DE5-A89C-857E-ADC9-B493589B9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Traditional Cable Networks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Hybrid Fiber-Coaxial (HFC) Network</a:t>
            </a:r>
            <a:endParaRPr lang="en-US" altLang="th-TH" sz="240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0167" name="Text Box 7">
            <a:extLst>
              <a:ext uri="{FF2B5EF4-FFF2-40B4-BE49-F238E27FC236}">
                <a16:creationId xmlns:a16="http://schemas.microsoft.com/office/drawing/2014/main" id="{08D80331-71C1-06A7-F96F-B410CE783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2037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th-TH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BD49422B-7B50-FDAD-0968-89D3DB2D49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80849E04-4486-5A45-A22D-0F28C748A4D5}" type="slidenum">
              <a:rPr lang="en-US" altLang="th-TH"/>
              <a:pPr/>
              <a:t>26</a:t>
            </a:fld>
            <a:endParaRPr lang="en-US" altLang="th-TH"/>
          </a:p>
        </p:txBody>
      </p:sp>
      <p:sp>
        <p:nvSpPr>
          <p:cNvPr id="875522" name="Line 2">
            <a:extLst>
              <a:ext uri="{FF2B5EF4-FFF2-40B4-BE49-F238E27FC236}">
                <a16:creationId xmlns:a16="http://schemas.microsoft.com/office/drawing/2014/main" id="{CB062369-3F30-74ED-9667-D25324AAB2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5523" name="Line 3">
            <a:extLst>
              <a:ext uri="{FF2B5EF4-FFF2-40B4-BE49-F238E27FC236}">
                <a16:creationId xmlns:a16="http://schemas.microsoft.com/office/drawing/2014/main" id="{DB5DD631-93E3-6006-4FF1-1EBFF57C66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5524" name="Text Box 4">
            <a:extLst>
              <a:ext uri="{FF2B5EF4-FFF2-40B4-BE49-F238E27FC236}">
                <a16:creationId xmlns:a16="http://schemas.microsoft.com/office/drawing/2014/main" id="{21171695-6E46-B905-C319-4118935A4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90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9.14  </a:t>
            </a:r>
            <a:r>
              <a:rPr lang="en-US" altLang="th-TH" sz="2000" i="1">
                <a:latin typeface="Times New Roman" panose="02020603050405020304" pitchFamily="18" charset="0"/>
              </a:rPr>
              <a:t>Traditional cable TV network</a:t>
            </a:r>
          </a:p>
        </p:txBody>
      </p:sp>
      <p:sp>
        <p:nvSpPr>
          <p:cNvPr id="875525" name="Line 5">
            <a:extLst>
              <a:ext uri="{FF2B5EF4-FFF2-40B4-BE49-F238E27FC236}">
                <a16:creationId xmlns:a16="http://schemas.microsoft.com/office/drawing/2014/main" id="{7D9A7877-0470-FDD4-AB7F-0E1C36AD1D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5526" name="Picture 6">
            <a:extLst>
              <a:ext uri="{FF2B5EF4-FFF2-40B4-BE49-F238E27FC236}">
                <a16:creationId xmlns:a16="http://schemas.microsoft.com/office/drawing/2014/main" id="{F36A3EDF-8282-796A-FFBD-4B22AD4B7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941513"/>
            <a:ext cx="8593137" cy="354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DFB538AC-3AFC-8136-568A-32905AD8BD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66828709-C07C-474F-B636-5B0DC39E59CF}" type="slidenum">
              <a:rPr lang="en-US" altLang="th-TH"/>
              <a:pPr/>
              <a:t>27</a:t>
            </a:fld>
            <a:endParaRPr lang="en-US" altLang="th-TH"/>
          </a:p>
        </p:txBody>
      </p:sp>
      <p:sp>
        <p:nvSpPr>
          <p:cNvPr id="887810" name="Rectangle 2">
            <a:extLst>
              <a:ext uri="{FF2B5EF4-FFF2-40B4-BE49-F238E27FC236}">
                <a16:creationId xmlns:a16="http://schemas.microsoft.com/office/drawing/2014/main" id="{6F3C603B-9604-38E6-7B93-7BED38E4B99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7811" name="Rectangle 3">
            <a:extLst>
              <a:ext uri="{FF2B5EF4-FFF2-40B4-BE49-F238E27FC236}">
                <a16:creationId xmlns:a16="http://schemas.microsoft.com/office/drawing/2014/main" id="{53DB9563-5B86-D35A-7895-4201F3CF0B0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7812" name="Rectangle 4">
            <a:extLst>
              <a:ext uri="{FF2B5EF4-FFF2-40B4-BE49-F238E27FC236}">
                <a16:creationId xmlns:a16="http://schemas.microsoft.com/office/drawing/2014/main" id="{1655EAAA-F8BD-F103-CD6B-FCC01DAE664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7813" name="Rectangle 5">
            <a:extLst>
              <a:ext uri="{FF2B5EF4-FFF2-40B4-BE49-F238E27FC236}">
                <a16:creationId xmlns:a16="http://schemas.microsoft.com/office/drawing/2014/main" id="{F8227E9E-AD0B-FE63-BE90-5E6C2FA0123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7814" name="Rectangle 6">
            <a:extLst>
              <a:ext uri="{FF2B5EF4-FFF2-40B4-BE49-F238E27FC236}">
                <a16:creationId xmlns:a16="http://schemas.microsoft.com/office/drawing/2014/main" id="{04FA7825-F9BA-A216-4B20-71956889AF7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7815" name="Rectangle 7">
            <a:extLst>
              <a:ext uri="{FF2B5EF4-FFF2-40B4-BE49-F238E27FC236}">
                <a16:creationId xmlns:a16="http://schemas.microsoft.com/office/drawing/2014/main" id="{E802C994-D6C4-DB84-D75D-CCEF3BA8312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7816" name="Rectangle 8">
            <a:extLst>
              <a:ext uri="{FF2B5EF4-FFF2-40B4-BE49-F238E27FC236}">
                <a16:creationId xmlns:a16="http://schemas.microsoft.com/office/drawing/2014/main" id="{56034746-A28D-A130-0800-C65C92F2DED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7817" name="Line 9">
            <a:extLst>
              <a:ext uri="{FF2B5EF4-FFF2-40B4-BE49-F238E27FC236}">
                <a16:creationId xmlns:a16="http://schemas.microsoft.com/office/drawing/2014/main" id="{8E755A8A-A733-10FF-E674-4CBC7BA8BF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7818" name="Line 10">
            <a:extLst>
              <a:ext uri="{FF2B5EF4-FFF2-40B4-BE49-F238E27FC236}">
                <a16:creationId xmlns:a16="http://schemas.microsoft.com/office/drawing/2014/main" id="{A5B827F5-AA47-1008-BF19-41A3F43D05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7819" name="Rectangle 11">
            <a:extLst>
              <a:ext uri="{FF2B5EF4-FFF2-40B4-BE49-F238E27FC236}">
                <a16:creationId xmlns:a16="http://schemas.microsoft.com/office/drawing/2014/main" id="{8140D62A-54CD-A3D9-B458-79DE79358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/>
              <a:t>Communication in the traditional cable TV network is unidirectional.</a:t>
            </a:r>
          </a:p>
        </p:txBody>
      </p:sp>
      <p:grpSp>
        <p:nvGrpSpPr>
          <p:cNvPr id="887820" name="Group 12">
            <a:extLst>
              <a:ext uri="{FF2B5EF4-FFF2-40B4-BE49-F238E27FC236}">
                <a16:creationId xmlns:a16="http://schemas.microsoft.com/office/drawing/2014/main" id="{8078EC56-9D9D-A097-083C-5B05B41C82C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887821" name="Picture 13">
              <a:extLst>
                <a:ext uri="{FF2B5EF4-FFF2-40B4-BE49-F238E27FC236}">
                  <a16:creationId xmlns:a16="http://schemas.microsoft.com/office/drawing/2014/main" id="{F18BEC9E-9CA3-D53C-39BB-1EF63CB77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87822" name="Text Box 14">
              <a:extLst>
                <a:ext uri="{FF2B5EF4-FFF2-40B4-BE49-F238E27FC236}">
                  <a16:creationId xmlns:a16="http://schemas.microsoft.com/office/drawing/2014/main" id="{91C93DDC-BAE0-E21D-7E29-86F6C7017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0D20A038-3A4F-1398-27B8-CCF66C2425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D95931CA-4F0E-224F-8242-5E1E735E2685}" type="slidenum">
              <a:rPr lang="en-US" altLang="th-TH"/>
              <a:pPr/>
              <a:t>28</a:t>
            </a:fld>
            <a:endParaRPr lang="en-US" altLang="th-TH"/>
          </a:p>
        </p:txBody>
      </p:sp>
      <p:sp>
        <p:nvSpPr>
          <p:cNvPr id="876546" name="Line 2">
            <a:extLst>
              <a:ext uri="{FF2B5EF4-FFF2-40B4-BE49-F238E27FC236}">
                <a16:creationId xmlns:a16="http://schemas.microsoft.com/office/drawing/2014/main" id="{90EFA639-7687-138B-8C82-18DC764B85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6547" name="Line 3">
            <a:extLst>
              <a:ext uri="{FF2B5EF4-FFF2-40B4-BE49-F238E27FC236}">
                <a16:creationId xmlns:a16="http://schemas.microsoft.com/office/drawing/2014/main" id="{DB0A3AF9-EDDE-6FFB-E7E5-4863244D28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6548" name="Text Box 4">
            <a:extLst>
              <a:ext uri="{FF2B5EF4-FFF2-40B4-BE49-F238E27FC236}">
                <a16:creationId xmlns:a16="http://schemas.microsoft.com/office/drawing/2014/main" id="{B225BA91-7863-5759-6864-29F72FF62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618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9.15  </a:t>
            </a:r>
            <a:r>
              <a:rPr lang="en-US" altLang="th-TH" sz="2000" i="1">
                <a:latin typeface="Times New Roman" panose="02020603050405020304" pitchFamily="18" charset="0"/>
              </a:rPr>
              <a:t>Hybrid fiber-coaxial (HFC) network</a:t>
            </a:r>
          </a:p>
        </p:txBody>
      </p:sp>
      <p:sp>
        <p:nvSpPr>
          <p:cNvPr id="876549" name="Line 5">
            <a:extLst>
              <a:ext uri="{FF2B5EF4-FFF2-40B4-BE49-F238E27FC236}">
                <a16:creationId xmlns:a16="http://schemas.microsoft.com/office/drawing/2014/main" id="{4CCCF107-C5AA-747C-A2FB-44B5EE0B7F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6550" name="Picture 6">
            <a:extLst>
              <a:ext uri="{FF2B5EF4-FFF2-40B4-BE49-F238E27FC236}">
                <a16:creationId xmlns:a16="http://schemas.microsoft.com/office/drawing/2014/main" id="{12C4447F-F137-FF1A-4781-8381D03AD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1714500"/>
            <a:ext cx="8885237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28E5E5C6-A655-8B35-0004-572FF4F1BF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8F33E517-9D36-1E43-9332-1A67D53FCBCB}" type="slidenum">
              <a:rPr lang="en-US" altLang="th-TH"/>
              <a:pPr/>
              <a:t>29</a:t>
            </a:fld>
            <a:endParaRPr lang="en-US" altLang="th-TH"/>
          </a:p>
        </p:txBody>
      </p:sp>
      <p:sp>
        <p:nvSpPr>
          <p:cNvPr id="888834" name="Rectangle 2">
            <a:extLst>
              <a:ext uri="{FF2B5EF4-FFF2-40B4-BE49-F238E27FC236}">
                <a16:creationId xmlns:a16="http://schemas.microsoft.com/office/drawing/2014/main" id="{A4853321-79C6-DEC4-1965-1ACE0D2F5E0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8835" name="Rectangle 3">
            <a:extLst>
              <a:ext uri="{FF2B5EF4-FFF2-40B4-BE49-F238E27FC236}">
                <a16:creationId xmlns:a16="http://schemas.microsoft.com/office/drawing/2014/main" id="{813318DC-1E62-52FC-CB71-D4664881AA5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8836" name="Rectangle 4">
            <a:extLst>
              <a:ext uri="{FF2B5EF4-FFF2-40B4-BE49-F238E27FC236}">
                <a16:creationId xmlns:a16="http://schemas.microsoft.com/office/drawing/2014/main" id="{DD2FA2DE-4911-6EE4-801B-87B414BD155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8837" name="Rectangle 5">
            <a:extLst>
              <a:ext uri="{FF2B5EF4-FFF2-40B4-BE49-F238E27FC236}">
                <a16:creationId xmlns:a16="http://schemas.microsoft.com/office/drawing/2014/main" id="{1244E1AD-9AC7-877A-572E-2D0CAF9627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8838" name="Rectangle 6">
            <a:extLst>
              <a:ext uri="{FF2B5EF4-FFF2-40B4-BE49-F238E27FC236}">
                <a16:creationId xmlns:a16="http://schemas.microsoft.com/office/drawing/2014/main" id="{758D79AA-5C29-153A-F03F-CAB61B07FFC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8839" name="Rectangle 7">
            <a:extLst>
              <a:ext uri="{FF2B5EF4-FFF2-40B4-BE49-F238E27FC236}">
                <a16:creationId xmlns:a16="http://schemas.microsoft.com/office/drawing/2014/main" id="{0EFD9F8B-D2A0-9C96-A4A9-CEC4910DC3F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8840" name="Rectangle 8">
            <a:extLst>
              <a:ext uri="{FF2B5EF4-FFF2-40B4-BE49-F238E27FC236}">
                <a16:creationId xmlns:a16="http://schemas.microsoft.com/office/drawing/2014/main" id="{93AD05E9-7EF3-6DAE-EF1F-CA31F7EF871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8841" name="Line 9">
            <a:extLst>
              <a:ext uri="{FF2B5EF4-FFF2-40B4-BE49-F238E27FC236}">
                <a16:creationId xmlns:a16="http://schemas.microsoft.com/office/drawing/2014/main" id="{FC241FB6-EAD4-BB08-2502-71ABC1972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8842" name="Line 10">
            <a:extLst>
              <a:ext uri="{FF2B5EF4-FFF2-40B4-BE49-F238E27FC236}">
                <a16:creationId xmlns:a16="http://schemas.microsoft.com/office/drawing/2014/main" id="{68D5F663-0C42-BEA4-17A6-00B744A80E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8843" name="Rectangle 11">
            <a:extLst>
              <a:ext uri="{FF2B5EF4-FFF2-40B4-BE49-F238E27FC236}">
                <a16:creationId xmlns:a16="http://schemas.microsoft.com/office/drawing/2014/main" id="{C6D07699-775B-6D7C-15CC-120FBBC30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/>
              <a:t>Communication in an HFC cable TV network can be bidirectional.</a:t>
            </a:r>
          </a:p>
        </p:txBody>
      </p:sp>
      <p:grpSp>
        <p:nvGrpSpPr>
          <p:cNvPr id="888844" name="Group 12">
            <a:extLst>
              <a:ext uri="{FF2B5EF4-FFF2-40B4-BE49-F238E27FC236}">
                <a16:creationId xmlns:a16="http://schemas.microsoft.com/office/drawing/2014/main" id="{EC0BEE9C-A6F3-EB61-EAA9-9371AF62B11C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1200" y="1248"/>
            <a:chExt cx="720" cy="357"/>
          </a:xfrm>
        </p:grpSpPr>
        <p:pic>
          <p:nvPicPr>
            <p:cNvPr id="888845" name="Picture 13">
              <a:extLst>
                <a:ext uri="{FF2B5EF4-FFF2-40B4-BE49-F238E27FC236}">
                  <a16:creationId xmlns:a16="http://schemas.microsoft.com/office/drawing/2014/main" id="{92A8D0E4-155B-F757-C186-AF34EC918E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88846" name="Text Box 14">
              <a:extLst>
                <a:ext uri="{FF2B5EF4-FFF2-40B4-BE49-F238E27FC236}">
                  <a16:creationId xmlns:a16="http://schemas.microsoft.com/office/drawing/2014/main" id="{8D0013E5-CD6C-CB4E-E5A9-658CEAE0BA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D6D1D95C-ACD5-80DF-73B0-84647E7624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63792BC6-FE32-0741-A327-A151512652E5}" type="slidenum">
              <a:rPr lang="en-US" altLang="th-TH"/>
              <a:pPr/>
              <a:t>30</a:t>
            </a:fld>
            <a:endParaRPr lang="en-US" altLang="th-TH"/>
          </a:p>
        </p:txBody>
      </p:sp>
      <p:sp>
        <p:nvSpPr>
          <p:cNvPr id="861186" name="Rectangle 2">
            <a:extLst>
              <a:ext uri="{FF2B5EF4-FFF2-40B4-BE49-F238E27FC236}">
                <a16:creationId xmlns:a16="http://schemas.microsoft.com/office/drawing/2014/main" id="{AFF8C28A-30F2-44AD-5967-933B0D6C9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th-TH" altLang="th-TH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61187" name="Text Box 3">
            <a:extLst>
              <a:ext uri="{FF2B5EF4-FFF2-40B4-BE49-F238E27FC236}">
                <a16:creationId xmlns:a16="http://schemas.microsoft.com/office/drawing/2014/main" id="{B0DC79DA-2705-7997-4996-7396F9876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7604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9-5   CABLE TV FOR DATA TRANSFER</a:t>
            </a:r>
          </a:p>
        </p:txBody>
      </p:sp>
      <p:sp>
        <p:nvSpPr>
          <p:cNvPr id="861188" name="Text Box 4">
            <a:extLst>
              <a:ext uri="{FF2B5EF4-FFF2-40B4-BE49-F238E27FC236}">
                <a16:creationId xmlns:a16="http://schemas.microsoft.com/office/drawing/2014/main" id="{7FAF6C99-7728-E1C1-8DFA-7A8C765C7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th-TH" altLang="th-TH" sz="1800">
              <a:latin typeface="Times New Roman" panose="02020603050405020304" pitchFamily="18" charset="0"/>
            </a:endParaRPr>
          </a:p>
        </p:txBody>
      </p:sp>
      <p:sp>
        <p:nvSpPr>
          <p:cNvPr id="861189" name="Rectangle 5">
            <a:extLst>
              <a:ext uri="{FF2B5EF4-FFF2-40B4-BE49-F238E27FC236}">
                <a16:creationId xmlns:a16="http://schemas.microsoft.com/office/drawing/2014/main" id="{DE3E7F95-B31B-4129-DAA9-5AE585419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0"/>
            <a:ext cx="82296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Cable companies are now competing with telephone companies for the residential customer who wants high-speed data transfer. In this section, we briefly discuss this technology.</a:t>
            </a:r>
          </a:p>
        </p:txBody>
      </p:sp>
      <p:sp>
        <p:nvSpPr>
          <p:cNvPr id="861190" name="Rectangle 6">
            <a:extLst>
              <a:ext uri="{FF2B5EF4-FFF2-40B4-BE49-F238E27FC236}">
                <a16:creationId xmlns:a16="http://schemas.microsoft.com/office/drawing/2014/main" id="{B51FCF7A-E778-CBE6-963F-526B5F7F4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743450"/>
            <a:ext cx="67056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Bandwidth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Sharing</a:t>
            </a:r>
            <a:b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CM and CMTS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Data Transmission Schemes: DOCSIS</a:t>
            </a:r>
          </a:p>
        </p:txBody>
      </p:sp>
      <p:sp>
        <p:nvSpPr>
          <p:cNvPr id="861191" name="Text Box 7">
            <a:extLst>
              <a:ext uri="{FF2B5EF4-FFF2-40B4-BE49-F238E27FC236}">
                <a16:creationId xmlns:a16="http://schemas.microsoft.com/office/drawing/2014/main" id="{9EE44643-9521-1617-700C-EE2B17670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2672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th-TH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35DC5DFF-D160-231F-72EF-F9AEB5C3B7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A8BADE05-A118-D94F-884E-26E6E865681E}" type="slidenum">
              <a:rPr lang="en-US" altLang="th-TH"/>
              <a:pPr/>
              <a:t>31</a:t>
            </a:fld>
            <a:endParaRPr lang="en-US" altLang="th-TH"/>
          </a:p>
        </p:txBody>
      </p:sp>
      <p:sp>
        <p:nvSpPr>
          <p:cNvPr id="877570" name="Line 2">
            <a:extLst>
              <a:ext uri="{FF2B5EF4-FFF2-40B4-BE49-F238E27FC236}">
                <a16:creationId xmlns:a16="http://schemas.microsoft.com/office/drawing/2014/main" id="{2AC36270-78B6-37B2-8AE8-BCC8DDA1C5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7571" name="Line 3">
            <a:extLst>
              <a:ext uri="{FF2B5EF4-FFF2-40B4-BE49-F238E27FC236}">
                <a16:creationId xmlns:a16="http://schemas.microsoft.com/office/drawing/2014/main" id="{09E8766A-65F7-BD25-277B-1EF65BB33D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7572" name="Text Box 4">
            <a:extLst>
              <a:ext uri="{FF2B5EF4-FFF2-40B4-BE49-F238E27FC236}">
                <a16:creationId xmlns:a16="http://schemas.microsoft.com/office/drawing/2014/main" id="{B29D44A0-3443-F0DA-50C5-AEAA38627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6010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9.16  </a:t>
            </a:r>
            <a:r>
              <a:rPr lang="en-US" altLang="th-TH" sz="2000" i="1">
                <a:latin typeface="Times New Roman" panose="02020603050405020304" pitchFamily="18" charset="0"/>
              </a:rPr>
              <a:t>Division of coaxial cable band by CATV</a:t>
            </a:r>
          </a:p>
        </p:txBody>
      </p:sp>
      <p:sp>
        <p:nvSpPr>
          <p:cNvPr id="877573" name="Line 5">
            <a:extLst>
              <a:ext uri="{FF2B5EF4-FFF2-40B4-BE49-F238E27FC236}">
                <a16:creationId xmlns:a16="http://schemas.microsoft.com/office/drawing/2014/main" id="{BE41DE8C-C500-6D09-8C3C-ADA073A3F0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7574" name="Picture 6">
            <a:extLst>
              <a:ext uri="{FF2B5EF4-FFF2-40B4-BE49-F238E27FC236}">
                <a16:creationId xmlns:a16="http://schemas.microsoft.com/office/drawing/2014/main" id="{D40AA9D9-8F42-ED16-C543-AD33F7B46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3043238"/>
            <a:ext cx="7550150" cy="152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1CEE1CD7-1D7A-D924-6417-9433DC8ED6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A4FDAFC6-F811-FC44-A3A6-595C4C87E21F}" type="slidenum">
              <a:rPr lang="en-US" altLang="th-TH"/>
              <a:pPr/>
              <a:t>32</a:t>
            </a:fld>
            <a:endParaRPr lang="en-US" altLang="th-TH"/>
          </a:p>
        </p:txBody>
      </p:sp>
      <p:sp>
        <p:nvSpPr>
          <p:cNvPr id="889858" name="Rectangle 2">
            <a:extLst>
              <a:ext uri="{FF2B5EF4-FFF2-40B4-BE49-F238E27FC236}">
                <a16:creationId xmlns:a16="http://schemas.microsoft.com/office/drawing/2014/main" id="{D673FE1E-65DB-2195-D4AE-3B241CD878A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9859" name="Rectangle 3">
            <a:extLst>
              <a:ext uri="{FF2B5EF4-FFF2-40B4-BE49-F238E27FC236}">
                <a16:creationId xmlns:a16="http://schemas.microsoft.com/office/drawing/2014/main" id="{044805E2-92B9-84E7-279D-F13C3719CDF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9860" name="Rectangle 4">
            <a:extLst>
              <a:ext uri="{FF2B5EF4-FFF2-40B4-BE49-F238E27FC236}">
                <a16:creationId xmlns:a16="http://schemas.microsoft.com/office/drawing/2014/main" id="{25FB27F2-4349-8FEE-DD20-8A7D09CC3F8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9861" name="Rectangle 5">
            <a:extLst>
              <a:ext uri="{FF2B5EF4-FFF2-40B4-BE49-F238E27FC236}">
                <a16:creationId xmlns:a16="http://schemas.microsoft.com/office/drawing/2014/main" id="{6953BE93-9094-7EC9-FB37-C549EBD2E82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9862" name="Rectangle 6">
            <a:extLst>
              <a:ext uri="{FF2B5EF4-FFF2-40B4-BE49-F238E27FC236}">
                <a16:creationId xmlns:a16="http://schemas.microsoft.com/office/drawing/2014/main" id="{DC836A6E-8B80-E610-A393-505D26392C9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9863" name="Rectangle 7">
            <a:extLst>
              <a:ext uri="{FF2B5EF4-FFF2-40B4-BE49-F238E27FC236}">
                <a16:creationId xmlns:a16="http://schemas.microsoft.com/office/drawing/2014/main" id="{D4625158-882F-91FC-BEBA-B546181628D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9864" name="Rectangle 8">
            <a:extLst>
              <a:ext uri="{FF2B5EF4-FFF2-40B4-BE49-F238E27FC236}">
                <a16:creationId xmlns:a16="http://schemas.microsoft.com/office/drawing/2014/main" id="{DA1EF84C-61B8-06EE-D540-044B3B2889A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9865" name="Line 9">
            <a:extLst>
              <a:ext uri="{FF2B5EF4-FFF2-40B4-BE49-F238E27FC236}">
                <a16:creationId xmlns:a16="http://schemas.microsoft.com/office/drawing/2014/main" id="{5B180870-7F71-1927-C969-804D698B91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9866" name="Line 10">
            <a:extLst>
              <a:ext uri="{FF2B5EF4-FFF2-40B4-BE49-F238E27FC236}">
                <a16:creationId xmlns:a16="http://schemas.microsoft.com/office/drawing/2014/main" id="{AF820D7B-9B45-79D1-4885-DD285D9F02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9867" name="Rectangle 11">
            <a:extLst>
              <a:ext uri="{FF2B5EF4-FFF2-40B4-BE49-F238E27FC236}">
                <a16:creationId xmlns:a16="http://schemas.microsoft.com/office/drawing/2014/main" id="{6B1DB90B-4F22-8672-304D-71F508F0F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55416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/>
              <a:t>Downstream data are modulated using the 64-QAM modulation technique.</a:t>
            </a:r>
            <a:endParaRPr lang="en-US" altLang="th-TH" b="0"/>
          </a:p>
          <a:p>
            <a:pPr algn="ctr"/>
            <a:endParaRPr lang="en-US" altLang="th-TH"/>
          </a:p>
        </p:txBody>
      </p:sp>
      <p:grpSp>
        <p:nvGrpSpPr>
          <p:cNvPr id="889868" name="Group 12">
            <a:extLst>
              <a:ext uri="{FF2B5EF4-FFF2-40B4-BE49-F238E27FC236}">
                <a16:creationId xmlns:a16="http://schemas.microsoft.com/office/drawing/2014/main" id="{45DC8162-5690-EA78-C987-9B1D57B664F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47863"/>
            <a:ext cx="1143000" cy="566737"/>
            <a:chOff x="1200" y="1248"/>
            <a:chExt cx="720" cy="357"/>
          </a:xfrm>
        </p:grpSpPr>
        <p:pic>
          <p:nvPicPr>
            <p:cNvPr id="889869" name="Picture 13">
              <a:extLst>
                <a:ext uri="{FF2B5EF4-FFF2-40B4-BE49-F238E27FC236}">
                  <a16:creationId xmlns:a16="http://schemas.microsoft.com/office/drawing/2014/main" id="{BE009695-A2E5-BAD6-DAF7-3DD17A21C2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89870" name="Text Box 14">
              <a:extLst>
                <a:ext uri="{FF2B5EF4-FFF2-40B4-BE49-F238E27FC236}">
                  <a16:creationId xmlns:a16="http://schemas.microsoft.com/office/drawing/2014/main" id="{53275767-C965-69C2-2094-7B038A2916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B4DA613A-7D8D-0102-5442-3441A5FC86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81347FCF-B4AE-8F46-BAF0-F44BEA516CE2}" type="slidenum">
              <a:rPr lang="en-US" altLang="th-TH"/>
              <a:pPr/>
              <a:t>33</a:t>
            </a:fld>
            <a:endParaRPr lang="en-US" altLang="th-TH"/>
          </a:p>
        </p:txBody>
      </p:sp>
      <p:sp>
        <p:nvSpPr>
          <p:cNvPr id="890882" name="Rectangle 2">
            <a:extLst>
              <a:ext uri="{FF2B5EF4-FFF2-40B4-BE49-F238E27FC236}">
                <a16:creationId xmlns:a16="http://schemas.microsoft.com/office/drawing/2014/main" id="{DEB2DB4B-AE04-E1CA-A431-7F40A014EEF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0883" name="Rectangle 3">
            <a:extLst>
              <a:ext uri="{FF2B5EF4-FFF2-40B4-BE49-F238E27FC236}">
                <a16:creationId xmlns:a16="http://schemas.microsoft.com/office/drawing/2014/main" id="{A72D460A-67A4-6FA0-90F5-12CED171C99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0884" name="Rectangle 4">
            <a:extLst>
              <a:ext uri="{FF2B5EF4-FFF2-40B4-BE49-F238E27FC236}">
                <a16:creationId xmlns:a16="http://schemas.microsoft.com/office/drawing/2014/main" id="{A4996BED-AE02-E8CA-C60F-9DB8EC5303D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0885" name="Rectangle 5">
            <a:extLst>
              <a:ext uri="{FF2B5EF4-FFF2-40B4-BE49-F238E27FC236}">
                <a16:creationId xmlns:a16="http://schemas.microsoft.com/office/drawing/2014/main" id="{F90BA03F-D0BF-C22C-2C01-AA52562764F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0886" name="Rectangle 6">
            <a:extLst>
              <a:ext uri="{FF2B5EF4-FFF2-40B4-BE49-F238E27FC236}">
                <a16:creationId xmlns:a16="http://schemas.microsoft.com/office/drawing/2014/main" id="{5A6B0EEB-B567-EF40-D98E-7DB8BDE5956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0887" name="Rectangle 7">
            <a:extLst>
              <a:ext uri="{FF2B5EF4-FFF2-40B4-BE49-F238E27FC236}">
                <a16:creationId xmlns:a16="http://schemas.microsoft.com/office/drawing/2014/main" id="{7B34B3A8-DA11-1B15-225B-06A2C4EBBD5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0888" name="Rectangle 8">
            <a:extLst>
              <a:ext uri="{FF2B5EF4-FFF2-40B4-BE49-F238E27FC236}">
                <a16:creationId xmlns:a16="http://schemas.microsoft.com/office/drawing/2014/main" id="{C8522213-B427-5A73-119F-65AC2BAAA46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0889" name="Line 9">
            <a:extLst>
              <a:ext uri="{FF2B5EF4-FFF2-40B4-BE49-F238E27FC236}">
                <a16:creationId xmlns:a16="http://schemas.microsoft.com/office/drawing/2014/main" id="{DC410A12-A96B-58CE-7669-1D3262DDD7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90890" name="Line 10">
            <a:extLst>
              <a:ext uri="{FF2B5EF4-FFF2-40B4-BE49-F238E27FC236}">
                <a16:creationId xmlns:a16="http://schemas.microsoft.com/office/drawing/2014/main" id="{F643EB51-3227-793A-FB3B-6991A27AFF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90891" name="Rectangle 11">
            <a:extLst>
              <a:ext uri="{FF2B5EF4-FFF2-40B4-BE49-F238E27FC236}">
                <a16:creationId xmlns:a16="http://schemas.microsoft.com/office/drawing/2014/main" id="{A34BB2B3-16E9-1423-9055-BE9FC431C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/>
              <a:t>The theoretical downstream data rate</a:t>
            </a:r>
            <a:br>
              <a:rPr lang="en-US" altLang="th-TH"/>
            </a:br>
            <a:r>
              <a:rPr lang="en-US" altLang="th-TH"/>
              <a:t>is 30 Mbps.</a:t>
            </a:r>
          </a:p>
        </p:txBody>
      </p:sp>
      <p:grpSp>
        <p:nvGrpSpPr>
          <p:cNvPr id="890892" name="Group 12">
            <a:extLst>
              <a:ext uri="{FF2B5EF4-FFF2-40B4-BE49-F238E27FC236}">
                <a16:creationId xmlns:a16="http://schemas.microsoft.com/office/drawing/2014/main" id="{1F314E40-B478-4081-0B8E-4695AC9B255D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1200" y="1248"/>
            <a:chExt cx="720" cy="357"/>
          </a:xfrm>
        </p:grpSpPr>
        <p:pic>
          <p:nvPicPr>
            <p:cNvPr id="890893" name="Picture 13">
              <a:extLst>
                <a:ext uri="{FF2B5EF4-FFF2-40B4-BE49-F238E27FC236}">
                  <a16:creationId xmlns:a16="http://schemas.microsoft.com/office/drawing/2014/main" id="{ABAD588F-EFB3-6437-BBAF-089681AB62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90894" name="Text Box 14">
              <a:extLst>
                <a:ext uri="{FF2B5EF4-FFF2-40B4-BE49-F238E27FC236}">
                  <a16:creationId xmlns:a16="http://schemas.microsoft.com/office/drawing/2014/main" id="{FEE679EE-456B-9072-1016-F1BD3642E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466CBA93-B846-811F-F030-A7814E683D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11094C94-BBD0-BA4D-A490-C35502EB5DA2}" type="slidenum">
              <a:rPr lang="en-US" altLang="th-TH"/>
              <a:pPr/>
              <a:t>34</a:t>
            </a:fld>
            <a:endParaRPr lang="en-US" altLang="th-TH"/>
          </a:p>
        </p:txBody>
      </p:sp>
      <p:sp>
        <p:nvSpPr>
          <p:cNvPr id="891906" name="Rectangle 2">
            <a:extLst>
              <a:ext uri="{FF2B5EF4-FFF2-40B4-BE49-F238E27FC236}">
                <a16:creationId xmlns:a16="http://schemas.microsoft.com/office/drawing/2014/main" id="{5B7FC179-40E3-329D-BB13-4A4E6A5FE53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1907" name="Rectangle 3">
            <a:extLst>
              <a:ext uri="{FF2B5EF4-FFF2-40B4-BE49-F238E27FC236}">
                <a16:creationId xmlns:a16="http://schemas.microsoft.com/office/drawing/2014/main" id="{1B6B8693-5B48-FACE-BDCB-5BB4AE4CA86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1908" name="Rectangle 4">
            <a:extLst>
              <a:ext uri="{FF2B5EF4-FFF2-40B4-BE49-F238E27FC236}">
                <a16:creationId xmlns:a16="http://schemas.microsoft.com/office/drawing/2014/main" id="{E058EDC3-F27B-D219-C52F-50A918DC47D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1909" name="Rectangle 5">
            <a:extLst>
              <a:ext uri="{FF2B5EF4-FFF2-40B4-BE49-F238E27FC236}">
                <a16:creationId xmlns:a16="http://schemas.microsoft.com/office/drawing/2014/main" id="{4799E16C-BFF2-DC14-CFE5-B1190FB5AB0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1910" name="Rectangle 6">
            <a:extLst>
              <a:ext uri="{FF2B5EF4-FFF2-40B4-BE49-F238E27FC236}">
                <a16:creationId xmlns:a16="http://schemas.microsoft.com/office/drawing/2014/main" id="{826B77D8-0E88-7072-B334-2CEF8BAA25F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1911" name="Rectangle 7">
            <a:extLst>
              <a:ext uri="{FF2B5EF4-FFF2-40B4-BE49-F238E27FC236}">
                <a16:creationId xmlns:a16="http://schemas.microsoft.com/office/drawing/2014/main" id="{42A23775-8B43-CAC2-D3FF-478F2F4C1D7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1912" name="Rectangle 8">
            <a:extLst>
              <a:ext uri="{FF2B5EF4-FFF2-40B4-BE49-F238E27FC236}">
                <a16:creationId xmlns:a16="http://schemas.microsoft.com/office/drawing/2014/main" id="{EE57B7DB-3640-9D60-E543-B83E7D922BC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1913" name="Line 9">
            <a:extLst>
              <a:ext uri="{FF2B5EF4-FFF2-40B4-BE49-F238E27FC236}">
                <a16:creationId xmlns:a16="http://schemas.microsoft.com/office/drawing/2014/main" id="{950E4AEC-2ADA-DF92-AD2A-265315D0B69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91914" name="Line 10">
            <a:extLst>
              <a:ext uri="{FF2B5EF4-FFF2-40B4-BE49-F238E27FC236}">
                <a16:creationId xmlns:a16="http://schemas.microsoft.com/office/drawing/2014/main" id="{28E90D72-6DA9-9992-7415-A35977F914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91915" name="Rectangle 11">
            <a:extLst>
              <a:ext uri="{FF2B5EF4-FFF2-40B4-BE49-F238E27FC236}">
                <a16:creationId xmlns:a16="http://schemas.microsoft.com/office/drawing/2014/main" id="{A576D693-76D8-D171-C78E-51855FF38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/>
              <a:t>Upstream data are modulated using the QPSK modulation technique.</a:t>
            </a:r>
          </a:p>
        </p:txBody>
      </p:sp>
      <p:grpSp>
        <p:nvGrpSpPr>
          <p:cNvPr id="891916" name="Group 12">
            <a:extLst>
              <a:ext uri="{FF2B5EF4-FFF2-40B4-BE49-F238E27FC236}">
                <a16:creationId xmlns:a16="http://schemas.microsoft.com/office/drawing/2014/main" id="{7CCE7DCD-92BB-682D-F56D-AEB48CF1B16B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1200" y="1248"/>
            <a:chExt cx="720" cy="357"/>
          </a:xfrm>
        </p:grpSpPr>
        <p:pic>
          <p:nvPicPr>
            <p:cNvPr id="891917" name="Picture 13">
              <a:extLst>
                <a:ext uri="{FF2B5EF4-FFF2-40B4-BE49-F238E27FC236}">
                  <a16:creationId xmlns:a16="http://schemas.microsoft.com/office/drawing/2014/main" id="{E48BF180-D3E5-68A6-9D3E-8A15059EBB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91918" name="Text Box 14">
              <a:extLst>
                <a:ext uri="{FF2B5EF4-FFF2-40B4-BE49-F238E27FC236}">
                  <a16:creationId xmlns:a16="http://schemas.microsoft.com/office/drawing/2014/main" id="{8A269D50-7546-F3A4-B1C7-765BC7F3E9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F292AFEA-EA56-D7DF-A300-2FFD32AAB9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D672D345-6EC6-3540-BAE6-4D4FAC12CD9C}" type="slidenum">
              <a:rPr lang="en-US" altLang="th-TH"/>
              <a:pPr/>
              <a:t>35</a:t>
            </a:fld>
            <a:endParaRPr lang="en-US" altLang="th-TH"/>
          </a:p>
        </p:txBody>
      </p:sp>
      <p:sp>
        <p:nvSpPr>
          <p:cNvPr id="892930" name="Rectangle 2">
            <a:extLst>
              <a:ext uri="{FF2B5EF4-FFF2-40B4-BE49-F238E27FC236}">
                <a16:creationId xmlns:a16="http://schemas.microsoft.com/office/drawing/2014/main" id="{6092A540-7079-82EB-CFB0-EC70385F032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2931" name="Rectangle 3">
            <a:extLst>
              <a:ext uri="{FF2B5EF4-FFF2-40B4-BE49-F238E27FC236}">
                <a16:creationId xmlns:a16="http://schemas.microsoft.com/office/drawing/2014/main" id="{8B391FEE-BADC-9B5E-B075-491A8C83092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2932" name="Rectangle 4">
            <a:extLst>
              <a:ext uri="{FF2B5EF4-FFF2-40B4-BE49-F238E27FC236}">
                <a16:creationId xmlns:a16="http://schemas.microsoft.com/office/drawing/2014/main" id="{A61DA5A4-F009-A4D8-317F-A16874F5807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2933" name="Rectangle 5">
            <a:extLst>
              <a:ext uri="{FF2B5EF4-FFF2-40B4-BE49-F238E27FC236}">
                <a16:creationId xmlns:a16="http://schemas.microsoft.com/office/drawing/2014/main" id="{0B80C13D-0F7C-1E87-F6F7-639C04950EC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2934" name="Rectangle 6">
            <a:extLst>
              <a:ext uri="{FF2B5EF4-FFF2-40B4-BE49-F238E27FC236}">
                <a16:creationId xmlns:a16="http://schemas.microsoft.com/office/drawing/2014/main" id="{0C7C31BE-8CFF-4DC3-5EDC-E472004F6A3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2935" name="Rectangle 7">
            <a:extLst>
              <a:ext uri="{FF2B5EF4-FFF2-40B4-BE49-F238E27FC236}">
                <a16:creationId xmlns:a16="http://schemas.microsoft.com/office/drawing/2014/main" id="{49CA4524-DDB2-6E09-87D3-0166BE6DBDE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2936" name="Rectangle 8">
            <a:extLst>
              <a:ext uri="{FF2B5EF4-FFF2-40B4-BE49-F238E27FC236}">
                <a16:creationId xmlns:a16="http://schemas.microsoft.com/office/drawing/2014/main" id="{5B52E285-3302-E6A6-1832-1F966B6E5E6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92937" name="Line 9">
            <a:extLst>
              <a:ext uri="{FF2B5EF4-FFF2-40B4-BE49-F238E27FC236}">
                <a16:creationId xmlns:a16="http://schemas.microsoft.com/office/drawing/2014/main" id="{38D0AE39-8F8C-6044-5997-EE2C9523E4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92938" name="Line 10">
            <a:extLst>
              <a:ext uri="{FF2B5EF4-FFF2-40B4-BE49-F238E27FC236}">
                <a16:creationId xmlns:a16="http://schemas.microsoft.com/office/drawing/2014/main" id="{E33A2758-D4CD-3598-7D9E-F6DEDE2C9E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92939" name="Rectangle 11">
            <a:extLst>
              <a:ext uri="{FF2B5EF4-FFF2-40B4-BE49-F238E27FC236}">
                <a16:creationId xmlns:a16="http://schemas.microsoft.com/office/drawing/2014/main" id="{25476388-25C7-9CE0-8D18-BB48F3A56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/>
              <a:t>The theoretical upstream data rate </a:t>
            </a:r>
            <a:br>
              <a:rPr lang="en-US" altLang="th-TH"/>
            </a:br>
            <a:r>
              <a:rPr lang="en-US" altLang="th-TH"/>
              <a:t>is 12 Mbps.</a:t>
            </a:r>
          </a:p>
        </p:txBody>
      </p:sp>
      <p:grpSp>
        <p:nvGrpSpPr>
          <p:cNvPr id="892940" name="Group 12">
            <a:extLst>
              <a:ext uri="{FF2B5EF4-FFF2-40B4-BE49-F238E27FC236}">
                <a16:creationId xmlns:a16="http://schemas.microsoft.com/office/drawing/2014/main" id="{2799D4F0-06FF-50A9-B698-3F8544475BD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1200" y="1248"/>
            <a:chExt cx="720" cy="357"/>
          </a:xfrm>
        </p:grpSpPr>
        <p:pic>
          <p:nvPicPr>
            <p:cNvPr id="892941" name="Picture 13">
              <a:extLst>
                <a:ext uri="{FF2B5EF4-FFF2-40B4-BE49-F238E27FC236}">
                  <a16:creationId xmlns:a16="http://schemas.microsoft.com/office/drawing/2014/main" id="{8DF96DC9-4762-9E8D-73BF-17749CB7F6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92942" name="Text Box 14">
              <a:extLst>
                <a:ext uri="{FF2B5EF4-FFF2-40B4-BE49-F238E27FC236}">
                  <a16:creationId xmlns:a16="http://schemas.microsoft.com/office/drawing/2014/main" id="{1F2BDD3E-FD85-6EDD-C0EB-30F65A431E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6B9FDA63-EAF1-15E2-4AE1-B9A11EA58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BBB01D66-A737-5E4F-8D86-58F98BC4F6D1}" type="slidenum">
              <a:rPr lang="en-US" altLang="th-TH"/>
              <a:pPr/>
              <a:t>36</a:t>
            </a:fld>
            <a:endParaRPr lang="en-US" altLang="th-TH"/>
          </a:p>
        </p:txBody>
      </p:sp>
      <p:sp>
        <p:nvSpPr>
          <p:cNvPr id="878594" name="Line 2">
            <a:extLst>
              <a:ext uri="{FF2B5EF4-FFF2-40B4-BE49-F238E27FC236}">
                <a16:creationId xmlns:a16="http://schemas.microsoft.com/office/drawing/2014/main" id="{01B6D004-9EF1-A306-8BE3-36A532DC36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8595" name="Line 3">
            <a:extLst>
              <a:ext uri="{FF2B5EF4-FFF2-40B4-BE49-F238E27FC236}">
                <a16:creationId xmlns:a16="http://schemas.microsoft.com/office/drawing/2014/main" id="{15154DE7-F9FB-DB5E-DDE5-0F151AC5C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8596" name="Text Box 4">
            <a:extLst>
              <a:ext uri="{FF2B5EF4-FFF2-40B4-BE49-F238E27FC236}">
                <a16:creationId xmlns:a16="http://schemas.microsoft.com/office/drawing/2014/main" id="{26B9BC14-4AF0-ED18-27F0-1B00C83CB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865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9.17  </a:t>
            </a:r>
            <a:r>
              <a:rPr lang="en-US" altLang="th-TH" sz="2000" i="1">
                <a:latin typeface="Times New Roman" panose="02020603050405020304" pitchFamily="18" charset="0"/>
              </a:rPr>
              <a:t>Cable modem (CM)</a:t>
            </a:r>
          </a:p>
        </p:txBody>
      </p:sp>
      <p:sp>
        <p:nvSpPr>
          <p:cNvPr id="878597" name="Line 5">
            <a:extLst>
              <a:ext uri="{FF2B5EF4-FFF2-40B4-BE49-F238E27FC236}">
                <a16:creationId xmlns:a16="http://schemas.microsoft.com/office/drawing/2014/main" id="{C180EBDC-8024-9964-16E6-E2E4D861E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8598" name="Picture 6">
            <a:extLst>
              <a:ext uri="{FF2B5EF4-FFF2-40B4-BE49-F238E27FC236}">
                <a16:creationId xmlns:a16="http://schemas.microsoft.com/office/drawing/2014/main" id="{6191720F-60A6-3E3A-9D2C-643964A05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36700"/>
            <a:ext cx="6754813" cy="448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95CE1435-4D4D-0B7A-769D-7B4E177ADB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9.</a:t>
            </a:r>
            <a:fld id="{79DF3A46-FB8F-3845-B993-1EE3055AF0D1}" type="slidenum">
              <a:rPr lang="en-US" altLang="th-TH"/>
              <a:pPr/>
              <a:t>37</a:t>
            </a:fld>
            <a:endParaRPr lang="en-US" altLang="th-TH"/>
          </a:p>
        </p:txBody>
      </p:sp>
      <p:sp>
        <p:nvSpPr>
          <p:cNvPr id="879618" name="Line 2">
            <a:extLst>
              <a:ext uri="{FF2B5EF4-FFF2-40B4-BE49-F238E27FC236}">
                <a16:creationId xmlns:a16="http://schemas.microsoft.com/office/drawing/2014/main" id="{A8AE27C3-DDAF-9F05-E949-0E2592E6AE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9619" name="Line 3">
            <a:extLst>
              <a:ext uri="{FF2B5EF4-FFF2-40B4-BE49-F238E27FC236}">
                <a16:creationId xmlns:a16="http://schemas.microsoft.com/office/drawing/2014/main" id="{13E954F3-11DE-D08A-92B0-2316ACF3C1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9620" name="Text Box 4">
            <a:extLst>
              <a:ext uri="{FF2B5EF4-FFF2-40B4-BE49-F238E27FC236}">
                <a16:creationId xmlns:a16="http://schemas.microsoft.com/office/drawing/2014/main" id="{2299A683-A9E8-5995-B62F-86F427215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315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9.18  </a:t>
            </a:r>
            <a:r>
              <a:rPr lang="en-US" altLang="th-TH" sz="2000" i="1">
                <a:latin typeface="Times New Roman" panose="02020603050405020304" pitchFamily="18" charset="0"/>
              </a:rPr>
              <a:t>Cable modem transmission system (CMTS)</a:t>
            </a:r>
          </a:p>
        </p:txBody>
      </p:sp>
      <p:sp>
        <p:nvSpPr>
          <p:cNvPr id="879621" name="Line 5">
            <a:extLst>
              <a:ext uri="{FF2B5EF4-FFF2-40B4-BE49-F238E27FC236}">
                <a16:creationId xmlns:a16="http://schemas.microsoft.com/office/drawing/2014/main" id="{CFDF3AE3-AD29-B485-879A-AFD8CC4796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9623" name="Picture 7">
            <a:extLst>
              <a:ext uri="{FF2B5EF4-FFF2-40B4-BE49-F238E27FC236}">
                <a16:creationId xmlns:a16="http://schemas.microsoft.com/office/drawing/2014/main" id="{B2562974-3730-AA86-92F5-2125D2065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57400"/>
            <a:ext cx="8501063" cy="322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th-TH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th-TH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ธีมของ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2FDA6E5C9AED4F8EFF71A80BEF2000" ma:contentTypeVersion="0" ma:contentTypeDescription="Create a new document." ma:contentTypeScope="" ma:versionID="73e4c27a01eba597f42058eb809988a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B0FDD7-A98E-46A9-8835-79A8E7FE49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75AC2FD-4626-438A-AAF7-B309E4AA48A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2560</TotalTime>
  <Words>728</Words>
  <Application>Microsoft Macintosh PowerPoint</Application>
  <PresentationFormat>นำเสนอทางหน้าจอ (4:3)</PresentationFormat>
  <Paragraphs>153</Paragraphs>
  <Slides>37</Slides>
  <Notes>37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6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37</vt:i4>
      </vt:variant>
    </vt:vector>
  </HeadingPairs>
  <TitlesOfParts>
    <vt:vector size="44" baseType="lpstr">
      <vt:lpstr>Times New Roman</vt:lpstr>
      <vt:lpstr>Tahoma</vt:lpstr>
      <vt:lpstr>Wingdings</vt:lpstr>
      <vt:lpstr>Arial</vt:lpstr>
      <vt:lpstr>McGrawHill-Italic</vt:lpstr>
      <vt:lpstr>Times</vt:lpstr>
      <vt:lpstr>Blends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THEERAPAT POORAYA</cp:lastModifiedBy>
  <cp:revision>164</cp:revision>
  <dcterms:created xsi:type="dcterms:W3CDTF">2000-01-15T04:50:39Z</dcterms:created>
  <dcterms:modified xsi:type="dcterms:W3CDTF">2026-10-19T02:42:03Z</dcterms:modified>
</cp:coreProperties>
</file>