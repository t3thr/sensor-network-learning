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3"/>
  </p:sldMasterIdLst>
  <p:notesMasterIdLst>
    <p:notesMasterId r:id="rId35"/>
  </p:notesMasterIdLst>
  <p:sldIdLst>
    <p:sldId id="776" r:id="rId4"/>
    <p:sldId id="747" r:id="rId5"/>
    <p:sldId id="748" r:id="rId6"/>
    <p:sldId id="535" r:id="rId7"/>
    <p:sldId id="749" r:id="rId8"/>
    <p:sldId id="750" r:id="rId9"/>
    <p:sldId id="772" r:id="rId10"/>
    <p:sldId id="751" r:id="rId11"/>
    <p:sldId id="752" r:id="rId12"/>
    <p:sldId id="753" r:id="rId13"/>
    <p:sldId id="773" r:id="rId14"/>
    <p:sldId id="754" r:id="rId15"/>
    <p:sldId id="755" r:id="rId16"/>
    <p:sldId id="756" r:id="rId17"/>
    <p:sldId id="757" r:id="rId18"/>
    <p:sldId id="758" r:id="rId19"/>
    <p:sldId id="759" r:id="rId20"/>
    <p:sldId id="774" r:id="rId21"/>
    <p:sldId id="760" r:id="rId22"/>
    <p:sldId id="761" r:id="rId23"/>
    <p:sldId id="762" r:id="rId24"/>
    <p:sldId id="746" r:id="rId25"/>
    <p:sldId id="763" r:id="rId26"/>
    <p:sldId id="764" r:id="rId27"/>
    <p:sldId id="775" r:id="rId28"/>
    <p:sldId id="765" r:id="rId29"/>
    <p:sldId id="766" r:id="rId30"/>
    <p:sldId id="769" r:id="rId31"/>
    <p:sldId id="767" r:id="rId32"/>
    <p:sldId id="770" r:id="rId33"/>
    <p:sldId id="771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70" autoAdjust="0"/>
  </p:normalViewPr>
  <p:slideViewPr>
    <p:cSldViewPr>
      <p:cViewPr varScale="1">
        <p:scale>
          <a:sx n="117" d="100"/>
          <a:sy n="117" d="100"/>
        </p:scale>
        <p:origin x="17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>
            <a:extLst>
              <a:ext uri="{FF2B5EF4-FFF2-40B4-BE49-F238E27FC236}">
                <a16:creationId xmlns:a16="http://schemas.microsoft.com/office/drawing/2014/main" id="{DE1FF2AF-874F-94DB-3E5A-3CFFBF56D4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D6332B85-71BA-522E-FFAB-FADE188794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8836" name="Rectangle 4">
            <a:extLst>
              <a:ext uri="{FF2B5EF4-FFF2-40B4-BE49-F238E27FC236}">
                <a16:creationId xmlns:a16="http://schemas.microsoft.com/office/drawing/2014/main" id="{1CF2D5E8-0181-D8D5-7F2A-99C9D40C11EF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8837" name="Rectangle 5">
            <a:extLst>
              <a:ext uri="{FF2B5EF4-FFF2-40B4-BE49-F238E27FC236}">
                <a16:creationId xmlns:a16="http://schemas.microsoft.com/office/drawing/2014/main" id="{4C4796A0-AEA0-25CD-F3A3-ADCE64DFB1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</a:p>
        </p:txBody>
      </p:sp>
      <p:sp>
        <p:nvSpPr>
          <p:cNvPr id="888838" name="Rectangle 6">
            <a:extLst>
              <a:ext uri="{FF2B5EF4-FFF2-40B4-BE49-F238E27FC236}">
                <a16:creationId xmlns:a16="http://schemas.microsoft.com/office/drawing/2014/main" id="{D00BBAD9-373C-9B94-AEFC-3AF7C474FF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8839" name="Rectangle 7">
            <a:extLst>
              <a:ext uri="{FF2B5EF4-FFF2-40B4-BE49-F238E27FC236}">
                <a16:creationId xmlns:a16="http://schemas.microsoft.com/office/drawing/2014/main" id="{EEBC0C5C-7002-92A3-D9B7-0221893D2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FD41D27D-B5BF-6143-BAFC-ADA9428189AE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406431-7929-06D2-BEFD-0F41815655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0C0883-E981-A245-BABE-C8B31EB29A5B}" type="slidenum">
              <a:rPr lang="en-US" altLang="th-TH"/>
              <a:pPr/>
              <a:t>1</a:t>
            </a:fld>
            <a:endParaRPr lang="en-US" altLang="th-TH"/>
          </a:p>
        </p:txBody>
      </p:sp>
      <p:sp>
        <p:nvSpPr>
          <p:cNvPr id="922626" name="Rectangle 2">
            <a:extLst>
              <a:ext uri="{FF2B5EF4-FFF2-40B4-BE49-F238E27FC236}">
                <a16:creationId xmlns:a16="http://schemas.microsoft.com/office/drawing/2014/main" id="{AF6C4FE0-CE91-83CA-B861-A2ACE8E61E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0DC17630-53FE-CF45-7776-79C68091F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AA2740-6018-2AFB-5A3A-058C207DCF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2AC31F-51D7-D34D-BF55-3998A807B670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890882" name="Rectangle 2">
            <a:extLst>
              <a:ext uri="{FF2B5EF4-FFF2-40B4-BE49-F238E27FC236}">
                <a16:creationId xmlns:a16="http://schemas.microsoft.com/office/drawing/2014/main" id="{8BAE6640-59A5-5BA3-A6C3-7059F69638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883" name="Rectangle 3">
            <a:extLst>
              <a:ext uri="{FF2B5EF4-FFF2-40B4-BE49-F238E27FC236}">
                <a16:creationId xmlns:a16="http://schemas.microsoft.com/office/drawing/2014/main" id="{EC4EBD6D-AFB5-B72A-9F54-4D8B85F88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3476451-A03C-FD63-70D7-E71958D5D0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D33B5F-B1B4-424B-B5FF-053B9E87D7E5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1D1D1FDF-1F22-E976-39AB-88CB8EB2D7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1907" name="Rectangle 3">
            <a:extLst>
              <a:ext uri="{FF2B5EF4-FFF2-40B4-BE49-F238E27FC236}">
                <a16:creationId xmlns:a16="http://schemas.microsoft.com/office/drawing/2014/main" id="{90A1B0C7-5BC0-22A2-33C5-97428D85C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F565FD3-7715-17D5-0B20-8863B7245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E7A9E7-BC21-634B-8748-8A0AE7C55915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892930" name="Rectangle 2">
            <a:extLst>
              <a:ext uri="{FF2B5EF4-FFF2-40B4-BE49-F238E27FC236}">
                <a16:creationId xmlns:a16="http://schemas.microsoft.com/office/drawing/2014/main" id="{F5478874-E62B-8F5F-4C06-2CF2B65F65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2931" name="Rectangle 3">
            <a:extLst>
              <a:ext uri="{FF2B5EF4-FFF2-40B4-BE49-F238E27FC236}">
                <a16:creationId xmlns:a16="http://schemas.microsoft.com/office/drawing/2014/main" id="{7AE978F2-9046-4964-87A0-4F8B74FDB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20526EF-7740-F784-8965-CCC71CEF9D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19BA1E-78F5-5E4B-8DC1-97E2C57B7AF0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93954" name="Rectangle 2">
            <a:extLst>
              <a:ext uri="{FF2B5EF4-FFF2-40B4-BE49-F238E27FC236}">
                <a16:creationId xmlns:a16="http://schemas.microsoft.com/office/drawing/2014/main" id="{E4CB4A3B-50B4-3499-1554-07B53709E8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B238C6D8-943A-CF3A-95E8-CA8FA6F6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D53AF7D-ABDB-DE61-A66C-CC26341C1C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C43BB8-FF52-1D44-ABA3-86846CE76F6F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EE40E55E-5E3A-19D6-D7A4-85EE9FD3FF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67B1023A-B5B0-558D-A41C-D9D9829EB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577E49-8C6E-D17E-9B00-810DDFA0CB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C3E08C-7F32-D545-9777-2D57CA4C23B5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564A2D63-C143-93B9-D859-D9892AA1A8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>
            <a:extLst>
              <a:ext uri="{FF2B5EF4-FFF2-40B4-BE49-F238E27FC236}">
                <a16:creationId xmlns:a16="http://schemas.microsoft.com/office/drawing/2014/main" id="{3A13A59A-E57A-6CE2-52D4-2B225854D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067953-248A-9273-C9F3-77E1D905FF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CEE4F3-D790-E146-9EE6-1FE282B6A8F4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97026" name="Rectangle 2">
            <a:extLst>
              <a:ext uri="{FF2B5EF4-FFF2-40B4-BE49-F238E27FC236}">
                <a16:creationId xmlns:a16="http://schemas.microsoft.com/office/drawing/2014/main" id="{28F1D400-230D-C941-BFA4-37A289B5B6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7027" name="Rectangle 3">
            <a:extLst>
              <a:ext uri="{FF2B5EF4-FFF2-40B4-BE49-F238E27FC236}">
                <a16:creationId xmlns:a16="http://schemas.microsoft.com/office/drawing/2014/main" id="{A4A595C1-D3FE-584A-1C6C-724AF1FF1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950B853-74DB-BE88-5FFD-5AAB2C8DE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795E61-5693-074F-849D-65D3234CA5CB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EAA854BE-5EFA-D9B1-89BF-0986E10668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8051" name="Rectangle 3">
            <a:extLst>
              <a:ext uri="{FF2B5EF4-FFF2-40B4-BE49-F238E27FC236}">
                <a16:creationId xmlns:a16="http://schemas.microsoft.com/office/drawing/2014/main" id="{5E434813-734C-61CB-1743-D16EC737A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462C603-0B00-E1A9-1A1D-58A47ECA08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1D2676-3B7B-1A4C-8568-6FC006B5B5B0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DFD685EA-7B93-7A0F-925B-6DF452EF93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F57B1FAF-1312-CB21-81BD-4FA3B1C25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5244A0-55AA-30F2-EBBF-84A963926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A992A-9325-044F-BCEE-FCADA9846F15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7C53B36D-3665-29A1-C7F4-8D93841299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AA6CF02E-D96E-83C6-8A43-6A2A17891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BAD7E63-9F23-0B50-71A9-96EBA1DFA4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CE463A-16B1-2D41-AC0A-1AB44E8E793D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901122" name="Rectangle 2">
            <a:extLst>
              <a:ext uri="{FF2B5EF4-FFF2-40B4-BE49-F238E27FC236}">
                <a16:creationId xmlns:a16="http://schemas.microsoft.com/office/drawing/2014/main" id="{A02B1804-95FC-2FA0-EBD4-BF5E0253E50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93CDBF2F-8ECE-CE2E-06A6-36A101B23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8E29502-BD50-7CDE-648F-9692FE9ADC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590EE8-FFBF-D94B-837D-EAC8F79C8D1C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902146" name="Rectangle 2">
            <a:extLst>
              <a:ext uri="{FF2B5EF4-FFF2-40B4-BE49-F238E27FC236}">
                <a16:creationId xmlns:a16="http://schemas.microsoft.com/office/drawing/2014/main" id="{1AC3775B-E55C-1D82-2359-9F8300772D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86B5558A-5653-A664-7524-17C5F667A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55FBB3-2C36-A60A-1625-C1F49F9F0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B23888-794D-EA41-8EE7-C7C0D429C15E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EAF82ACB-5564-E269-7328-3A68792A886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359AC28E-CEB3-CD46-EB54-9DC49E6F2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3F9F959-9E46-C915-DA44-8EAABEEE7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3BA3B-A223-B746-B693-D920CC6EFBF9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82599FB6-B241-EFD3-F62A-01B2A76301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4C41132E-D664-DB9A-C39D-C105E7118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381DB6-9AC0-4B69-E544-61EFE86F9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93C1F-04C4-054F-BA83-190240586AC5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2FA577DF-B4B1-F456-201D-BBED4F2FA7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E8C92E80-347D-D048-AC2A-5207EB211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EB6055A-6017-5FDC-80A0-7C3C97D6C9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3A5761-DD5F-AD4E-881C-FB02B8677AED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F4FA3784-25B4-EA76-AF6C-CE6FA236D4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>
            <a:extLst>
              <a:ext uri="{FF2B5EF4-FFF2-40B4-BE49-F238E27FC236}">
                <a16:creationId xmlns:a16="http://schemas.microsoft.com/office/drawing/2014/main" id="{EB2DFC8B-D490-8820-B425-39DC79E14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2C1C6B-E770-0A85-A3F9-0FCF0C71D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657814-1735-5A4A-926C-D7A9825EF965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8B768116-3D52-EAE5-91E1-0E4BA86B46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7267" name="Rectangle 3">
            <a:extLst>
              <a:ext uri="{FF2B5EF4-FFF2-40B4-BE49-F238E27FC236}">
                <a16:creationId xmlns:a16="http://schemas.microsoft.com/office/drawing/2014/main" id="{07278D10-7797-DE86-DBA2-8EC2C2909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6C2E0BC-82C7-EBD3-8AB3-29611FFEB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238235-8EAD-1041-BB2F-65DF4B9C51F4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39D9D45F-34EC-6FB4-3689-33A76450F6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D4609402-590D-5478-5FCB-D70DF9596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ACF1E1D-A6E7-E430-E0A7-B87451F0E9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BD67E7-1BED-7040-9DEB-61C24D7D7BF6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909314" name="Rectangle 2">
            <a:extLst>
              <a:ext uri="{FF2B5EF4-FFF2-40B4-BE49-F238E27FC236}">
                <a16:creationId xmlns:a16="http://schemas.microsoft.com/office/drawing/2014/main" id="{ADBF2704-A5F2-D0CA-5AA1-8197B995E3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D81214DA-C02C-30CD-7FC2-A9F4BD668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C9C11C-F784-BA22-00BE-C4CDD699B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B6364C-7328-F14F-8A05-E0AB1D935C29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52F3DB4D-2E9B-1BF4-664D-0E5C20F1A8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E7A683E4-90A3-93E2-ED2E-96378AE01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D0CD110-9DC3-B2AA-C55C-E6FCA576F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B563BA-7349-B140-81A4-FA5C650301B9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72B97303-CBB3-3514-1A9C-B590F193F2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D6E4AFF8-B598-B171-C307-6D44252B2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E6D8A4-FB51-D677-0884-03A3D2BE5D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93F83F-21E2-3648-938D-4E669C4ED14E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0943377E-B263-8934-C3E8-1DC8DFF1E53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9D760F57-FA8B-ABF0-5E1D-112F6ED52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8286CFB-AAFC-3BC1-1B61-D7CBC5182B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C69854-8A48-3747-875F-41919339BF10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39E1A645-02A8-1A2F-C13F-D1DBFFFB797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E541D6AF-D904-DB13-220A-0BD497482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DA6784-8849-FD43-159E-372D6AA679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7F7656-8025-EB4E-9D5A-6E9252D22861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6A035AAF-D217-2BB7-A366-2605495EC6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F52B15C3-30E4-905B-7D37-486759343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6BB62B-DCCE-A5A3-F1C6-82219437AC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72E6E-783D-3C4D-B2C1-D8783158D867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915458" name="Rectangle 2">
            <a:extLst>
              <a:ext uri="{FF2B5EF4-FFF2-40B4-BE49-F238E27FC236}">
                <a16:creationId xmlns:a16="http://schemas.microsoft.com/office/drawing/2014/main" id="{3F4ABF7B-B403-F732-8E78-767F21C20F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9BC630F4-78BE-BA9D-A259-4067AE33F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A9F8CBB-8DDC-9F71-B874-11DEE666E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2541A8-D370-B84D-9E38-B1EB6E2CCE05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5201C51A-A60B-5C57-BC7A-25296F7D84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F4E23DD4-8F1D-2FE8-F3B7-63D44CFFB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1621103-7368-322F-5E19-DCACEEB04E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4710C1-A40F-654F-A0B5-250AB6E9E76E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917506" name="Rectangle 2">
            <a:extLst>
              <a:ext uri="{FF2B5EF4-FFF2-40B4-BE49-F238E27FC236}">
                <a16:creationId xmlns:a16="http://schemas.microsoft.com/office/drawing/2014/main" id="{79618705-617D-2774-8F50-FC3CAEA0D8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7D923346-3772-0909-2292-F9705B3FE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B27FDC-9122-3312-50FD-66D1EB168F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A1C755-9B06-4743-A76B-B177A830B9F2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5261FA35-8BCB-6266-3280-3227B4BE12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DA0B3491-B993-8066-AF77-CCD84E1FD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461C9E-3455-C9A8-4B2E-8754ED97E4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0C8785-4010-E542-8AB2-078BA22EE1A2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3D8CC477-3F2E-3930-138B-28EB39AFCC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DAAD375C-2123-6308-A8EF-E46D1FEB2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FCB86D4-F707-895A-98D4-056B6B2B29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B5BE1D-87B1-EA41-B086-17A3A3B4A5E8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981B034C-EE8B-D727-E635-7A29543CED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B9493EC8-FF42-537D-DFD6-461030B47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3B2EB8CC-0C32-C19E-C107-54820CC0E90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35892773-0C64-C294-4821-231AA154F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A2A5D249-6FC9-0A14-F08E-16BA40FE6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0B2B64CB-B5AD-5EF4-48EC-045C92BB4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B121F78A-7D4B-847A-FE94-F6464975C5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331DD59D-2C9E-2321-2EF0-0DB83790A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A3993488-5576-4687-CE80-98644B78E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41C976C0-B7B8-403D-B236-B2B3EA1ED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2E94CC26-873C-8C70-FF6A-F49098567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0C768BC9-F899-9311-5A9F-A85E99F3362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81F25D29-1C6D-4F26-9198-7161FE2290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th-TH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D01B9315-12CF-2950-AEFB-07DF2ACA3B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th-TH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3E9B300C-B52E-9244-237A-1640D701A1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3228D7E9-741D-8368-799D-DC1CDB4AE7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81482C62-59B2-7551-78AE-94F10C110B2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16EACDB8-9199-4544-8CA8-4A8541AC276D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F34BA5EE-B3CA-3972-DD7A-843E0A06AEF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F44815FE-9573-A03D-C9EA-0EEFC361E1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8E1F40D-2E0D-029F-3DEF-E970D593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621F854-AAE3-59DF-CF2A-4DE6924B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A67A9C1-6C5B-A5EB-C041-42DEEF030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27065FAF-FEB1-6948-9D2E-92CB589FAB4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5840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F840CA2-5DE7-944F-E700-E8F5A78D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8CCCCDD-0A18-129A-288B-67A0CDCB6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D17CE44-AB9A-6F1B-FEED-F025489BE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CABD664E-AA3F-B84B-85CB-2196D8BCD2C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11338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9316806-E2AA-4DA8-93D3-DA99647E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A38FB98-53A2-3379-7C59-0C8129268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684258E-BBA6-837C-59F8-1D1988C81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AF0045A7-829C-30C6-36E9-CADE5153F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324FA65B-5689-FE4D-B0CE-777C48DAE989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07382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9958E0B-F7C2-50BF-EFCB-6AB8481D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6D821D4-96DA-CFC9-0C71-435E976DA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3C1DAE4-CFA0-9AC1-0038-D53FA6C8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88650CA7-670E-C9BA-A8FA-465A1ADB2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7F565EA3-47B2-D915-3C20-0D02ADE93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501B91A-500D-0316-53F0-AB4F6AA4C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A861CB9B-6795-2944-B8B6-B464AADB463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58272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992C259-80A6-FE37-CEE2-99B19D73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A5489AA2-7378-B80E-F4C5-2AA797991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205D6927-5AC1-C74B-B1A1-C8288DC9D684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73192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AE2C438-6DD7-5548-D8C4-70CFF961F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1DEACA42-996F-0F4A-A891-EB77705048E6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9165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E991A50-BCE9-2981-A3FA-BC224D27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BF98C46-B360-E517-C80A-486E0318E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9E5234C-387B-DC20-A403-031B8A160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1ECEA759-0243-8158-9D05-97EA3A209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315334C7-CB93-B549-A4A8-D20E075FFA7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30957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FA628F5-5E14-C0AA-24BF-E0ECD72F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0DD11E28-D77E-8AC1-1A11-3BE7B483FF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6263863D-28BE-F6A0-D74C-77BAF4856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5B741473-669D-3436-8E7E-AF308854A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F3BBFDE9-357B-0F4F-981A-1BAB9AA4AA3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0881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A0D2F85-D162-AD1C-F153-652E0AD8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C4C27B01-AE0D-5D8A-1BA9-9756ECD9E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087DDD3-E0D2-3F91-AEA5-52C437D43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EF44339B-676D-6149-984F-8DBAC3A50D31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57118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FEF8F9B9-F094-65C9-71C1-370059036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EAB92510-D181-C275-BC97-BE3439515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C509071-C686-C5CB-4A73-CA24C9300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789A58E7-F849-074B-9B29-477562456FE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378213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41C4CB15-8BDA-296B-9E8B-0869220623D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CA70FF28-CF18-4E78-277A-2AFA57705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th-TH"/>
              <a:t>7.</a:t>
            </a:r>
            <a:fld id="{59F48730-9C58-8F4C-A8B1-5FE84CAD9A5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43029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4B8A4E90-3BF1-F210-8257-F2A3D9A691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altLang="th-TH"/>
              <a:t>7.</a:t>
            </a:r>
            <a:fld id="{6F5F9001-45CF-6446-B48F-5E89ED1CF7FE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2">
            <a:extLst>
              <a:ext uri="{FF2B5EF4-FFF2-40B4-BE49-F238E27FC236}">
                <a16:creationId xmlns:a16="http://schemas.microsoft.com/office/drawing/2014/main" id="{DC931145-D4A6-9FD4-6D98-92278D7B0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3A16BC7D-D426-DC45-8177-52E608467CFC}" type="slidenum">
              <a:rPr lang="en-US" altLang="th-TH"/>
              <a:pPr/>
              <a:t>1</a:t>
            </a:fld>
            <a:endParaRPr lang="en-US" altLang="th-TH"/>
          </a:p>
        </p:txBody>
      </p:sp>
      <p:pic>
        <p:nvPicPr>
          <p:cNvPr id="921602" name="Picture 2">
            <a:extLst>
              <a:ext uri="{FF2B5EF4-FFF2-40B4-BE49-F238E27FC236}">
                <a16:creationId xmlns:a16="http://schemas.microsoft.com/office/drawing/2014/main" id="{431A072E-141F-B333-BFBA-26F582DCE203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603" name="Rectangle 3">
            <a:extLst>
              <a:ext uri="{FF2B5EF4-FFF2-40B4-BE49-F238E27FC236}">
                <a16:creationId xmlns:a16="http://schemas.microsoft.com/office/drawing/2014/main" id="{B9353BE8-F589-DA3E-9D17-8ECFF7A84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7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en-US" altLang="th-TH" sz="4400"/>
              <a:t>Transmission Media</a:t>
            </a:r>
          </a:p>
        </p:txBody>
      </p:sp>
      <p:sp>
        <p:nvSpPr>
          <p:cNvPr id="921604" name="Text Box 4">
            <a:extLst>
              <a:ext uri="{FF2B5EF4-FFF2-40B4-BE49-F238E27FC236}">
                <a16:creationId xmlns:a16="http://schemas.microsoft.com/office/drawing/2014/main" id="{DABDD338-A2CA-A834-5408-EF971FCA8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th-TH" sz="1200" b="0">
                <a:latin typeface="Times New Roman" panose="02020603050405020304" pitchFamily="18" charset="0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66CF907-98D7-D051-60D9-2478CCA7E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7A43CF4D-F2B6-EA49-9D88-B78430723D64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859138" name="Line 2">
            <a:extLst>
              <a:ext uri="{FF2B5EF4-FFF2-40B4-BE49-F238E27FC236}">
                <a16:creationId xmlns:a16="http://schemas.microsoft.com/office/drawing/2014/main" id="{FF5597CA-FAA7-ADBD-205D-40D9D5B5A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9139" name="Line 3">
            <a:extLst>
              <a:ext uri="{FF2B5EF4-FFF2-40B4-BE49-F238E27FC236}">
                <a16:creationId xmlns:a16="http://schemas.microsoft.com/office/drawing/2014/main" id="{DB1384A0-9CDF-D5DC-33C5-CB7997B0F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9140" name="Text Box 4">
            <a:extLst>
              <a:ext uri="{FF2B5EF4-FFF2-40B4-BE49-F238E27FC236}">
                <a16:creationId xmlns:a16="http://schemas.microsoft.com/office/drawing/2014/main" id="{95B533FD-162F-4D47-BA6E-76B4B799F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951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  </a:t>
            </a:r>
            <a:r>
              <a:rPr lang="en-US" altLang="th-TH" sz="2000" i="1">
                <a:latin typeface="Times New Roman" panose="02020603050405020304" pitchFamily="18" charset="0"/>
              </a:rPr>
              <a:t>Transmission medium and physical layer</a:t>
            </a:r>
          </a:p>
        </p:txBody>
      </p:sp>
      <p:sp>
        <p:nvSpPr>
          <p:cNvPr id="859141" name="Line 5">
            <a:extLst>
              <a:ext uri="{FF2B5EF4-FFF2-40B4-BE49-F238E27FC236}">
                <a16:creationId xmlns:a16="http://schemas.microsoft.com/office/drawing/2014/main" id="{159CCBF7-6F43-CB1B-09D3-724F13132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59143" name="Picture 7">
            <a:extLst>
              <a:ext uri="{FF2B5EF4-FFF2-40B4-BE49-F238E27FC236}">
                <a16:creationId xmlns:a16="http://schemas.microsoft.com/office/drawing/2014/main" id="{88E701B8-8266-2CAB-4363-4C34E8901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2584450"/>
            <a:ext cx="8729662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0E14252-C7B4-46A4-C53E-C482F2237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505A5419-F726-204E-B36F-A2E3967A977E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60162" name="Line 2">
            <a:extLst>
              <a:ext uri="{FF2B5EF4-FFF2-40B4-BE49-F238E27FC236}">
                <a16:creationId xmlns:a16="http://schemas.microsoft.com/office/drawing/2014/main" id="{AAAFBFFA-E4C6-74FB-E335-DB3934D06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0163" name="Line 3">
            <a:extLst>
              <a:ext uri="{FF2B5EF4-FFF2-40B4-BE49-F238E27FC236}">
                <a16:creationId xmlns:a16="http://schemas.microsoft.com/office/drawing/2014/main" id="{BCA85FCC-6545-DA6D-4BD5-E20C0AA5A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0164" name="Text Box 4">
            <a:extLst>
              <a:ext uri="{FF2B5EF4-FFF2-40B4-BE49-F238E27FC236}">
                <a16:creationId xmlns:a16="http://schemas.microsoft.com/office/drawing/2014/main" id="{44352A0A-2110-307B-1A40-5F38D28B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02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7.2  </a:t>
            </a:r>
            <a:r>
              <a:rPr lang="en-US" altLang="th-TH" sz="2000" i="1">
                <a:latin typeface="Times New Roman" panose="02020603050405020304" pitchFamily="18" charset="0"/>
              </a:rPr>
              <a:t>Classes of transmission media</a:t>
            </a:r>
          </a:p>
        </p:txBody>
      </p:sp>
      <p:sp>
        <p:nvSpPr>
          <p:cNvPr id="860165" name="Line 5">
            <a:extLst>
              <a:ext uri="{FF2B5EF4-FFF2-40B4-BE49-F238E27FC236}">
                <a16:creationId xmlns:a16="http://schemas.microsoft.com/office/drawing/2014/main" id="{75762C39-C8EB-AA14-9763-4E9276FF3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0166" name="Picture 6">
            <a:extLst>
              <a:ext uri="{FF2B5EF4-FFF2-40B4-BE49-F238E27FC236}">
                <a16:creationId xmlns:a16="http://schemas.microsoft.com/office/drawing/2014/main" id="{C051DD3C-347A-2B80-E837-D41A02FCF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0263"/>
            <a:ext cx="7715250" cy="315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8592910-420F-CE9C-9E6A-700DF36D6A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3ABFC1AE-BFC4-4E48-82D7-9DB582A5ABD7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1D628D8E-619E-FA74-5FA6-EC6D0FFB8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49156CF1-9561-303F-C135-CD8A9B6F4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4160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7-1   GUIDED MEDIA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EDA8CF37-C7AB-340C-D508-B02427A9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64660D8D-EC92-A5A1-44EA-7A47967A2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8229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Guided media, which are those that provide a conduit from one device to another, include twisted-pair cable, coaxial cable, and fiber-optic cable.</a:t>
            </a: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F75F1955-57BD-9FDE-BBF8-5A8F3BC1D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Twisted-Pair Cable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Coaxial Cable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Fiber-Optic Cable</a:t>
            </a:r>
            <a:endParaRPr lang="en-US" altLang="th-TH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CA4D2B20-F46A-E243-85CE-339F2B9F7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503518A-61F5-29BB-53F7-2F5571531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FEA485B9-0C60-F245-A265-3605F39958FD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61186" name="Line 2">
            <a:extLst>
              <a:ext uri="{FF2B5EF4-FFF2-40B4-BE49-F238E27FC236}">
                <a16:creationId xmlns:a16="http://schemas.microsoft.com/office/drawing/2014/main" id="{98F5587B-F811-8443-4689-84EE3FC72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7" name="Line 3">
            <a:extLst>
              <a:ext uri="{FF2B5EF4-FFF2-40B4-BE49-F238E27FC236}">
                <a16:creationId xmlns:a16="http://schemas.microsoft.com/office/drawing/2014/main" id="{73C7141E-D9CE-8FCF-73D8-42A65FE0D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8" name="Text Box 4">
            <a:extLst>
              <a:ext uri="{FF2B5EF4-FFF2-40B4-BE49-F238E27FC236}">
                <a16:creationId xmlns:a16="http://schemas.microsoft.com/office/drawing/2014/main" id="{DF6FE0D8-F4FC-D6C4-20A9-C8588202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578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7.3  </a:t>
            </a:r>
            <a:r>
              <a:rPr lang="en-US" altLang="th-TH" sz="2000" i="1">
                <a:latin typeface="Times New Roman" panose="02020603050405020304" pitchFamily="18" charset="0"/>
              </a:rPr>
              <a:t>Twisted-pair cable</a:t>
            </a:r>
          </a:p>
        </p:txBody>
      </p:sp>
      <p:sp>
        <p:nvSpPr>
          <p:cNvPr id="861189" name="Line 5">
            <a:extLst>
              <a:ext uri="{FF2B5EF4-FFF2-40B4-BE49-F238E27FC236}">
                <a16:creationId xmlns:a16="http://schemas.microsoft.com/office/drawing/2014/main" id="{479F7903-D195-6570-9527-881770D7D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1190" name="Picture 6">
            <a:extLst>
              <a:ext uri="{FF2B5EF4-FFF2-40B4-BE49-F238E27FC236}">
                <a16:creationId xmlns:a16="http://schemas.microsoft.com/office/drawing/2014/main" id="{30B7CF03-E275-465D-E67F-B41AE9880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86088"/>
            <a:ext cx="8610600" cy="120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FCAFE29-D579-CE1A-F5DC-6893C7963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0E2FF2EB-D465-394C-8070-BD3247843166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62210" name="Line 2">
            <a:extLst>
              <a:ext uri="{FF2B5EF4-FFF2-40B4-BE49-F238E27FC236}">
                <a16:creationId xmlns:a16="http://schemas.microsoft.com/office/drawing/2014/main" id="{ED500723-F91E-9161-D4A0-52ABCA8B5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1" name="Line 3">
            <a:extLst>
              <a:ext uri="{FF2B5EF4-FFF2-40B4-BE49-F238E27FC236}">
                <a16:creationId xmlns:a16="http://schemas.microsoft.com/office/drawing/2014/main" id="{E29ECEC5-E8E9-CEA3-5F76-7610526D4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2" name="Text Box 4">
            <a:extLst>
              <a:ext uri="{FF2B5EF4-FFF2-40B4-BE49-F238E27FC236}">
                <a16:creationId xmlns:a16="http://schemas.microsoft.com/office/drawing/2014/main" id="{1D55EE5A-0B6B-40AB-E4EC-1DE5DEFD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36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7.4  </a:t>
            </a:r>
            <a:r>
              <a:rPr lang="en-US" altLang="th-TH" sz="2000" i="1">
                <a:latin typeface="Times New Roman" panose="02020603050405020304" pitchFamily="18" charset="0"/>
              </a:rPr>
              <a:t>UTP and STP cables</a:t>
            </a:r>
          </a:p>
        </p:txBody>
      </p:sp>
      <p:sp>
        <p:nvSpPr>
          <p:cNvPr id="862213" name="Line 5">
            <a:extLst>
              <a:ext uri="{FF2B5EF4-FFF2-40B4-BE49-F238E27FC236}">
                <a16:creationId xmlns:a16="http://schemas.microsoft.com/office/drawing/2014/main" id="{0EFC1844-65F7-C8CD-7095-673F55614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2215" name="Picture 7">
            <a:extLst>
              <a:ext uri="{FF2B5EF4-FFF2-40B4-BE49-F238E27FC236}">
                <a16:creationId xmlns:a16="http://schemas.microsoft.com/office/drawing/2014/main" id="{4C36BD39-F307-82D0-595D-FF1C467E8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112963"/>
            <a:ext cx="8501062" cy="337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16664C5-9BF0-2C94-EB91-E6E4E304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556F1F08-AD86-B64F-8EA2-DE8732DFF63F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84738" name="Text Box 2">
            <a:extLst>
              <a:ext uri="{FF2B5EF4-FFF2-40B4-BE49-F238E27FC236}">
                <a16:creationId xmlns:a16="http://schemas.microsoft.com/office/drawing/2014/main" id="{7E5E53D6-FDD5-1D4D-6C93-7B4410A79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7.1  </a:t>
            </a:r>
            <a:r>
              <a:rPr lang="en-US" altLang="th-TH" sz="2000" i="1">
                <a:latin typeface="Times New Roman" panose="02020603050405020304" pitchFamily="18" charset="0"/>
              </a:rPr>
              <a:t>Categories of unshielded twisted-pair cables</a:t>
            </a:r>
          </a:p>
        </p:txBody>
      </p:sp>
      <p:pic>
        <p:nvPicPr>
          <p:cNvPr id="884740" name="Picture 4">
            <a:extLst>
              <a:ext uri="{FF2B5EF4-FFF2-40B4-BE49-F238E27FC236}">
                <a16:creationId xmlns:a16="http://schemas.microsoft.com/office/drawing/2014/main" id="{A17CEAFA-4815-4EA4-8AE3-A8B059134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685800"/>
            <a:ext cx="7742237" cy="589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C7BA4F6-2780-5C88-EC62-DAA4A1D47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EBFE30FB-9490-4D4A-8782-B9D3303FF16B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63234" name="Line 2">
            <a:extLst>
              <a:ext uri="{FF2B5EF4-FFF2-40B4-BE49-F238E27FC236}">
                <a16:creationId xmlns:a16="http://schemas.microsoft.com/office/drawing/2014/main" id="{192B2C79-997A-5713-461A-789AB9813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5" name="Line 3">
            <a:extLst>
              <a:ext uri="{FF2B5EF4-FFF2-40B4-BE49-F238E27FC236}">
                <a16:creationId xmlns:a16="http://schemas.microsoft.com/office/drawing/2014/main" id="{73465DC4-7E2D-3A5A-01DB-3F66341CB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6" name="Text Box 4">
            <a:extLst>
              <a:ext uri="{FF2B5EF4-FFF2-40B4-BE49-F238E27FC236}">
                <a16:creationId xmlns:a16="http://schemas.microsoft.com/office/drawing/2014/main" id="{ABBEB34D-5114-65B6-BE55-C2BA7E0CD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5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7.5  </a:t>
            </a:r>
            <a:r>
              <a:rPr lang="en-US" altLang="th-TH" sz="2000" i="1">
                <a:latin typeface="Times New Roman" panose="02020603050405020304" pitchFamily="18" charset="0"/>
              </a:rPr>
              <a:t>UTP connector</a:t>
            </a:r>
          </a:p>
        </p:txBody>
      </p:sp>
      <p:sp>
        <p:nvSpPr>
          <p:cNvPr id="863237" name="Line 5">
            <a:extLst>
              <a:ext uri="{FF2B5EF4-FFF2-40B4-BE49-F238E27FC236}">
                <a16:creationId xmlns:a16="http://schemas.microsoft.com/office/drawing/2014/main" id="{4EE0D4F1-ECC7-1C51-595D-CE8D3D5CA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3238" name="Picture 6">
            <a:extLst>
              <a:ext uri="{FF2B5EF4-FFF2-40B4-BE49-F238E27FC236}">
                <a16:creationId xmlns:a16="http://schemas.microsoft.com/office/drawing/2014/main" id="{2F4591B0-A32A-BCC2-F842-F8C745BE7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244725"/>
            <a:ext cx="6481762" cy="270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854CB16-26F9-09F8-00C6-EEC8FCFD3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2CC98B08-CEA5-C24C-930B-9422CBE28D8C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64258" name="Line 2">
            <a:extLst>
              <a:ext uri="{FF2B5EF4-FFF2-40B4-BE49-F238E27FC236}">
                <a16:creationId xmlns:a16="http://schemas.microsoft.com/office/drawing/2014/main" id="{E315E88F-58EA-8805-123E-6150A32AF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59" name="Line 3">
            <a:extLst>
              <a:ext uri="{FF2B5EF4-FFF2-40B4-BE49-F238E27FC236}">
                <a16:creationId xmlns:a16="http://schemas.microsoft.com/office/drawing/2014/main" id="{66604B3F-CE5B-9440-D904-50215E1DF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60" name="Text Box 4">
            <a:extLst>
              <a:ext uri="{FF2B5EF4-FFF2-40B4-BE49-F238E27FC236}">
                <a16:creationId xmlns:a16="http://schemas.microsoft.com/office/drawing/2014/main" id="{06B2D590-6BCC-BFCA-4CB9-328ADE147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55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7.6  </a:t>
            </a:r>
            <a:r>
              <a:rPr lang="en-US" altLang="th-TH" sz="2000" i="1">
                <a:latin typeface="Times New Roman" panose="02020603050405020304" pitchFamily="18" charset="0"/>
              </a:rPr>
              <a:t>UTP performance</a:t>
            </a:r>
          </a:p>
        </p:txBody>
      </p:sp>
      <p:sp>
        <p:nvSpPr>
          <p:cNvPr id="864261" name="Line 5">
            <a:extLst>
              <a:ext uri="{FF2B5EF4-FFF2-40B4-BE49-F238E27FC236}">
                <a16:creationId xmlns:a16="http://schemas.microsoft.com/office/drawing/2014/main" id="{926DC10F-D1AC-A398-EEAE-F72093716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4262" name="Picture 6">
            <a:extLst>
              <a:ext uri="{FF2B5EF4-FFF2-40B4-BE49-F238E27FC236}">
                <a16:creationId xmlns:a16="http://schemas.microsoft.com/office/drawing/2014/main" id="{8A42B222-1878-C868-217F-A035A66AE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124575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774954D-4ED0-50E7-53A8-0BFFAF596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050E1455-823F-EF40-83EC-BE78B405FDA6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865282" name="Line 2">
            <a:extLst>
              <a:ext uri="{FF2B5EF4-FFF2-40B4-BE49-F238E27FC236}">
                <a16:creationId xmlns:a16="http://schemas.microsoft.com/office/drawing/2014/main" id="{0A8D8EA7-AEEF-01E6-1573-C39BC79AD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3" name="Line 3">
            <a:extLst>
              <a:ext uri="{FF2B5EF4-FFF2-40B4-BE49-F238E27FC236}">
                <a16:creationId xmlns:a16="http://schemas.microsoft.com/office/drawing/2014/main" id="{3385E8F5-EBA5-18FE-FF90-FBC37ED82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4" name="Text Box 4">
            <a:extLst>
              <a:ext uri="{FF2B5EF4-FFF2-40B4-BE49-F238E27FC236}">
                <a16:creationId xmlns:a16="http://schemas.microsoft.com/office/drawing/2014/main" id="{A754E99B-8FC0-8BB7-2FBC-E45E83199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7.7  </a:t>
            </a:r>
            <a:r>
              <a:rPr lang="en-US" altLang="th-TH" sz="2000" i="1">
                <a:latin typeface="Times New Roman" panose="02020603050405020304" pitchFamily="18" charset="0"/>
              </a:rPr>
              <a:t>Coaxial cable</a:t>
            </a:r>
          </a:p>
        </p:txBody>
      </p:sp>
      <p:sp>
        <p:nvSpPr>
          <p:cNvPr id="865285" name="Line 5">
            <a:extLst>
              <a:ext uri="{FF2B5EF4-FFF2-40B4-BE49-F238E27FC236}">
                <a16:creationId xmlns:a16="http://schemas.microsoft.com/office/drawing/2014/main" id="{36D8F0F1-C5D6-1AA3-7A52-07933EB80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5286" name="Picture 6">
            <a:extLst>
              <a:ext uri="{FF2B5EF4-FFF2-40B4-BE49-F238E27FC236}">
                <a16:creationId xmlns:a16="http://schemas.microsoft.com/office/drawing/2014/main" id="{2EB2061A-757F-AC0E-0966-81405622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1957388"/>
            <a:ext cx="8145462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C2DF916-F440-F16F-B984-E699B2207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10B050A8-BFFB-4C4F-AA87-521193AB0541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885762" name="Text Box 2">
            <a:extLst>
              <a:ext uri="{FF2B5EF4-FFF2-40B4-BE49-F238E27FC236}">
                <a16:creationId xmlns:a16="http://schemas.microsoft.com/office/drawing/2014/main" id="{F505512B-58F9-AC62-6870-8D1D85054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8" y="1828800"/>
            <a:ext cx="4460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7.2  </a:t>
            </a:r>
            <a:r>
              <a:rPr lang="en-US" altLang="th-TH" sz="2000" i="1">
                <a:latin typeface="Times New Roman" panose="02020603050405020304" pitchFamily="18" charset="0"/>
              </a:rPr>
              <a:t>Categories of coaxial cables</a:t>
            </a:r>
          </a:p>
        </p:txBody>
      </p:sp>
      <p:pic>
        <p:nvPicPr>
          <p:cNvPr id="885764" name="Picture 4">
            <a:extLst>
              <a:ext uri="{FF2B5EF4-FFF2-40B4-BE49-F238E27FC236}">
                <a16:creationId xmlns:a16="http://schemas.microsoft.com/office/drawing/2014/main" id="{A0095AD0-BB28-A631-86B9-74F4E23B8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2316163"/>
            <a:ext cx="5894387" cy="202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B9CF3FF-5E47-35E8-9AE0-D6404105B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79CB955F-2906-7343-9F0B-812DBB4AEACE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866306" name="Line 2">
            <a:extLst>
              <a:ext uri="{FF2B5EF4-FFF2-40B4-BE49-F238E27FC236}">
                <a16:creationId xmlns:a16="http://schemas.microsoft.com/office/drawing/2014/main" id="{915F3CF1-752B-8D4D-C039-0156F939A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7" name="Line 3">
            <a:extLst>
              <a:ext uri="{FF2B5EF4-FFF2-40B4-BE49-F238E27FC236}">
                <a16:creationId xmlns:a16="http://schemas.microsoft.com/office/drawing/2014/main" id="{90F55BCF-2CEC-DCAA-5133-0DE64DD33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8" name="Text Box 4">
            <a:extLst>
              <a:ext uri="{FF2B5EF4-FFF2-40B4-BE49-F238E27FC236}">
                <a16:creationId xmlns:a16="http://schemas.microsoft.com/office/drawing/2014/main" id="{B36BC458-23F2-0FFE-AE11-3FC7F5BB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7.8  </a:t>
            </a:r>
            <a:r>
              <a:rPr lang="en-US" altLang="th-TH" sz="2000" i="1">
                <a:latin typeface="Times New Roman" panose="02020603050405020304" pitchFamily="18" charset="0"/>
              </a:rPr>
              <a:t>BNC connectors</a:t>
            </a:r>
          </a:p>
        </p:txBody>
      </p:sp>
      <p:sp>
        <p:nvSpPr>
          <p:cNvPr id="866309" name="Line 5">
            <a:extLst>
              <a:ext uri="{FF2B5EF4-FFF2-40B4-BE49-F238E27FC236}">
                <a16:creationId xmlns:a16="http://schemas.microsoft.com/office/drawing/2014/main" id="{0C5E041D-99E8-7855-182E-B1EFE8C48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6310" name="Picture 6">
            <a:extLst>
              <a:ext uri="{FF2B5EF4-FFF2-40B4-BE49-F238E27FC236}">
                <a16:creationId xmlns:a16="http://schemas.microsoft.com/office/drawing/2014/main" id="{5AC466D9-0586-6306-DA06-6C12AA650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25738"/>
            <a:ext cx="7924800" cy="199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593C2FE-CB62-5FFA-8F5C-5BB816DA6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721A466E-38FD-DF42-A001-435C44C216D2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867330" name="Line 2">
            <a:extLst>
              <a:ext uri="{FF2B5EF4-FFF2-40B4-BE49-F238E27FC236}">
                <a16:creationId xmlns:a16="http://schemas.microsoft.com/office/drawing/2014/main" id="{12F4D6FA-7141-B2D8-A9D2-A979F4F1E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1" name="Line 3">
            <a:extLst>
              <a:ext uri="{FF2B5EF4-FFF2-40B4-BE49-F238E27FC236}">
                <a16:creationId xmlns:a16="http://schemas.microsoft.com/office/drawing/2014/main" id="{14664DC1-4E13-DA50-9C9D-918F26B73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2" name="Text Box 4">
            <a:extLst>
              <a:ext uri="{FF2B5EF4-FFF2-40B4-BE49-F238E27FC236}">
                <a16:creationId xmlns:a16="http://schemas.microsoft.com/office/drawing/2014/main" id="{AD9730E6-73FC-F097-49EF-729DF6BDE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8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7.9  </a:t>
            </a:r>
            <a:r>
              <a:rPr lang="en-US" altLang="th-TH" sz="2000" i="1">
                <a:latin typeface="Times New Roman" panose="02020603050405020304" pitchFamily="18" charset="0"/>
              </a:rPr>
              <a:t>Coaxial cable performance</a:t>
            </a:r>
          </a:p>
        </p:txBody>
      </p:sp>
      <p:sp>
        <p:nvSpPr>
          <p:cNvPr id="867333" name="Line 5">
            <a:extLst>
              <a:ext uri="{FF2B5EF4-FFF2-40B4-BE49-F238E27FC236}">
                <a16:creationId xmlns:a16="http://schemas.microsoft.com/office/drawing/2014/main" id="{1B92BD79-B46A-F51E-3956-167BCF5CF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7334" name="Picture 6">
            <a:extLst>
              <a:ext uri="{FF2B5EF4-FFF2-40B4-BE49-F238E27FC236}">
                <a16:creationId xmlns:a16="http://schemas.microsoft.com/office/drawing/2014/main" id="{C9403EE4-3215-C768-F16B-06E9A376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627188"/>
            <a:ext cx="6115050" cy="446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2399E6B-4062-5DA2-19D3-DAB9181A1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9C9F2AC6-A22B-2B4D-8AB2-53FD09840A88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868354" name="Line 2">
            <a:extLst>
              <a:ext uri="{FF2B5EF4-FFF2-40B4-BE49-F238E27FC236}">
                <a16:creationId xmlns:a16="http://schemas.microsoft.com/office/drawing/2014/main" id="{C63B79E1-F22A-0008-7EE5-989143697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5" name="Line 3">
            <a:extLst>
              <a:ext uri="{FF2B5EF4-FFF2-40B4-BE49-F238E27FC236}">
                <a16:creationId xmlns:a16="http://schemas.microsoft.com/office/drawing/2014/main" id="{59965D34-A61A-263F-A7D4-129892918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6" name="Text Box 4">
            <a:extLst>
              <a:ext uri="{FF2B5EF4-FFF2-40B4-BE49-F238E27FC236}">
                <a16:creationId xmlns:a16="http://schemas.microsoft.com/office/drawing/2014/main" id="{935DE23D-6BEE-A830-35D9-4D0E6FD1F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91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7.10  </a:t>
            </a:r>
            <a:r>
              <a:rPr lang="en-US" altLang="th-TH" sz="2000" i="1">
                <a:latin typeface="Times New Roman" panose="02020603050405020304" pitchFamily="18" charset="0"/>
              </a:rPr>
              <a:t>Bending of light ray</a:t>
            </a:r>
          </a:p>
        </p:txBody>
      </p:sp>
      <p:sp>
        <p:nvSpPr>
          <p:cNvPr id="868357" name="Line 5">
            <a:extLst>
              <a:ext uri="{FF2B5EF4-FFF2-40B4-BE49-F238E27FC236}">
                <a16:creationId xmlns:a16="http://schemas.microsoft.com/office/drawing/2014/main" id="{D8FDD7AC-574A-0865-ECC4-49AABBA36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8358" name="Picture 6">
            <a:extLst>
              <a:ext uri="{FF2B5EF4-FFF2-40B4-BE49-F238E27FC236}">
                <a16:creationId xmlns:a16="http://schemas.microsoft.com/office/drawing/2014/main" id="{874F01F2-FF32-D64E-6593-9D9D309A9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2362200"/>
            <a:ext cx="807085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A75E40A-66D6-5F3E-2810-D88BD1C3D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FDAEB7AF-C137-ED43-A174-43F99A6E7333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869378" name="Line 2">
            <a:extLst>
              <a:ext uri="{FF2B5EF4-FFF2-40B4-BE49-F238E27FC236}">
                <a16:creationId xmlns:a16="http://schemas.microsoft.com/office/drawing/2014/main" id="{4DFA3EB1-9DB9-06AC-108F-804155CE4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79" name="Line 3">
            <a:extLst>
              <a:ext uri="{FF2B5EF4-FFF2-40B4-BE49-F238E27FC236}">
                <a16:creationId xmlns:a16="http://schemas.microsoft.com/office/drawing/2014/main" id="{45B6A7DF-71DD-6D2E-F677-5B9D3C156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80" name="Text Box 4">
            <a:extLst>
              <a:ext uri="{FF2B5EF4-FFF2-40B4-BE49-F238E27FC236}">
                <a16:creationId xmlns:a16="http://schemas.microsoft.com/office/drawing/2014/main" id="{008CDB13-1453-AF4B-9DF0-70F3E7BA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7.11  </a:t>
            </a:r>
            <a:r>
              <a:rPr lang="en-US" altLang="th-TH" sz="2000" i="1">
                <a:latin typeface="Times New Roman" panose="02020603050405020304" pitchFamily="18" charset="0"/>
              </a:rPr>
              <a:t>Optical fiber</a:t>
            </a:r>
          </a:p>
        </p:txBody>
      </p:sp>
      <p:sp>
        <p:nvSpPr>
          <p:cNvPr id="869381" name="Line 5">
            <a:extLst>
              <a:ext uri="{FF2B5EF4-FFF2-40B4-BE49-F238E27FC236}">
                <a16:creationId xmlns:a16="http://schemas.microsoft.com/office/drawing/2014/main" id="{775A56D6-0B5A-07F6-ED7D-69BD6AB96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9382" name="Picture 6">
            <a:extLst>
              <a:ext uri="{FF2B5EF4-FFF2-40B4-BE49-F238E27FC236}">
                <a16:creationId xmlns:a16="http://schemas.microsoft.com/office/drawing/2014/main" id="{435A54B8-8660-8132-3FA1-51D1517A6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2987675"/>
            <a:ext cx="8308975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E14EABB-BB27-6F3C-640C-0AC6A0B30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B58CB531-324C-C548-AD6C-A8EEC0D729C7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870402" name="Line 2">
            <a:extLst>
              <a:ext uri="{FF2B5EF4-FFF2-40B4-BE49-F238E27FC236}">
                <a16:creationId xmlns:a16="http://schemas.microsoft.com/office/drawing/2014/main" id="{048AA4B1-4E54-4D73-5D38-890DB007F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3" name="Line 3">
            <a:extLst>
              <a:ext uri="{FF2B5EF4-FFF2-40B4-BE49-F238E27FC236}">
                <a16:creationId xmlns:a16="http://schemas.microsoft.com/office/drawing/2014/main" id="{3B09C588-C21A-8416-A873-43EB74AAA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4" name="Text Box 4">
            <a:extLst>
              <a:ext uri="{FF2B5EF4-FFF2-40B4-BE49-F238E27FC236}">
                <a16:creationId xmlns:a16="http://schemas.microsoft.com/office/drawing/2014/main" id="{2DAB8928-5F9F-0192-1747-383E11639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30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7.12  </a:t>
            </a:r>
            <a:r>
              <a:rPr lang="en-US" altLang="th-TH" sz="2000" i="1">
                <a:latin typeface="Times New Roman" panose="02020603050405020304" pitchFamily="18" charset="0"/>
              </a:rPr>
              <a:t>Propagation modes</a:t>
            </a:r>
          </a:p>
        </p:txBody>
      </p:sp>
      <p:sp>
        <p:nvSpPr>
          <p:cNvPr id="870405" name="Line 5">
            <a:extLst>
              <a:ext uri="{FF2B5EF4-FFF2-40B4-BE49-F238E27FC236}">
                <a16:creationId xmlns:a16="http://schemas.microsoft.com/office/drawing/2014/main" id="{22CEEF66-03A0-FEE1-88BC-2A793172C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0406" name="Picture 6">
            <a:extLst>
              <a:ext uri="{FF2B5EF4-FFF2-40B4-BE49-F238E27FC236}">
                <a16:creationId xmlns:a16="http://schemas.microsoft.com/office/drawing/2014/main" id="{3DD8D25F-3267-AFAC-9AF3-B88877ECD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133600"/>
            <a:ext cx="76327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DD4DC48-27B9-DDBB-1A12-1C4C01131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3462C9F9-25DE-1444-A134-5DE8CDEB8FEE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871426" name="Line 2">
            <a:extLst>
              <a:ext uri="{FF2B5EF4-FFF2-40B4-BE49-F238E27FC236}">
                <a16:creationId xmlns:a16="http://schemas.microsoft.com/office/drawing/2014/main" id="{3641353B-7B69-A00D-6E3F-515ED2DB7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7" name="Line 3">
            <a:extLst>
              <a:ext uri="{FF2B5EF4-FFF2-40B4-BE49-F238E27FC236}">
                <a16:creationId xmlns:a16="http://schemas.microsoft.com/office/drawing/2014/main" id="{2C0416DC-BF4D-3BE9-B54B-842AE9802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8" name="Text Box 4">
            <a:extLst>
              <a:ext uri="{FF2B5EF4-FFF2-40B4-BE49-F238E27FC236}">
                <a16:creationId xmlns:a16="http://schemas.microsoft.com/office/drawing/2014/main" id="{5859D7ED-ADAE-5286-8B09-074E3322F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2498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7.13  </a:t>
            </a:r>
            <a:r>
              <a:rPr lang="en-US" altLang="th-TH" sz="2000" i="1">
                <a:latin typeface="Times New Roman" panose="02020603050405020304" pitchFamily="18" charset="0"/>
              </a:rPr>
              <a:t>Modes</a:t>
            </a:r>
          </a:p>
        </p:txBody>
      </p:sp>
      <p:sp>
        <p:nvSpPr>
          <p:cNvPr id="871429" name="Line 5">
            <a:extLst>
              <a:ext uri="{FF2B5EF4-FFF2-40B4-BE49-F238E27FC236}">
                <a16:creationId xmlns:a16="http://schemas.microsoft.com/office/drawing/2014/main" id="{E0AEB73A-F047-6A20-F5DC-8B174BEB3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1430" name="Picture 6">
            <a:extLst>
              <a:ext uri="{FF2B5EF4-FFF2-40B4-BE49-F238E27FC236}">
                <a16:creationId xmlns:a16="http://schemas.microsoft.com/office/drawing/2014/main" id="{9995A733-4DE6-B966-D23A-026374CBC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1035050"/>
            <a:ext cx="6370637" cy="528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8C23B77-08E0-4B54-36CD-4CB2081FCF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F38CC3DB-6525-A047-9702-91BB28E9E5CB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886786" name="Text Box 2">
            <a:extLst>
              <a:ext uri="{FF2B5EF4-FFF2-40B4-BE49-F238E27FC236}">
                <a16:creationId xmlns:a16="http://schemas.microsoft.com/office/drawing/2014/main" id="{7FD01BE3-C02B-80A4-358B-E05758144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1676400"/>
            <a:ext cx="2700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7.3  </a:t>
            </a:r>
            <a:r>
              <a:rPr lang="en-US" altLang="th-TH" sz="2000" i="1">
                <a:latin typeface="Times New Roman" panose="02020603050405020304" pitchFamily="18" charset="0"/>
              </a:rPr>
              <a:t>Fiber types</a:t>
            </a:r>
          </a:p>
        </p:txBody>
      </p:sp>
      <p:pic>
        <p:nvPicPr>
          <p:cNvPr id="886788" name="Picture 4">
            <a:extLst>
              <a:ext uri="{FF2B5EF4-FFF2-40B4-BE49-F238E27FC236}">
                <a16:creationId xmlns:a16="http://schemas.microsoft.com/office/drawing/2014/main" id="{7ADA4161-ED2D-1568-4267-B2235E37D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2286000"/>
            <a:ext cx="8940800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ECC3998-1279-3A19-4390-073F95987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515083CC-15F2-F749-BE63-23000781754F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872450" name="Line 2">
            <a:extLst>
              <a:ext uri="{FF2B5EF4-FFF2-40B4-BE49-F238E27FC236}">
                <a16:creationId xmlns:a16="http://schemas.microsoft.com/office/drawing/2014/main" id="{25D9709F-6AFC-AF78-139E-107B42C17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1" name="Line 3">
            <a:extLst>
              <a:ext uri="{FF2B5EF4-FFF2-40B4-BE49-F238E27FC236}">
                <a16:creationId xmlns:a16="http://schemas.microsoft.com/office/drawing/2014/main" id="{33A23C3B-BAD9-BA92-39EE-60849A7CA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2" name="Text Box 4">
            <a:extLst>
              <a:ext uri="{FF2B5EF4-FFF2-40B4-BE49-F238E27FC236}">
                <a16:creationId xmlns:a16="http://schemas.microsoft.com/office/drawing/2014/main" id="{44642B23-2BB9-35C5-BA88-37E681339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5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7.14  </a:t>
            </a:r>
            <a:r>
              <a:rPr lang="en-US" altLang="th-TH" sz="2000" i="1">
                <a:latin typeface="Times New Roman" panose="02020603050405020304" pitchFamily="18" charset="0"/>
              </a:rPr>
              <a:t>Fiber construction</a:t>
            </a:r>
          </a:p>
        </p:txBody>
      </p:sp>
      <p:sp>
        <p:nvSpPr>
          <p:cNvPr id="872453" name="Line 5">
            <a:extLst>
              <a:ext uri="{FF2B5EF4-FFF2-40B4-BE49-F238E27FC236}">
                <a16:creationId xmlns:a16="http://schemas.microsoft.com/office/drawing/2014/main" id="{5DAECFC2-1C6B-F37F-086F-CB2674215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2454" name="Picture 6">
            <a:extLst>
              <a:ext uri="{FF2B5EF4-FFF2-40B4-BE49-F238E27FC236}">
                <a16:creationId xmlns:a16="http://schemas.microsoft.com/office/drawing/2014/main" id="{369C00F6-A4C9-9A30-E39A-2AD4200E5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1843088"/>
            <a:ext cx="6499225" cy="394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3A49BF1-85A0-4113-39EE-BDA6A1569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F335D4E3-D652-6D46-9006-0C4342224AA4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873474" name="Line 2">
            <a:extLst>
              <a:ext uri="{FF2B5EF4-FFF2-40B4-BE49-F238E27FC236}">
                <a16:creationId xmlns:a16="http://schemas.microsoft.com/office/drawing/2014/main" id="{106D8050-7A77-0721-F4FE-DF7ED99AF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5" name="Line 3">
            <a:extLst>
              <a:ext uri="{FF2B5EF4-FFF2-40B4-BE49-F238E27FC236}">
                <a16:creationId xmlns:a16="http://schemas.microsoft.com/office/drawing/2014/main" id="{15B62CCE-2CA3-0040-AE9C-B5586FAA9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099B849E-5943-5231-24FC-D74D3EBE0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94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7.15  </a:t>
            </a:r>
            <a:r>
              <a:rPr lang="en-US" altLang="th-TH" sz="2000" i="1">
                <a:latin typeface="Times New Roman" panose="02020603050405020304" pitchFamily="18" charset="0"/>
              </a:rPr>
              <a:t>Fiber-optic cable connectors</a:t>
            </a:r>
          </a:p>
        </p:txBody>
      </p:sp>
      <p:sp>
        <p:nvSpPr>
          <p:cNvPr id="873477" name="Line 5">
            <a:extLst>
              <a:ext uri="{FF2B5EF4-FFF2-40B4-BE49-F238E27FC236}">
                <a16:creationId xmlns:a16="http://schemas.microsoft.com/office/drawing/2014/main" id="{E3B8B21E-0350-EC16-9A55-EA386C41B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3478" name="Picture 6">
            <a:extLst>
              <a:ext uri="{FF2B5EF4-FFF2-40B4-BE49-F238E27FC236}">
                <a16:creationId xmlns:a16="http://schemas.microsoft.com/office/drawing/2014/main" id="{145545A9-DDAE-0FF1-34C7-4A992576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0713"/>
            <a:ext cx="8593138" cy="390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EC80A6A-0BCB-A485-F56C-C383306D6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49E80513-6FE3-6349-A0E4-CD52177E1D88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874498" name="Line 2">
            <a:extLst>
              <a:ext uri="{FF2B5EF4-FFF2-40B4-BE49-F238E27FC236}">
                <a16:creationId xmlns:a16="http://schemas.microsoft.com/office/drawing/2014/main" id="{A99E374E-4FBD-69E5-9998-76EE159B0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499" name="Line 3">
            <a:extLst>
              <a:ext uri="{FF2B5EF4-FFF2-40B4-BE49-F238E27FC236}">
                <a16:creationId xmlns:a16="http://schemas.microsoft.com/office/drawing/2014/main" id="{313FDCE6-C0A0-3337-F9F4-349AD598E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500" name="Text Box 4">
            <a:extLst>
              <a:ext uri="{FF2B5EF4-FFF2-40B4-BE49-F238E27FC236}">
                <a16:creationId xmlns:a16="http://schemas.microsoft.com/office/drawing/2014/main" id="{6339BAB6-EDF5-11AE-D912-B8E712448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525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7.16  </a:t>
            </a:r>
            <a:r>
              <a:rPr lang="en-US" altLang="th-TH" sz="2000" i="1">
                <a:latin typeface="Times New Roman" panose="02020603050405020304" pitchFamily="18" charset="0"/>
              </a:rPr>
              <a:t>Optical fiber performance</a:t>
            </a:r>
          </a:p>
        </p:txBody>
      </p:sp>
      <p:sp>
        <p:nvSpPr>
          <p:cNvPr id="874501" name="Line 5">
            <a:extLst>
              <a:ext uri="{FF2B5EF4-FFF2-40B4-BE49-F238E27FC236}">
                <a16:creationId xmlns:a16="http://schemas.microsoft.com/office/drawing/2014/main" id="{5B8C565D-B0E0-AF9B-DD98-DE1733B5A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4502" name="Picture 6">
            <a:extLst>
              <a:ext uri="{FF2B5EF4-FFF2-40B4-BE49-F238E27FC236}">
                <a16:creationId xmlns:a16="http://schemas.microsoft.com/office/drawing/2014/main" id="{CDAF7359-A26D-81D1-94ED-88B3878B0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676400"/>
            <a:ext cx="557530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D146BC5-4529-9F46-5ED5-57820DBB5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61D75615-A92E-504E-822C-3DF45C8530B1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4F9B26FB-4C1B-3FDC-E2AA-F4F1993D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55B5CB9B-F305-C1C3-A523-C395832DC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7108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7-2   UNGUIDED MEDIA: WIRELESS</a:t>
            </a:r>
          </a:p>
        </p:txBody>
      </p:sp>
      <p:sp>
        <p:nvSpPr>
          <p:cNvPr id="858116" name="Text Box 4">
            <a:extLst>
              <a:ext uri="{FF2B5EF4-FFF2-40B4-BE49-F238E27FC236}">
                <a16:creationId xmlns:a16="http://schemas.microsoft.com/office/drawing/2014/main" id="{81642CED-6320-4689-C3B6-D6C9B71C5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E53E4F5F-AFD6-3638-B237-75B26F9FB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85888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Unguided media transport electromagnetic waves without using a physical conductor. This type of communication is often referred to as wireless communication.</a:t>
            </a:r>
          </a:p>
        </p:txBody>
      </p:sp>
      <p:sp>
        <p:nvSpPr>
          <p:cNvPr id="858121" name="Rectangle 9">
            <a:extLst>
              <a:ext uri="{FF2B5EF4-FFF2-40B4-BE49-F238E27FC236}">
                <a16:creationId xmlns:a16="http://schemas.microsoft.com/office/drawing/2014/main" id="{F661D598-CE3E-7654-80FA-39824BF17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Radio Waves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Microwaves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Infrared</a:t>
            </a:r>
            <a:endParaRPr lang="en-US" altLang="th-TH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8122" name="Text Box 10">
            <a:extLst>
              <a:ext uri="{FF2B5EF4-FFF2-40B4-BE49-F238E27FC236}">
                <a16:creationId xmlns:a16="http://schemas.microsoft.com/office/drawing/2014/main" id="{F4A26A69-10A8-B951-9114-453F04376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5ED2388-2D0B-053A-DF92-8BBA07FCA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B0A4D5D8-CC18-E24F-8B83-485B5D4A4629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875522" name="Line 2">
            <a:extLst>
              <a:ext uri="{FF2B5EF4-FFF2-40B4-BE49-F238E27FC236}">
                <a16:creationId xmlns:a16="http://schemas.microsoft.com/office/drawing/2014/main" id="{E271710C-C96C-907A-A944-623F18B85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3" name="Line 3">
            <a:extLst>
              <a:ext uri="{FF2B5EF4-FFF2-40B4-BE49-F238E27FC236}">
                <a16:creationId xmlns:a16="http://schemas.microsoft.com/office/drawing/2014/main" id="{12E67973-3253-A5F8-4571-30B36A678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4" name="Text Box 4">
            <a:extLst>
              <a:ext uri="{FF2B5EF4-FFF2-40B4-BE49-F238E27FC236}">
                <a16:creationId xmlns:a16="http://schemas.microsoft.com/office/drawing/2014/main" id="{CED28C55-37BE-9750-4D2D-F7FC0314D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7510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7.17  </a:t>
            </a:r>
            <a:r>
              <a:rPr lang="en-US" altLang="th-TH" sz="2000" i="1">
                <a:latin typeface="Times New Roman" panose="02020603050405020304" pitchFamily="18" charset="0"/>
              </a:rPr>
              <a:t>Electromagnetic spectrum for wireless communication</a:t>
            </a:r>
          </a:p>
        </p:txBody>
      </p:sp>
      <p:sp>
        <p:nvSpPr>
          <p:cNvPr id="875525" name="Line 5">
            <a:extLst>
              <a:ext uri="{FF2B5EF4-FFF2-40B4-BE49-F238E27FC236}">
                <a16:creationId xmlns:a16="http://schemas.microsoft.com/office/drawing/2014/main" id="{BB1A3E14-C525-1C3B-765A-BB110B8A4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5526" name="Picture 6">
            <a:extLst>
              <a:ext uri="{FF2B5EF4-FFF2-40B4-BE49-F238E27FC236}">
                <a16:creationId xmlns:a16="http://schemas.microsoft.com/office/drawing/2014/main" id="{864D52A7-D4B1-6D5C-EC5F-C439D01A4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590800"/>
            <a:ext cx="84010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38D66F0-DF67-2FAD-C03F-DAD44ED13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1E0ADAF4-FA28-5147-8D4E-56C4D6F0CE30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876546" name="Line 2">
            <a:extLst>
              <a:ext uri="{FF2B5EF4-FFF2-40B4-BE49-F238E27FC236}">
                <a16:creationId xmlns:a16="http://schemas.microsoft.com/office/drawing/2014/main" id="{35AD1BC4-BC10-1C0C-2F77-6BEB45672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7" name="Line 3">
            <a:extLst>
              <a:ext uri="{FF2B5EF4-FFF2-40B4-BE49-F238E27FC236}">
                <a16:creationId xmlns:a16="http://schemas.microsoft.com/office/drawing/2014/main" id="{2CF39677-2F50-5A22-76B0-E7C22F767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8" name="Text Box 4">
            <a:extLst>
              <a:ext uri="{FF2B5EF4-FFF2-40B4-BE49-F238E27FC236}">
                <a16:creationId xmlns:a16="http://schemas.microsoft.com/office/drawing/2014/main" id="{838DCFF3-E8DB-2B3C-0305-1918700E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41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7.18  </a:t>
            </a:r>
            <a:r>
              <a:rPr lang="en-US" altLang="th-TH" sz="2000" i="1">
                <a:latin typeface="Times New Roman" panose="02020603050405020304" pitchFamily="18" charset="0"/>
              </a:rPr>
              <a:t>Propagation methods</a:t>
            </a:r>
          </a:p>
        </p:txBody>
      </p:sp>
      <p:sp>
        <p:nvSpPr>
          <p:cNvPr id="876549" name="Line 5">
            <a:extLst>
              <a:ext uri="{FF2B5EF4-FFF2-40B4-BE49-F238E27FC236}">
                <a16:creationId xmlns:a16="http://schemas.microsoft.com/office/drawing/2014/main" id="{F101ED5A-0707-2AA1-2660-B05386560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6550" name="Picture 6">
            <a:extLst>
              <a:ext uri="{FF2B5EF4-FFF2-40B4-BE49-F238E27FC236}">
                <a16:creationId xmlns:a16="http://schemas.microsoft.com/office/drawing/2014/main" id="{748D93A4-AFB8-83D5-63FF-8F1E0A4B7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1917700"/>
            <a:ext cx="8501062" cy="356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B633489-3BE8-B21E-5246-617680326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16F923DA-DFA1-DB43-8E46-8F01C2152E59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887810" name="Text Box 2">
            <a:extLst>
              <a:ext uri="{FF2B5EF4-FFF2-40B4-BE49-F238E27FC236}">
                <a16:creationId xmlns:a16="http://schemas.microsoft.com/office/drawing/2014/main" id="{C27F4935-FA89-2E91-232C-B7B7A32CB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668338"/>
            <a:ext cx="220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7.4  </a:t>
            </a:r>
            <a:r>
              <a:rPr lang="en-US" altLang="th-TH" sz="2000" i="1">
                <a:latin typeface="Times New Roman" panose="02020603050405020304" pitchFamily="18" charset="0"/>
              </a:rPr>
              <a:t>Bands</a:t>
            </a:r>
          </a:p>
        </p:txBody>
      </p:sp>
      <p:pic>
        <p:nvPicPr>
          <p:cNvPr id="887812" name="Picture 4">
            <a:extLst>
              <a:ext uri="{FF2B5EF4-FFF2-40B4-BE49-F238E27FC236}">
                <a16:creationId xmlns:a16="http://schemas.microsoft.com/office/drawing/2014/main" id="{8836873C-4843-9325-5475-B18149F7E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01738"/>
            <a:ext cx="7797800" cy="474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5BDE0CB-CC69-7082-96D0-8E42EB99E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73D50062-B275-F54B-B4B5-AA9B65B13B75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877570" name="Line 2">
            <a:extLst>
              <a:ext uri="{FF2B5EF4-FFF2-40B4-BE49-F238E27FC236}">
                <a16:creationId xmlns:a16="http://schemas.microsoft.com/office/drawing/2014/main" id="{1247E0C9-2C9A-8F6B-7F41-343C3ED8B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1" name="Line 3">
            <a:extLst>
              <a:ext uri="{FF2B5EF4-FFF2-40B4-BE49-F238E27FC236}">
                <a16:creationId xmlns:a16="http://schemas.microsoft.com/office/drawing/2014/main" id="{F3759354-D236-E63B-FEA9-D852FEF61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2" name="Text Box 4">
            <a:extLst>
              <a:ext uri="{FF2B5EF4-FFF2-40B4-BE49-F238E27FC236}">
                <a16:creationId xmlns:a16="http://schemas.microsoft.com/office/drawing/2014/main" id="{90C19F93-0538-0A3A-99EB-D4C326FAF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7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7.19  </a:t>
            </a:r>
            <a:r>
              <a:rPr lang="en-US" altLang="th-TH" sz="2000" i="1">
                <a:latin typeface="Times New Roman" panose="02020603050405020304" pitchFamily="18" charset="0"/>
              </a:rPr>
              <a:t>Wireless transmission waves</a:t>
            </a:r>
          </a:p>
        </p:txBody>
      </p:sp>
      <p:sp>
        <p:nvSpPr>
          <p:cNvPr id="877573" name="Line 5">
            <a:extLst>
              <a:ext uri="{FF2B5EF4-FFF2-40B4-BE49-F238E27FC236}">
                <a16:creationId xmlns:a16="http://schemas.microsoft.com/office/drawing/2014/main" id="{B944AE0A-E940-CC0B-31F3-8BB83154F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7574" name="Picture 6">
            <a:extLst>
              <a:ext uri="{FF2B5EF4-FFF2-40B4-BE49-F238E27FC236}">
                <a16:creationId xmlns:a16="http://schemas.microsoft.com/office/drawing/2014/main" id="{A8ADC640-ACE7-7D1E-7098-30D8EAD61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43113"/>
            <a:ext cx="8239125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5DD65A0-DCED-036C-596B-F92FE1FB4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8929C306-1499-DB40-9A75-22AB0F8E3CBD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878594" name="Line 2">
            <a:extLst>
              <a:ext uri="{FF2B5EF4-FFF2-40B4-BE49-F238E27FC236}">
                <a16:creationId xmlns:a16="http://schemas.microsoft.com/office/drawing/2014/main" id="{5A0F1B61-FD73-3750-8CAD-5C9BFD67C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5" name="Line 3">
            <a:extLst>
              <a:ext uri="{FF2B5EF4-FFF2-40B4-BE49-F238E27FC236}">
                <a16:creationId xmlns:a16="http://schemas.microsoft.com/office/drawing/2014/main" id="{64E64DC9-A721-B159-44AD-4D891538C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6" name="Text Box 4">
            <a:extLst>
              <a:ext uri="{FF2B5EF4-FFF2-40B4-BE49-F238E27FC236}">
                <a16:creationId xmlns:a16="http://schemas.microsoft.com/office/drawing/2014/main" id="{B3D79E8B-2DCD-56BA-76A4-60CDEEBBD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4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7.20  </a:t>
            </a:r>
            <a:r>
              <a:rPr lang="en-US" altLang="th-TH" sz="2000" i="1">
                <a:latin typeface="Times New Roman" panose="02020603050405020304" pitchFamily="18" charset="0"/>
              </a:rPr>
              <a:t>Omnidirectional antenna</a:t>
            </a:r>
          </a:p>
        </p:txBody>
      </p:sp>
      <p:sp>
        <p:nvSpPr>
          <p:cNvPr id="878597" name="Line 5">
            <a:extLst>
              <a:ext uri="{FF2B5EF4-FFF2-40B4-BE49-F238E27FC236}">
                <a16:creationId xmlns:a16="http://schemas.microsoft.com/office/drawing/2014/main" id="{C3FBE8B0-7A29-5E6A-BCCD-8E2BABD21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8598" name="Picture 6">
            <a:extLst>
              <a:ext uri="{FF2B5EF4-FFF2-40B4-BE49-F238E27FC236}">
                <a16:creationId xmlns:a16="http://schemas.microsoft.com/office/drawing/2014/main" id="{CFB64A64-ED88-3BA0-0CE3-D0F5F8335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2039938"/>
            <a:ext cx="3263900" cy="367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FD8917F-8F29-76DC-C70A-9F295249B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E6AD363C-05E7-FE4B-B3BA-A297DE18E4AB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881666" name="Rectangle 2">
            <a:extLst>
              <a:ext uri="{FF2B5EF4-FFF2-40B4-BE49-F238E27FC236}">
                <a16:creationId xmlns:a16="http://schemas.microsoft.com/office/drawing/2014/main" id="{8BD54A3D-1E4F-2675-6F0F-38A5708A9A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7" name="Rectangle 3">
            <a:extLst>
              <a:ext uri="{FF2B5EF4-FFF2-40B4-BE49-F238E27FC236}">
                <a16:creationId xmlns:a16="http://schemas.microsoft.com/office/drawing/2014/main" id="{2E439A10-5E16-6D47-7707-76A28A5F9A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8" name="Rectangle 4">
            <a:extLst>
              <a:ext uri="{FF2B5EF4-FFF2-40B4-BE49-F238E27FC236}">
                <a16:creationId xmlns:a16="http://schemas.microsoft.com/office/drawing/2014/main" id="{4294FE5C-8F81-A66D-A62A-57EA952ED8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69" name="Rectangle 5">
            <a:extLst>
              <a:ext uri="{FF2B5EF4-FFF2-40B4-BE49-F238E27FC236}">
                <a16:creationId xmlns:a16="http://schemas.microsoft.com/office/drawing/2014/main" id="{B75BB4C1-D960-A9E4-0A4B-26373904C9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0" name="Rectangle 6">
            <a:extLst>
              <a:ext uri="{FF2B5EF4-FFF2-40B4-BE49-F238E27FC236}">
                <a16:creationId xmlns:a16="http://schemas.microsoft.com/office/drawing/2014/main" id="{AB22B746-6EA2-96D5-EBB5-D5E226968F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1" name="Rectangle 7">
            <a:extLst>
              <a:ext uri="{FF2B5EF4-FFF2-40B4-BE49-F238E27FC236}">
                <a16:creationId xmlns:a16="http://schemas.microsoft.com/office/drawing/2014/main" id="{BC4E9DBB-6EED-8363-FC7A-5B241625DB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2" name="Rectangle 8">
            <a:extLst>
              <a:ext uri="{FF2B5EF4-FFF2-40B4-BE49-F238E27FC236}">
                <a16:creationId xmlns:a16="http://schemas.microsoft.com/office/drawing/2014/main" id="{B8C5D038-B331-89ED-276A-1806039DAF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1673" name="Line 9">
            <a:extLst>
              <a:ext uri="{FF2B5EF4-FFF2-40B4-BE49-F238E27FC236}">
                <a16:creationId xmlns:a16="http://schemas.microsoft.com/office/drawing/2014/main" id="{F98F6342-39CD-57CE-91CD-B773D65DD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74" name="Line 10">
            <a:extLst>
              <a:ext uri="{FF2B5EF4-FFF2-40B4-BE49-F238E27FC236}">
                <a16:creationId xmlns:a16="http://schemas.microsoft.com/office/drawing/2014/main" id="{F5957B3B-3624-1FBD-A81F-1D218D4D9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75" name="Rectangle 11">
            <a:extLst>
              <a:ext uri="{FF2B5EF4-FFF2-40B4-BE49-F238E27FC236}">
                <a16:creationId xmlns:a16="http://schemas.microsoft.com/office/drawing/2014/main" id="{27A102DF-81C4-0E66-FA62-E0816DDF7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717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Radio waves are used for multicast communications, such as radio and television, and paging systems.</a:t>
            </a:r>
          </a:p>
        </p:txBody>
      </p:sp>
      <p:grpSp>
        <p:nvGrpSpPr>
          <p:cNvPr id="881676" name="Group 12">
            <a:extLst>
              <a:ext uri="{FF2B5EF4-FFF2-40B4-BE49-F238E27FC236}">
                <a16:creationId xmlns:a16="http://schemas.microsoft.com/office/drawing/2014/main" id="{B8AA33C0-794D-70FB-EA6A-0F98965B5F8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81677" name="Picture 13">
              <a:extLst>
                <a:ext uri="{FF2B5EF4-FFF2-40B4-BE49-F238E27FC236}">
                  <a16:creationId xmlns:a16="http://schemas.microsoft.com/office/drawing/2014/main" id="{9F097274-08A8-CFA4-6EAB-28339254BD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1678" name="Text Box 14">
              <a:extLst>
                <a:ext uri="{FF2B5EF4-FFF2-40B4-BE49-F238E27FC236}">
                  <a16:creationId xmlns:a16="http://schemas.microsoft.com/office/drawing/2014/main" id="{221B72F2-3EC9-E859-583D-5259082C4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C9D877A-9DD8-EC33-1FAE-6A7510471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4ACBCAE7-6604-1A4C-B1BE-6BF9FDA3BE7F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879618" name="Line 2">
            <a:extLst>
              <a:ext uri="{FF2B5EF4-FFF2-40B4-BE49-F238E27FC236}">
                <a16:creationId xmlns:a16="http://schemas.microsoft.com/office/drawing/2014/main" id="{16236546-EB9B-8AC9-084B-16FFB775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19" name="Line 3">
            <a:extLst>
              <a:ext uri="{FF2B5EF4-FFF2-40B4-BE49-F238E27FC236}">
                <a16:creationId xmlns:a16="http://schemas.microsoft.com/office/drawing/2014/main" id="{872EF847-10C0-788D-973A-C4448C8E5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20" name="Text Box 4">
            <a:extLst>
              <a:ext uri="{FF2B5EF4-FFF2-40B4-BE49-F238E27FC236}">
                <a16:creationId xmlns:a16="http://schemas.microsoft.com/office/drawing/2014/main" id="{881CDBB5-6E48-66F1-5B95-71BD087BE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5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7.21  </a:t>
            </a:r>
            <a:r>
              <a:rPr lang="en-US" altLang="th-TH" sz="2000" i="1">
                <a:latin typeface="Times New Roman" panose="02020603050405020304" pitchFamily="18" charset="0"/>
              </a:rPr>
              <a:t>Unidirectional antennas</a:t>
            </a:r>
          </a:p>
        </p:txBody>
      </p:sp>
      <p:sp>
        <p:nvSpPr>
          <p:cNvPr id="879621" name="Line 5">
            <a:extLst>
              <a:ext uri="{FF2B5EF4-FFF2-40B4-BE49-F238E27FC236}">
                <a16:creationId xmlns:a16="http://schemas.microsoft.com/office/drawing/2014/main" id="{16511E9C-D9ED-6C37-263A-A1AAA099C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9622" name="Picture 6">
            <a:extLst>
              <a:ext uri="{FF2B5EF4-FFF2-40B4-BE49-F238E27FC236}">
                <a16:creationId xmlns:a16="http://schemas.microsoft.com/office/drawing/2014/main" id="{424F922A-1045-56C1-9C21-8A24865D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2051050"/>
            <a:ext cx="7394575" cy="351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AE571D3-42BA-652D-0744-869330F77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7A0D7037-8E8E-3D4F-A1C7-76C270E84583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882690" name="Rectangle 2">
            <a:extLst>
              <a:ext uri="{FF2B5EF4-FFF2-40B4-BE49-F238E27FC236}">
                <a16:creationId xmlns:a16="http://schemas.microsoft.com/office/drawing/2014/main" id="{635C4951-4594-6138-2091-2E2A1A361B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1" name="Rectangle 3">
            <a:extLst>
              <a:ext uri="{FF2B5EF4-FFF2-40B4-BE49-F238E27FC236}">
                <a16:creationId xmlns:a16="http://schemas.microsoft.com/office/drawing/2014/main" id="{EA9A4A1B-0800-9FAC-A350-0C5C6A9B82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2" name="Rectangle 4">
            <a:extLst>
              <a:ext uri="{FF2B5EF4-FFF2-40B4-BE49-F238E27FC236}">
                <a16:creationId xmlns:a16="http://schemas.microsoft.com/office/drawing/2014/main" id="{32548C9A-0F40-A7B2-3D71-F5D517F6CA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3" name="Rectangle 5">
            <a:extLst>
              <a:ext uri="{FF2B5EF4-FFF2-40B4-BE49-F238E27FC236}">
                <a16:creationId xmlns:a16="http://schemas.microsoft.com/office/drawing/2014/main" id="{687007DE-58B0-8391-9DD7-9ACD1A84F7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4" name="Rectangle 6">
            <a:extLst>
              <a:ext uri="{FF2B5EF4-FFF2-40B4-BE49-F238E27FC236}">
                <a16:creationId xmlns:a16="http://schemas.microsoft.com/office/drawing/2014/main" id="{8DB3AD4A-9772-F973-6461-F27EE1CE68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5" name="Rectangle 7">
            <a:extLst>
              <a:ext uri="{FF2B5EF4-FFF2-40B4-BE49-F238E27FC236}">
                <a16:creationId xmlns:a16="http://schemas.microsoft.com/office/drawing/2014/main" id="{8497BD80-A4F9-87FA-B846-3EB376A99F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6" name="Rectangle 8">
            <a:extLst>
              <a:ext uri="{FF2B5EF4-FFF2-40B4-BE49-F238E27FC236}">
                <a16:creationId xmlns:a16="http://schemas.microsoft.com/office/drawing/2014/main" id="{129D9840-6D34-0047-373A-C7A53B7C69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2697" name="Line 9">
            <a:extLst>
              <a:ext uri="{FF2B5EF4-FFF2-40B4-BE49-F238E27FC236}">
                <a16:creationId xmlns:a16="http://schemas.microsoft.com/office/drawing/2014/main" id="{E7966A67-A217-EE89-79B1-8A732E5DD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955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8" name="Line 10">
            <a:extLst>
              <a:ext uri="{FF2B5EF4-FFF2-40B4-BE49-F238E27FC236}">
                <a16:creationId xmlns:a16="http://schemas.microsoft.com/office/drawing/2014/main" id="{BA33A068-C25B-7D20-49A7-CBF0A4BD5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51387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9" name="Rectangle 11">
            <a:extLst>
              <a:ext uri="{FF2B5EF4-FFF2-40B4-BE49-F238E27FC236}">
                <a16:creationId xmlns:a16="http://schemas.microsoft.com/office/drawing/2014/main" id="{C01EA5B2-2C30-3351-1AD4-46AEB8178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487613"/>
            <a:ext cx="8077200" cy="252888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br>
              <a:rPr lang="en-US" altLang="th-TH"/>
            </a:br>
            <a:r>
              <a:rPr lang="en-US" altLang="th-TH"/>
              <a:t>Microwaves are used for unicast communication such as cellular telephones, satellite networks,</a:t>
            </a:r>
            <a:br>
              <a:rPr lang="en-US" altLang="th-TH"/>
            </a:br>
            <a:r>
              <a:rPr lang="en-US" altLang="th-TH"/>
              <a:t>and wireless LANs.</a:t>
            </a:r>
          </a:p>
        </p:txBody>
      </p:sp>
      <p:grpSp>
        <p:nvGrpSpPr>
          <p:cNvPr id="882700" name="Group 12">
            <a:extLst>
              <a:ext uri="{FF2B5EF4-FFF2-40B4-BE49-F238E27FC236}">
                <a16:creationId xmlns:a16="http://schemas.microsoft.com/office/drawing/2014/main" id="{66DA6CF3-ED14-AF8C-E843-17ADC654CFF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52600"/>
            <a:ext cx="1143000" cy="566738"/>
            <a:chOff x="1200" y="1248"/>
            <a:chExt cx="720" cy="357"/>
          </a:xfrm>
        </p:grpSpPr>
        <p:pic>
          <p:nvPicPr>
            <p:cNvPr id="882701" name="Picture 13">
              <a:extLst>
                <a:ext uri="{FF2B5EF4-FFF2-40B4-BE49-F238E27FC236}">
                  <a16:creationId xmlns:a16="http://schemas.microsoft.com/office/drawing/2014/main" id="{F3D8A172-0C42-C188-182C-094770967D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2702" name="Text Box 14">
              <a:extLst>
                <a:ext uri="{FF2B5EF4-FFF2-40B4-BE49-F238E27FC236}">
                  <a16:creationId xmlns:a16="http://schemas.microsoft.com/office/drawing/2014/main" id="{86E98788-1F3B-9549-D69D-5F67A9ABD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9B4BCAC-EAA4-8190-4F88-7B1B923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7.</a:t>
            </a:r>
            <a:fld id="{40B4A555-B246-6F43-9421-55C340FBB8A1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883714" name="Rectangle 2">
            <a:extLst>
              <a:ext uri="{FF2B5EF4-FFF2-40B4-BE49-F238E27FC236}">
                <a16:creationId xmlns:a16="http://schemas.microsoft.com/office/drawing/2014/main" id="{4C269A7C-FD72-EDCF-C223-8F677BCA68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5" name="Rectangle 3">
            <a:extLst>
              <a:ext uri="{FF2B5EF4-FFF2-40B4-BE49-F238E27FC236}">
                <a16:creationId xmlns:a16="http://schemas.microsoft.com/office/drawing/2014/main" id="{AC1FF6C4-899B-1E31-D564-96C2AF9CE6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6" name="Rectangle 4">
            <a:extLst>
              <a:ext uri="{FF2B5EF4-FFF2-40B4-BE49-F238E27FC236}">
                <a16:creationId xmlns:a16="http://schemas.microsoft.com/office/drawing/2014/main" id="{FDAD716E-AC0E-D6E2-C566-FF6D773C3B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7" name="Rectangle 5">
            <a:extLst>
              <a:ext uri="{FF2B5EF4-FFF2-40B4-BE49-F238E27FC236}">
                <a16:creationId xmlns:a16="http://schemas.microsoft.com/office/drawing/2014/main" id="{2B651596-A7E2-0495-EEFC-52F1A496F4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8" name="Rectangle 6">
            <a:extLst>
              <a:ext uri="{FF2B5EF4-FFF2-40B4-BE49-F238E27FC236}">
                <a16:creationId xmlns:a16="http://schemas.microsoft.com/office/drawing/2014/main" id="{32F0DBA6-0575-997A-4D1A-E28E7C7CC9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19" name="Rectangle 7">
            <a:extLst>
              <a:ext uri="{FF2B5EF4-FFF2-40B4-BE49-F238E27FC236}">
                <a16:creationId xmlns:a16="http://schemas.microsoft.com/office/drawing/2014/main" id="{0DF095AA-C8C6-337B-0419-AA417A4D95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20" name="Rectangle 8">
            <a:extLst>
              <a:ext uri="{FF2B5EF4-FFF2-40B4-BE49-F238E27FC236}">
                <a16:creationId xmlns:a16="http://schemas.microsoft.com/office/drawing/2014/main" id="{20A0E994-4560-CA30-B219-2F6038DB5B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3721" name="Line 9">
            <a:extLst>
              <a:ext uri="{FF2B5EF4-FFF2-40B4-BE49-F238E27FC236}">
                <a16:creationId xmlns:a16="http://schemas.microsoft.com/office/drawing/2014/main" id="{5827FFB3-2B06-9BAC-0083-1C42737CB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3722" name="Line 10">
            <a:extLst>
              <a:ext uri="{FF2B5EF4-FFF2-40B4-BE49-F238E27FC236}">
                <a16:creationId xmlns:a16="http://schemas.microsoft.com/office/drawing/2014/main" id="{76BA9221-BC77-929F-E163-1EA60EC38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3723" name="Rectangle 11">
            <a:extLst>
              <a:ext uri="{FF2B5EF4-FFF2-40B4-BE49-F238E27FC236}">
                <a16:creationId xmlns:a16="http://schemas.microsoft.com/office/drawing/2014/main" id="{2F2FAB74-7F7D-EB69-2090-5318538EC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br>
              <a:rPr lang="en-US" altLang="th-TH"/>
            </a:br>
            <a:r>
              <a:rPr lang="en-US" altLang="th-TH"/>
              <a:t>Infrared signals can be used for short-range communication in a closed area using line-of-sight propagation.</a:t>
            </a:r>
          </a:p>
        </p:txBody>
      </p:sp>
      <p:grpSp>
        <p:nvGrpSpPr>
          <p:cNvPr id="883724" name="Group 12">
            <a:extLst>
              <a:ext uri="{FF2B5EF4-FFF2-40B4-BE49-F238E27FC236}">
                <a16:creationId xmlns:a16="http://schemas.microsoft.com/office/drawing/2014/main" id="{291AA901-7E6E-30B7-3D9C-58261261224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883725" name="Picture 13">
              <a:extLst>
                <a:ext uri="{FF2B5EF4-FFF2-40B4-BE49-F238E27FC236}">
                  <a16:creationId xmlns:a16="http://schemas.microsoft.com/office/drawing/2014/main" id="{8227702C-4027-0B51-A7B5-88E5806112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3726" name="Text Box 14">
              <a:extLst>
                <a:ext uri="{FF2B5EF4-FFF2-40B4-BE49-F238E27FC236}">
                  <a16:creationId xmlns:a16="http://schemas.microsoft.com/office/drawing/2014/main" id="{90427A38-7DBF-F336-9FD7-30E3E21D0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2FDA6E5C9AED4F8EFF71A80BEF2000" ma:contentTypeVersion="0" ma:contentTypeDescription="Create a new document." ma:contentTypeScope="" ma:versionID="73e4c27a01eba597f42058eb809988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54E419-6F3A-4353-99C2-36DBA8D9CF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CD36584-D085-4E45-91B2-21358F80C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2574</TotalTime>
  <Words>340</Words>
  <Application>Microsoft Macintosh PowerPoint</Application>
  <PresentationFormat>นำเสนอทางหน้าจอ (4:3)</PresentationFormat>
  <Paragraphs>107</Paragraphs>
  <Slides>31</Slides>
  <Notes>31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31</vt:i4>
      </vt:variant>
    </vt:vector>
  </HeadingPairs>
  <TitlesOfParts>
    <vt:vector size="38" baseType="lpstr">
      <vt:lpstr>Times New Roman</vt:lpstr>
      <vt:lpstr>Tahoma</vt:lpstr>
      <vt:lpstr>Wingdings</vt:lpstr>
      <vt:lpstr>Arial</vt:lpstr>
      <vt:lpstr>McGrawHill-Italic</vt:lpstr>
      <vt:lpstr>Times</vt:lpstr>
      <vt:lpstr>Blends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THEERAPAT POORAYA</cp:lastModifiedBy>
  <cp:revision>163</cp:revision>
  <dcterms:created xsi:type="dcterms:W3CDTF">2000-01-15T04:50:39Z</dcterms:created>
  <dcterms:modified xsi:type="dcterms:W3CDTF">2026-10-19T02:41:59Z</dcterms:modified>
</cp:coreProperties>
</file>