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 autoCompressPictures="0">
  <p:sldMasterIdLst>
    <p:sldMasterId id="2147483649" r:id="rId3"/>
  </p:sldMasterIdLst>
  <p:notesMasterIdLst>
    <p:notesMasterId r:id="rId22"/>
  </p:notesMasterIdLst>
  <p:handoutMasterIdLst>
    <p:handoutMasterId r:id="rId23"/>
  </p:handoutMasterIdLst>
  <p:sldIdLst>
    <p:sldId id="763" r:id="rId4"/>
    <p:sldId id="535" r:id="rId5"/>
    <p:sldId id="749" r:id="rId6"/>
    <p:sldId id="750" r:id="rId7"/>
    <p:sldId id="746" r:id="rId8"/>
    <p:sldId id="751" r:id="rId9"/>
    <p:sldId id="752" r:id="rId10"/>
    <p:sldId id="753" r:id="rId11"/>
    <p:sldId id="754" r:id="rId12"/>
    <p:sldId id="755" r:id="rId13"/>
    <p:sldId id="756" r:id="rId14"/>
    <p:sldId id="757" r:id="rId15"/>
    <p:sldId id="758" r:id="rId16"/>
    <p:sldId id="759" r:id="rId17"/>
    <p:sldId id="760" r:id="rId18"/>
    <p:sldId id="747" r:id="rId19"/>
    <p:sldId id="761" r:id="rId20"/>
    <p:sldId id="762" r:id="rId2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83" autoAdjust="0"/>
    <p:restoredTop sz="94670" autoAdjust="0"/>
  </p:normalViewPr>
  <p:slideViewPr>
    <p:cSldViewPr>
      <p:cViewPr varScale="1">
        <p:scale>
          <a:sx n="117" d="100"/>
          <a:sy n="117" d="100"/>
        </p:scale>
        <p:origin x="147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98" name="Rectangle 2">
            <a:extLst>
              <a:ext uri="{FF2B5EF4-FFF2-40B4-BE49-F238E27FC236}">
                <a16:creationId xmlns:a16="http://schemas.microsoft.com/office/drawing/2014/main" id="{F264263F-61DA-746B-961A-CEE29BA2571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endParaRPr lang="en-US" altLang="th-TH"/>
          </a:p>
        </p:txBody>
      </p:sp>
      <p:sp>
        <p:nvSpPr>
          <p:cNvPr id="900099" name="Rectangle 3">
            <a:extLst>
              <a:ext uri="{FF2B5EF4-FFF2-40B4-BE49-F238E27FC236}">
                <a16:creationId xmlns:a16="http://schemas.microsoft.com/office/drawing/2014/main" id="{43DDBCDA-2854-4FB3-6F5F-2ACA3FB89E3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endParaRPr lang="en-US" altLang="th-TH"/>
          </a:p>
        </p:txBody>
      </p:sp>
      <p:sp>
        <p:nvSpPr>
          <p:cNvPr id="900100" name="Rectangle 4">
            <a:extLst>
              <a:ext uri="{FF2B5EF4-FFF2-40B4-BE49-F238E27FC236}">
                <a16:creationId xmlns:a16="http://schemas.microsoft.com/office/drawing/2014/main" id="{6145A268-84B0-0A25-EEF7-8F0845CFF63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r>
              <a:rPr lang="en-US" altLang="th-TH"/>
              <a:t>1.#</a:t>
            </a:r>
          </a:p>
        </p:txBody>
      </p:sp>
      <p:sp>
        <p:nvSpPr>
          <p:cNvPr id="900101" name="Rectangle 5">
            <a:extLst>
              <a:ext uri="{FF2B5EF4-FFF2-40B4-BE49-F238E27FC236}">
                <a16:creationId xmlns:a16="http://schemas.microsoft.com/office/drawing/2014/main" id="{14F2C8D1-F88B-8E28-918A-24ECD48BAC3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fld id="{6323C309-372C-DC4D-9D93-EF76B836D956}" type="slidenum">
              <a:rPr lang="en-US" altLang="th-TH"/>
              <a:pPr/>
              <a:t>‹#›</a:t>
            </a:fld>
            <a:endParaRPr lang="en-US" alt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594" name="Rectangle 2">
            <a:extLst>
              <a:ext uri="{FF2B5EF4-FFF2-40B4-BE49-F238E27FC236}">
                <a16:creationId xmlns:a16="http://schemas.microsoft.com/office/drawing/2014/main" id="{19939658-8004-CF7C-6681-F34CB51B429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endParaRPr lang="en-US" altLang="th-TH"/>
          </a:p>
        </p:txBody>
      </p:sp>
      <p:sp>
        <p:nvSpPr>
          <p:cNvPr id="878595" name="Rectangle 3">
            <a:extLst>
              <a:ext uri="{FF2B5EF4-FFF2-40B4-BE49-F238E27FC236}">
                <a16:creationId xmlns:a16="http://schemas.microsoft.com/office/drawing/2014/main" id="{F5E6F85D-A016-B881-6285-26ED527E4B0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endParaRPr lang="en-US" altLang="th-TH"/>
          </a:p>
        </p:txBody>
      </p:sp>
      <p:sp>
        <p:nvSpPr>
          <p:cNvPr id="878596" name="Rectangle 4">
            <a:extLst>
              <a:ext uri="{FF2B5EF4-FFF2-40B4-BE49-F238E27FC236}">
                <a16:creationId xmlns:a16="http://schemas.microsoft.com/office/drawing/2014/main" id="{D1197E8F-456D-C282-0DBB-D0EABDC9B77A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78597" name="Rectangle 5">
            <a:extLst>
              <a:ext uri="{FF2B5EF4-FFF2-40B4-BE49-F238E27FC236}">
                <a16:creationId xmlns:a16="http://schemas.microsoft.com/office/drawing/2014/main" id="{27D25068-AB2F-491F-E02B-E3A3D8BC026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h-TH"/>
              <a:t>Click to edit Master text styles</a:t>
            </a:r>
          </a:p>
          <a:p>
            <a:pPr lvl="1"/>
            <a:r>
              <a:rPr lang="en-US" altLang="th-TH"/>
              <a:t>Second level</a:t>
            </a:r>
          </a:p>
          <a:p>
            <a:pPr lvl="2"/>
            <a:r>
              <a:rPr lang="en-US" altLang="th-TH"/>
              <a:t>Third level</a:t>
            </a:r>
          </a:p>
          <a:p>
            <a:pPr lvl="3"/>
            <a:r>
              <a:rPr lang="en-US" altLang="th-TH"/>
              <a:t>Fourth level</a:t>
            </a:r>
          </a:p>
          <a:p>
            <a:pPr lvl="4"/>
            <a:r>
              <a:rPr lang="en-US" altLang="th-TH"/>
              <a:t>Fifth level</a:t>
            </a:r>
          </a:p>
        </p:txBody>
      </p:sp>
      <p:sp>
        <p:nvSpPr>
          <p:cNvPr id="878598" name="Rectangle 6">
            <a:extLst>
              <a:ext uri="{FF2B5EF4-FFF2-40B4-BE49-F238E27FC236}">
                <a16:creationId xmlns:a16="http://schemas.microsoft.com/office/drawing/2014/main" id="{7587C52E-A204-1FF6-C8CB-60E32F23794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r>
              <a:rPr lang="en-US" altLang="th-TH"/>
              <a:t>1.#</a:t>
            </a:r>
          </a:p>
        </p:txBody>
      </p:sp>
      <p:sp>
        <p:nvSpPr>
          <p:cNvPr id="878599" name="Rectangle 7">
            <a:extLst>
              <a:ext uri="{FF2B5EF4-FFF2-40B4-BE49-F238E27FC236}">
                <a16:creationId xmlns:a16="http://schemas.microsoft.com/office/drawing/2014/main" id="{5894DA68-75A2-45C9-E364-FF07B89092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fld id="{DFF4F81D-7666-4744-A910-C2D17F88C12B}" type="slidenum">
              <a:rPr lang="en-US" altLang="th-TH"/>
              <a:pPr/>
              <a:t>‹#›</a:t>
            </a:fld>
            <a:endParaRPr lang="en-US" alt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183FF042-E651-0FA9-20CD-E6C157D31D5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th-TH"/>
              <a:t>1.#</a:t>
            </a:r>
          </a:p>
        </p:txBody>
      </p:sp>
      <p:sp>
        <p:nvSpPr>
          <p:cNvPr id="899074" name="Rectangle 2">
            <a:extLst>
              <a:ext uri="{FF2B5EF4-FFF2-40B4-BE49-F238E27FC236}">
                <a16:creationId xmlns:a16="http://schemas.microsoft.com/office/drawing/2014/main" id="{9AC9AE4E-FA83-5137-F7C9-5A7871C88FF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9075" name="Rectangle 3">
            <a:extLst>
              <a:ext uri="{FF2B5EF4-FFF2-40B4-BE49-F238E27FC236}">
                <a16:creationId xmlns:a16="http://schemas.microsoft.com/office/drawing/2014/main" id="{E08FC3B7-1275-FE21-12D6-A40CD19C11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EE62BF88-8F83-A907-0D2E-6A575D9D70B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th-TH"/>
              <a:t>1.#</a:t>
            </a:r>
          </a:p>
        </p:txBody>
      </p:sp>
      <p:sp>
        <p:nvSpPr>
          <p:cNvPr id="880642" name="Rectangle 2">
            <a:extLst>
              <a:ext uri="{FF2B5EF4-FFF2-40B4-BE49-F238E27FC236}">
                <a16:creationId xmlns:a16="http://schemas.microsoft.com/office/drawing/2014/main" id="{0012638D-F88E-5530-9C42-967F9F95519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43" name="Rectangle 3">
            <a:extLst>
              <a:ext uri="{FF2B5EF4-FFF2-40B4-BE49-F238E27FC236}">
                <a16:creationId xmlns:a16="http://schemas.microsoft.com/office/drawing/2014/main" id="{EE90B54D-69F1-D479-05A6-F597A809C5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0A8981CA-EB6F-6AC2-2249-86C381FF9CB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th-TH"/>
              <a:t>1.#</a:t>
            </a:r>
          </a:p>
        </p:txBody>
      </p:sp>
      <p:sp>
        <p:nvSpPr>
          <p:cNvPr id="881666" name="Rectangle 2">
            <a:extLst>
              <a:ext uri="{FF2B5EF4-FFF2-40B4-BE49-F238E27FC236}">
                <a16:creationId xmlns:a16="http://schemas.microsoft.com/office/drawing/2014/main" id="{EC525CED-FF85-6C05-88B3-22FDCB48C51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1667" name="Rectangle 3">
            <a:extLst>
              <a:ext uri="{FF2B5EF4-FFF2-40B4-BE49-F238E27FC236}">
                <a16:creationId xmlns:a16="http://schemas.microsoft.com/office/drawing/2014/main" id="{31ECC39C-D6B8-8D03-1703-9A7E1F95B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16EC70E-69B8-F210-2D9C-BD75FE04119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th-TH"/>
              <a:t>1.#</a:t>
            </a:r>
          </a:p>
        </p:txBody>
      </p:sp>
      <p:sp>
        <p:nvSpPr>
          <p:cNvPr id="882690" name="Rectangle 2">
            <a:extLst>
              <a:ext uri="{FF2B5EF4-FFF2-40B4-BE49-F238E27FC236}">
                <a16:creationId xmlns:a16="http://schemas.microsoft.com/office/drawing/2014/main" id="{316D4A09-9C1A-97B8-C305-F1818644E09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2691" name="Rectangle 3">
            <a:extLst>
              <a:ext uri="{FF2B5EF4-FFF2-40B4-BE49-F238E27FC236}">
                <a16:creationId xmlns:a16="http://schemas.microsoft.com/office/drawing/2014/main" id="{9E5EE687-CC85-EAD7-021A-0ADC6FBFE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547CFB9-0387-D060-2BE3-837E6DE6A19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th-TH"/>
              <a:t>1.#</a:t>
            </a:r>
          </a:p>
        </p:txBody>
      </p:sp>
      <p:sp>
        <p:nvSpPr>
          <p:cNvPr id="883714" name="Rectangle 2">
            <a:extLst>
              <a:ext uri="{FF2B5EF4-FFF2-40B4-BE49-F238E27FC236}">
                <a16:creationId xmlns:a16="http://schemas.microsoft.com/office/drawing/2014/main" id="{E5A559BD-B33D-082B-7624-E50EE2CFC4C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3715" name="Rectangle 3">
            <a:extLst>
              <a:ext uri="{FF2B5EF4-FFF2-40B4-BE49-F238E27FC236}">
                <a16:creationId xmlns:a16="http://schemas.microsoft.com/office/drawing/2014/main" id="{2910E219-863B-5ABA-37ED-CF47FA1C31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559FBB95-F3B6-DC78-91F9-15328ABE0CB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th-TH"/>
              <a:t>1.#</a:t>
            </a:r>
          </a:p>
        </p:txBody>
      </p:sp>
      <p:sp>
        <p:nvSpPr>
          <p:cNvPr id="884738" name="Rectangle 2">
            <a:extLst>
              <a:ext uri="{FF2B5EF4-FFF2-40B4-BE49-F238E27FC236}">
                <a16:creationId xmlns:a16="http://schemas.microsoft.com/office/drawing/2014/main" id="{96415D9D-B352-5283-F618-3813751D37C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4739" name="Rectangle 3">
            <a:extLst>
              <a:ext uri="{FF2B5EF4-FFF2-40B4-BE49-F238E27FC236}">
                <a16:creationId xmlns:a16="http://schemas.microsoft.com/office/drawing/2014/main" id="{0CF333E5-E6A5-EF8C-3BB4-83B668065C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0B3AFFDE-221A-0105-899C-DFCEC5A26DF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th-TH"/>
              <a:t>1.#</a:t>
            </a:r>
          </a:p>
        </p:txBody>
      </p:sp>
      <p:sp>
        <p:nvSpPr>
          <p:cNvPr id="885762" name="Rectangle 2">
            <a:extLst>
              <a:ext uri="{FF2B5EF4-FFF2-40B4-BE49-F238E27FC236}">
                <a16:creationId xmlns:a16="http://schemas.microsoft.com/office/drawing/2014/main" id="{DF5E8E99-A3D0-8C8B-FB90-4C7C6A643AE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5763" name="Rectangle 3">
            <a:extLst>
              <a:ext uri="{FF2B5EF4-FFF2-40B4-BE49-F238E27FC236}">
                <a16:creationId xmlns:a16="http://schemas.microsoft.com/office/drawing/2014/main" id="{805CC4BF-E355-7166-8460-B70B9FD12A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B5548870-074C-5ACD-5B2D-F5A4299001E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th-TH"/>
              <a:t>1.#</a:t>
            </a:r>
          </a:p>
        </p:txBody>
      </p:sp>
      <p:sp>
        <p:nvSpPr>
          <p:cNvPr id="886786" name="Rectangle 2">
            <a:extLst>
              <a:ext uri="{FF2B5EF4-FFF2-40B4-BE49-F238E27FC236}">
                <a16:creationId xmlns:a16="http://schemas.microsoft.com/office/drawing/2014/main" id="{4DE96672-068A-B396-2EAB-3C9842BD8E1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6787" name="Rectangle 3">
            <a:extLst>
              <a:ext uri="{FF2B5EF4-FFF2-40B4-BE49-F238E27FC236}">
                <a16:creationId xmlns:a16="http://schemas.microsoft.com/office/drawing/2014/main" id="{69405EE3-4D2F-B66E-443D-A720D1A0D6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A4B603F6-113B-4901-271C-AD8FD3568DC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th-TH"/>
              <a:t>1.#</a:t>
            </a:r>
          </a:p>
        </p:txBody>
      </p:sp>
      <p:sp>
        <p:nvSpPr>
          <p:cNvPr id="887810" name="Rectangle 2">
            <a:extLst>
              <a:ext uri="{FF2B5EF4-FFF2-40B4-BE49-F238E27FC236}">
                <a16:creationId xmlns:a16="http://schemas.microsoft.com/office/drawing/2014/main" id="{FA7812FA-9DC2-94E7-8004-FB60EAEF1A8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7811" name="Rectangle 3">
            <a:extLst>
              <a:ext uri="{FF2B5EF4-FFF2-40B4-BE49-F238E27FC236}">
                <a16:creationId xmlns:a16="http://schemas.microsoft.com/office/drawing/2014/main" id="{BF9973B2-9BF7-02BB-A356-963467D002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A18AFE4-D7C8-97AE-8153-BB229A09D73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th-TH"/>
              <a:t>1.#</a:t>
            </a:r>
          </a:p>
        </p:txBody>
      </p:sp>
      <p:sp>
        <p:nvSpPr>
          <p:cNvPr id="888834" name="Rectangle 2">
            <a:extLst>
              <a:ext uri="{FF2B5EF4-FFF2-40B4-BE49-F238E27FC236}">
                <a16:creationId xmlns:a16="http://schemas.microsoft.com/office/drawing/2014/main" id="{2740C791-36F1-E8FD-0359-7C8E3659718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8835" name="Rectangle 3">
            <a:extLst>
              <a:ext uri="{FF2B5EF4-FFF2-40B4-BE49-F238E27FC236}">
                <a16:creationId xmlns:a16="http://schemas.microsoft.com/office/drawing/2014/main" id="{E1BA7A88-CBFE-1C68-6FA6-94A0938E05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0F1E49E4-60BF-6A67-6CCD-3387665DA4F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th-TH"/>
              <a:t>1.#</a:t>
            </a:r>
          </a:p>
        </p:txBody>
      </p:sp>
      <p:sp>
        <p:nvSpPr>
          <p:cNvPr id="889858" name="Rectangle 2">
            <a:extLst>
              <a:ext uri="{FF2B5EF4-FFF2-40B4-BE49-F238E27FC236}">
                <a16:creationId xmlns:a16="http://schemas.microsoft.com/office/drawing/2014/main" id="{AADFBCB9-5EDF-708A-63D0-1AD3A68C619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9859" name="Rectangle 3">
            <a:extLst>
              <a:ext uri="{FF2B5EF4-FFF2-40B4-BE49-F238E27FC236}">
                <a16:creationId xmlns:a16="http://schemas.microsoft.com/office/drawing/2014/main" id="{11CF4D89-884B-F6A1-AA85-2A1586DDE5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514769C-6D6F-1A46-B9AF-DDF3124575E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th-TH"/>
              <a:t>1.#</a:t>
            </a:r>
          </a:p>
        </p:txBody>
      </p:sp>
      <p:sp>
        <p:nvSpPr>
          <p:cNvPr id="890882" name="Rectangle 2">
            <a:extLst>
              <a:ext uri="{FF2B5EF4-FFF2-40B4-BE49-F238E27FC236}">
                <a16:creationId xmlns:a16="http://schemas.microsoft.com/office/drawing/2014/main" id="{8F1FEB21-7412-7140-3C89-E9C75321F7B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883" name="Rectangle 3">
            <a:extLst>
              <a:ext uri="{FF2B5EF4-FFF2-40B4-BE49-F238E27FC236}">
                <a16:creationId xmlns:a16="http://schemas.microsoft.com/office/drawing/2014/main" id="{8064E49A-A5D9-315F-062F-CE4A785567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757BEBBA-246C-EC0A-38C3-6620AB33BD6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th-TH"/>
              <a:t>1.#</a:t>
            </a:r>
          </a:p>
        </p:txBody>
      </p:sp>
      <p:sp>
        <p:nvSpPr>
          <p:cNvPr id="891906" name="Rectangle 2">
            <a:extLst>
              <a:ext uri="{FF2B5EF4-FFF2-40B4-BE49-F238E27FC236}">
                <a16:creationId xmlns:a16="http://schemas.microsoft.com/office/drawing/2014/main" id="{8300D57B-9A5F-3319-AE98-A68FF4E4B11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1907" name="Rectangle 3">
            <a:extLst>
              <a:ext uri="{FF2B5EF4-FFF2-40B4-BE49-F238E27FC236}">
                <a16:creationId xmlns:a16="http://schemas.microsoft.com/office/drawing/2014/main" id="{A0D3CFF5-7864-94D6-E77E-CCBE7600DD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0809000-43B6-C5E6-53B1-0679FFB10CF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th-TH"/>
              <a:t>1.#</a:t>
            </a:r>
          </a:p>
        </p:txBody>
      </p:sp>
      <p:sp>
        <p:nvSpPr>
          <p:cNvPr id="892930" name="Rectangle 2">
            <a:extLst>
              <a:ext uri="{FF2B5EF4-FFF2-40B4-BE49-F238E27FC236}">
                <a16:creationId xmlns:a16="http://schemas.microsoft.com/office/drawing/2014/main" id="{A3DF99FF-C972-E86E-41E6-216B5C5CC10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2931" name="Rectangle 3">
            <a:extLst>
              <a:ext uri="{FF2B5EF4-FFF2-40B4-BE49-F238E27FC236}">
                <a16:creationId xmlns:a16="http://schemas.microsoft.com/office/drawing/2014/main" id="{A3FE01F3-8ADE-9FBA-F077-4A75A019FB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AB3E1784-F232-F93D-D7C0-AC46755FEEA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th-TH"/>
              <a:t>1.#</a:t>
            </a:r>
          </a:p>
        </p:txBody>
      </p:sp>
      <p:sp>
        <p:nvSpPr>
          <p:cNvPr id="893954" name="Rectangle 2">
            <a:extLst>
              <a:ext uri="{FF2B5EF4-FFF2-40B4-BE49-F238E27FC236}">
                <a16:creationId xmlns:a16="http://schemas.microsoft.com/office/drawing/2014/main" id="{B5D9D13E-3F86-B7D6-A575-2EFB97BA0FD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3955" name="Rectangle 3">
            <a:extLst>
              <a:ext uri="{FF2B5EF4-FFF2-40B4-BE49-F238E27FC236}">
                <a16:creationId xmlns:a16="http://schemas.microsoft.com/office/drawing/2014/main" id="{CE55B82C-BC2C-1982-C185-CAA3F6B33D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73BCA04-181C-7DAD-8757-6C6A30D99F1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th-TH"/>
              <a:t>1.#</a:t>
            </a:r>
          </a:p>
        </p:txBody>
      </p:sp>
      <p:sp>
        <p:nvSpPr>
          <p:cNvPr id="894978" name="Rectangle 2">
            <a:extLst>
              <a:ext uri="{FF2B5EF4-FFF2-40B4-BE49-F238E27FC236}">
                <a16:creationId xmlns:a16="http://schemas.microsoft.com/office/drawing/2014/main" id="{AB88FF18-EDA3-8AD1-5AA5-786B5A27DD8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4979" name="Rectangle 3">
            <a:extLst>
              <a:ext uri="{FF2B5EF4-FFF2-40B4-BE49-F238E27FC236}">
                <a16:creationId xmlns:a16="http://schemas.microsoft.com/office/drawing/2014/main" id="{C3350023-F8FB-25D3-E2D3-37D906C670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60D1DDD9-6563-73AD-F7A4-F29282D3B36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th-TH"/>
              <a:t>1.#</a:t>
            </a:r>
          </a:p>
        </p:txBody>
      </p:sp>
      <p:sp>
        <p:nvSpPr>
          <p:cNvPr id="896002" name="Rectangle 2">
            <a:extLst>
              <a:ext uri="{FF2B5EF4-FFF2-40B4-BE49-F238E27FC236}">
                <a16:creationId xmlns:a16="http://schemas.microsoft.com/office/drawing/2014/main" id="{D14854AC-1B1B-21F1-D8C2-F7A2BF11976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6003" name="Rectangle 3">
            <a:extLst>
              <a:ext uri="{FF2B5EF4-FFF2-40B4-BE49-F238E27FC236}">
                <a16:creationId xmlns:a16="http://schemas.microsoft.com/office/drawing/2014/main" id="{A1D44D5F-5A00-3F42-C512-57DE41B945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2243520-36BB-595E-7A89-E00D3D78496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th-TH"/>
              <a:t>1.#</a:t>
            </a:r>
          </a:p>
        </p:txBody>
      </p:sp>
      <p:sp>
        <p:nvSpPr>
          <p:cNvPr id="897026" name="Rectangle 2">
            <a:extLst>
              <a:ext uri="{FF2B5EF4-FFF2-40B4-BE49-F238E27FC236}">
                <a16:creationId xmlns:a16="http://schemas.microsoft.com/office/drawing/2014/main" id="{86876021-C812-81F1-4170-CAF3BFBCAB2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7027" name="Rectangle 3">
            <a:extLst>
              <a:ext uri="{FF2B5EF4-FFF2-40B4-BE49-F238E27FC236}">
                <a16:creationId xmlns:a16="http://schemas.microsoft.com/office/drawing/2014/main" id="{2E208F4D-E7DF-ED18-EF58-9296EEFCD9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946" name="Group 2">
            <a:extLst>
              <a:ext uri="{FF2B5EF4-FFF2-40B4-BE49-F238E27FC236}">
                <a16:creationId xmlns:a16="http://schemas.microsoft.com/office/drawing/2014/main" id="{48BEEBCC-F4C8-B414-DC7F-405DF04CAA99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10947" name="Group 3">
              <a:extLst>
                <a:ext uri="{FF2B5EF4-FFF2-40B4-BE49-F238E27FC236}">
                  <a16:creationId xmlns:a16="http://schemas.microsoft.com/office/drawing/2014/main" id="{1D8990C3-60AD-07FA-0BCF-03AD64D20C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10948" name="Rectangle 4">
                <a:extLst>
                  <a:ext uri="{FF2B5EF4-FFF2-40B4-BE49-F238E27FC236}">
                    <a16:creationId xmlns:a16="http://schemas.microsoft.com/office/drawing/2014/main" id="{3695F47A-A5C9-02AB-DD15-01D2789E0C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210949" name="Rectangle 5">
                <a:extLst>
                  <a:ext uri="{FF2B5EF4-FFF2-40B4-BE49-F238E27FC236}">
                    <a16:creationId xmlns:a16="http://schemas.microsoft.com/office/drawing/2014/main" id="{786694F9-46F9-68CB-EB47-EB67E6130C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</p:grpSp>
        <p:grpSp>
          <p:nvGrpSpPr>
            <p:cNvPr id="210950" name="Group 6">
              <a:extLst>
                <a:ext uri="{FF2B5EF4-FFF2-40B4-BE49-F238E27FC236}">
                  <a16:creationId xmlns:a16="http://schemas.microsoft.com/office/drawing/2014/main" id="{7C65DB58-4BC0-9EFA-F7BB-48EBCBB636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210951" name="Rectangle 7">
                <a:extLst>
                  <a:ext uri="{FF2B5EF4-FFF2-40B4-BE49-F238E27FC236}">
                    <a16:creationId xmlns:a16="http://schemas.microsoft.com/office/drawing/2014/main" id="{BF47E216-1EC9-092D-8A5F-1CF824172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210952" name="Rectangle 8">
                <a:extLst>
                  <a:ext uri="{FF2B5EF4-FFF2-40B4-BE49-F238E27FC236}">
                    <a16:creationId xmlns:a16="http://schemas.microsoft.com/office/drawing/2014/main" id="{6F2EAC8B-9EBB-B9F6-2186-086F37AD3C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</p:grpSp>
        <p:sp>
          <p:nvSpPr>
            <p:cNvPr id="210953" name="Rectangle 9">
              <a:extLst>
                <a:ext uri="{FF2B5EF4-FFF2-40B4-BE49-F238E27FC236}">
                  <a16:creationId xmlns:a16="http://schemas.microsoft.com/office/drawing/2014/main" id="{49D49A7B-2260-FAEF-D241-86F97B5345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210954" name="Rectangle 10">
              <a:extLst>
                <a:ext uri="{FF2B5EF4-FFF2-40B4-BE49-F238E27FC236}">
                  <a16:creationId xmlns:a16="http://schemas.microsoft.com/office/drawing/2014/main" id="{856FEDA7-4379-8DA5-1FF7-295103F9E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210955" name="Rectangle 11">
              <a:extLst>
                <a:ext uri="{FF2B5EF4-FFF2-40B4-BE49-F238E27FC236}">
                  <a16:creationId xmlns:a16="http://schemas.microsoft.com/office/drawing/2014/main" id="{1971CEB3-8B81-A8E7-18CC-DA9FCF3C0A5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</p:grpSp>
      <p:sp>
        <p:nvSpPr>
          <p:cNvPr id="210956" name="Rectangle 12">
            <a:extLst>
              <a:ext uri="{FF2B5EF4-FFF2-40B4-BE49-F238E27FC236}">
                <a16:creationId xmlns:a16="http://schemas.microsoft.com/office/drawing/2014/main" id="{1CAF9F42-D3D9-69E3-F221-FB45307D1C7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altLang="th-TH" noProof="0"/>
              <a:t>Click to edit Master title style</a:t>
            </a:r>
          </a:p>
        </p:txBody>
      </p:sp>
      <p:sp>
        <p:nvSpPr>
          <p:cNvPr id="210957" name="Rectangle 13">
            <a:extLst>
              <a:ext uri="{FF2B5EF4-FFF2-40B4-BE49-F238E27FC236}">
                <a16:creationId xmlns:a16="http://schemas.microsoft.com/office/drawing/2014/main" id="{C8375081-0601-E123-0237-CF700AD7798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th-TH" noProof="0"/>
              <a:t>Click to edit Master subtitle style</a:t>
            </a:r>
          </a:p>
        </p:txBody>
      </p:sp>
      <p:sp>
        <p:nvSpPr>
          <p:cNvPr id="210958" name="Rectangle 14">
            <a:extLst>
              <a:ext uri="{FF2B5EF4-FFF2-40B4-BE49-F238E27FC236}">
                <a16:creationId xmlns:a16="http://schemas.microsoft.com/office/drawing/2014/main" id="{C857E234-1DB7-A6FF-ADC7-F33D1302F63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bg2"/>
                </a:solidFill>
                <a:latin typeface="+mn-lt"/>
              </a:defRPr>
            </a:lvl1pPr>
          </a:lstStyle>
          <a:p>
            <a:endParaRPr lang="en-US" altLang="th-TH"/>
          </a:p>
        </p:txBody>
      </p:sp>
      <p:sp>
        <p:nvSpPr>
          <p:cNvPr id="210959" name="Rectangle 15">
            <a:extLst>
              <a:ext uri="{FF2B5EF4-FFF2-40B4-BE49-F238E27FC236}">
                <a16:creationId xmlns:a16="http://schemas.microsoft.com/office/drawing/2014/main" id="{64570350-BD26-1E68-BCBB-830E2597E9D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bg2"/>
                </a:solidFill>
                <a:latin typeface="+mn-lt"/>
              </a:defRPr>
            </a:lvl1pPr>
          </a:lstStyle>
          <a:p>
            <a:endParaRPr lang="en-US" altLang="th-TH"/>
          </a:p>
        </p:txBody>
      </p:sp>
      <p:sp>
        <p:nvSpPr>
          <p:cNvPr id="210960" name="Rectangle 16">
            <a:extLst>
              <a:ext uri="{FF2B5EF4-FFF2-40B4-BE49-F238E27FC236}">
                <a16:creationId xmlns:a16="http://schemas.microsoft.com/office/drawing/2014/main" id="{1D4F709B-40F7-6AAB-DD00-301BE03D238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algn="r">
              <a:defRPr sz="1400" b="0">
                <a:solidFill>
                  <a:schemeClr val="bg2"/>
                </a:solidFill>
                <a:latin typeface="+mn-lt"/>
              </a:defRPr>
            </a:lvl1pPr>
          </a:lstStyle>
          <a:p>
            <a:fld id="{7EB90C5F-A635-B841-B544-1CF8A672189C}" type="slidenum">
              <a:rPr lang="en-US" altLang="th-TH"/>
              <a:pPr/>
              <a:t>‹#›</a:t>
            </a:fld>
            <a:endParaRPr lang="en-US" altLang="th-TH"/>
          </a:p>
        </p:txBody>
      </p:sp>
      <p:sp>
        <p:nvSpPr>
          <p:cNvPr id="210961" name="Text Box 17">
            <a:extLst>
              <a:ext uri="{FF2B5EF4-FFF2-40B4-BE49-F238E27FC236}">
                <a16:creationId xmlns:a16="http://schemas.microsoft.com/office/drawing/2014/main" id="{B0CB9574-6C97-F10D-57EC-BC36E47A01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400" b="0">
                <a:latin typeface="McGrawHill-Italic" pitchFamily="2" charset="0"/>
              </a:rPr>
              <a:t>McGraw-Hill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10962" name="Text Box 18">
            <a:extLst>
              <a:ext uri="{FF2B5EF4-FFF2-40B4-BE49-F238E27FC236}">
                <a16:creationId xmlns:a16="http://schemas.microsoft.com/office/drawing/2014/main" id="{39E1BC61-8302-22B2-3565-D3C9BAA8D1F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buFontTx/>
              <a:buChar char="©"/>
            </a:pPr>
            <a:r>
              <a:rPr lang="en-US" altLang="en-US" sz="1400" b="0">
                <a:latin typeface="McGrawHill-Italic" pitchFamily="2" charset="0"/>
              </a:rPr>
              <a:t>The McGraw-Hill Companies, Inc., 2000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F17FB21-9A7F-F42E-89D0-FFD6E414C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00B89E1A-CF93-FAA1-4633-4364DECF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9980AD52-45AA-67D3-7760-FA5A964EC8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1.</a:t>
            </a:r>
            <a:fld id="{6E4E17E7-AC6C-EF4F-85EE-5FC9936B0E7A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1226029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F055A49-3FF0-F101-2A87-273D62C7B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B9268F2F-5628-47A0-A8D0-7DB843347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CC5142BA-8DEA-E449-C32E-68A1C6FD8E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1.</a:t>
            </a:r>
            <a:fld id="{41E53EB5-A699-C247-81B8-7C6D886B9635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4244645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D0773CBB-98DF-87B0-5370-C50956C2A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2C9AF2D-EE03-3231-6D9F-AB0CB6A22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D99E1C58-F7FC-DB34-A70B-6532501BA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23605F6F-0771-3503-E23C-9A7EBF95E0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1.</a:t>
            </a:r>
            <a:fld id="{99FDCC8E-861F-AC4B-9C60-E557790EC1D2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2016261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F59684C-1A65-2622-5892-363557084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88847642-4B62-4A35-3575-541234B07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0CF67832-13A0-502A-8A2E-79CE120B7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65B67D6D-1073-173E-AF45-3A8BEC9DBF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120C2245-EBA3-6399-6843-F608C8E0A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C601ED06-F689-AFB2-31AF-595F609A75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1.</a:t>
            </a:r>
            <a:fld id="{5B6C01BE-F6B5-8E47-8BC8-9F5666778541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3854103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0AB36A8-7D28-E701-AB3A-F3A108B5C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หมายเลขสไลด์ 2">
            <a:extLst>
              <a:ext uri="{FF2B5EF4-FFF2-40B4-BE49-F238E27FC236}">
                <a16:creationId xmlns:a16="http://schemas.microsoft.com/office/drawing/2014/main" id="{21E6C413-5A02-0EEF-6AD3-E8A41ACE3E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1.</a:t>
            </a:r>
            <a:fld id="{8A4A3F0C-4A82-814C-BF48-78E0555E50F9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1240188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583ECBA8-C65D-88EE-8349-1473E2ECCA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1.</a:t>
            </a:r>
            <a:fld id="{03E985D4-EF63-5F40-A802-EC456368F917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1816862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5CC6504-BCA8-D4AC-D1F5-0ED70C581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9398A97B-96A7-2C3F-B2C8-8180264CB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ECF282A8-D877-30EB-4379-BB8F131CC3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1DB9DA8C-A9D2-C315-6CBF-F3CCC57AB0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1.</a:t>
            </a:r>
            <a:fld id="{AA984276-131D-5B4D-B11B-BE31183D0D1D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563087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B6BADDC-49F6-101B-9205-2E974F00C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D70F9EB4-D300-EDBB-885B-A89DCAC1F03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2C16F207-3054-0AF3-C2BB-2C753DB9F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751116E7-A907-A48F-E8E4-3E0C57B1F0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1.</a:t>
            </a:r>
            <a:fld id="{08E2F18A-9C02-AF4A-B4D4-9134E9F001A4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3823407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C5E7100-7841-6D5B-445C-6C9C1DD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0E675F81-CBDA-DD70-F558-5F04E4589E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5B5B2389-CFB1-9036-9405-1EB899BEAF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1.</a:t>
            </a:r>
            <a:fld id="{90D6F78B-8EDB-1B40-AC2D-8FB63F21CDBB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2320763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A8CD15A5-8DE8-CE71-1ECA-1C02A9A095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AA46DF89-1C2A-E485-C318-7FF63C817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4BBF3199-39C2-0887-B1CB-3731C973A2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1.</a:t>
            </a:r>
            <a:fld id="{F122C71C-2CA8-F542-8B76-0F9954AE1D0A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1606872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>
            <a:extLst>
              <a:ext uri="{FF2B5EF4-FFF2-40B4-BE49-F238E27FC236}">
                <a16:creationId xmlns:a16="http://schemas.microsoft.com/office/drawing/2014/main" id="{98865F40-CEA1-F6B1-B448-616AE29BCAD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3" name="ตัวแทนหมายเลขสไลด์ 2">
            <a:extLst>
              <a:ext uri="{FF2B5EF4-FFF2-40B4-BE49-F238E27FC236}">
                <a16:creationId xmlns:a16="http://schemas.microsoft.com/office/drawing/2014/main" id="{853C674E-7BB9-C0FB-C62C-9B2D96FD14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th-TH"/>
              <a:t>1.</a:t>
            </a:r>
            <a:fld id="{FACFC499-7969-1340-B522-55575A5DE6A7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2407898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3" name="Rectangle 13">
            <a:extLst>
              <a:ext uri="{FF2B5EF4-FFF2-40B4-BE49-F238E27FC236}">
                <a16:creationId xmlns:a16="http://schemas.microsoft.com/office/drawing/2014/main" id="{16B05C19-D3C8-8BA8-EDDF-6F1B15474AC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000"/>
            </a:lvl1pPr>
          </a:lstStyle>
          <a:p>
            <a:r>
              <a:rPr lang="en-US" altLang="th-TH"/>
              <a:t>1.</a:t>
            </a:r>
            <a:fld id="{7C7EE6B0-068B-FA49-ADDD-A4569B12D97B}" type="slidenum">
              <a:rPr lang="en-US" altLang="th-TH"/>
              <a:pPr/>
              <a:t>‹#›</a:t>
            </a:fld>
            <a:endParaRPr lang="en-US" alt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2">
            <a:extLst>
              <a:ext uri="{FF2B5EF4-FFF2-40B4-BE49-F238E27FC236}">
                <a16:creationId xmlns:a16="http://schemas.microsoft.com/office/drawing/2014/main" id="{3AA26EB4-62BF-30D2-C07D-672C273D40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1.</a:t>
            </a:r>
            <a:fld id="{E7BA8D94-D856-5045-A0A0-01EFB84263B0}" type="slidenum">
              <a:rPr lang="en-US" altLang="th-TH"/>
              <a:pPr/>
              <a:t>1</a:t>
            </a:fld>
            <a:endParaRPr lang="en-US" altLang="th-TH"/>
          </a:p>
        </p:txBody>
      </p:sp>
      <p:pic>
        <p:nvPicPr>
          <p:cNvPr id="898050" name="Picture 2">
            <a:extLst>
              <a:ext uri="{FF2B5EF4-FFF2-40B4-BE49-F238E27FC236}">
                <a16:creationId xmlns:a16="http://schemas.microsoft.com/office/drawing/2014/main" id="{50AADCE2-BCE7-6F49-8CB8-E8046D9CFFF3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96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98051" name="Rectangle 3">
            <a:extLst>
              <a:ext uri="{FF2B5EF4-FFF2-40B4-BE49-F238E27FC236}">
                <a16:creationId xmlns:a16="http://schemas.microsoft.com/office/drawing/2014/main" id="{C99454C5-6DF5-0E5F-CC6F-7CF45DBFE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6858000" cy="173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4400">
                <a:solidFill>
                  <a:schemeClr val="tx2"/>
                </a:solidFill>
              </a:rPr>
              <a:t>Chapter 1</a:t>
            </a:r>
          </a:p>
          <a:p>
            <a:pPr algn="ctr"/>
            <a:endParaRPr lang="en-US" altLang="en-US" sz="2000">
              <a:solidFill>
                <a:schemeClr val="tx2"/>
              </a:solidFill>
            </a:endParaRPr>
          </a:p>
          <a:p>
            <a:pPr algn="ctr"/>
            <a:r>
              <a:rPr lang="en-US" altLang="th-TH" sz="4400"/>
              <a:t>Introduction</a:t>
            </a:r>
          </a:p>
        </p:txBody>
      </p:sp>
      <p:sp>
        <p:nvSpPr>
          <p:cNvPr id="898052" name="Text Box 4">
            <a:extLst>
              <a:ext uri="{FF2B5EF4-FFF2-40B4-BE49-F238E27FC236}">
                <a16:creationId xmlns:a16="http://schemas.microsoft.com/office/drawing/2014/main" id="{D1A1DC91-3B1E-E9AC-2112-360271803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07163"/>
            <a:ext cx="91440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th-TH" sz="1200" b="0">
                <a:latin typeface="Times New Roman" panose="02020603050405020304" pitchFamily="18" charset="0"/>
              </a:rPr>
              <a:t>Copyright © The McGraw-Hill Companies, Inc. Permission required for reproduction or display.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327EE5DE-760A-C4C4-95E0-8ACA24D741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1.</a:t>
            </a:r>
            <a:fld id="{9560B443-AB1C-DF42-8C62-682B40BE0F4F}" type="slidenum">
              <a:rPr lang="en-US" altLang="th-TH"/>
              <a:pPr/>
              <a:t>2</a:t>
            </a:fld>
            <a:endParaRPr lang="en-US" altLang="th-TH"/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B295F2F9-0D8A-30FD-B397-ED5C0A42F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th-TH" altLang="th-TH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65251" name="Text Box 3">
            <a:extLst>
              <a:ext uri="{FF2B5EF4-FFF2-40B4-BE49-F238E27FC236}">
                <a16:creationId xmlns:a16="http://schemas.microsoft.com/office/drawing/2014/main" id="{EA56D172-389D-E724-EA23-59E57E0B1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95263"/>
            <a:ext cx="62611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1-1   DATA COMMUNICATIONS</a:t>
            </a:r>
          </a:p>
        </p:txBody>
      </p:sp>
      <p:sp>
        <p:nvSpPr>
          <p:cNvPr id="565252" name="Text Box 4">
            <a:extLst>
              <a:ext uri="{FF2B5EF4-FFF2-40B4-BE49-F238E27FC236}">
                <a16:creationId xmlns:a16="http://schemas.microsoft.com/office/drawing/2014/main" id="{C1A42457-A5B9-4B3F-74AB-9C2C7AA42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th-TH" altLang="th-TH" sz="1800">
              <a:latin typeface="Times New Roman" panose="02020603050405020304" pitchFamily="18" charset="0"/>
            </a:endParaRPr>
          </a:p>
        </p:txBody>
      </p:sp>
      <p:sp>
        <p:nvSpPr>
          <p:cNvPr id="565253" name="Rectangle 5">
            <a:extLst>
              <a:ext uri="{FF2B5EF4-FFF2-40B4-BE49-F238E27FC236}">
                <a16:creationId xmlns:a16="http://schemas.microsoft.com/office/drawing/2014/main" id="{7B9B996E-FBEA-7D0E-5E56-C7CA44153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990600"/>
            <a:ext cx="8610600" cy="265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lang="en-US" altLang="th-TH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The term </a:t>
            </a:r>
            <a:r>
              <a:rPr lang="en-US" altLang="th-TH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telecommunication</a:t>
            </a:r>
            <a:r>
              <a:rPr lang="en-US" altLang="th-TH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means communication at a distance. The word </a:t>
            </a:r>
            <a:r>
              <a:rPr lang="en-US" altLang="th-TH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data</a:t>
            </a:r>
            <a:r>
              <a:rPr lang="en-US" altLang="th-TH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refers to information presented in whatever form is agreed upon by the parties creating and using the data. </a:t>
            </a:r>
            <a:r>
              <a:rPr lang="en-US" altLang="th-TH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Data communications</a:t>
            </a:r>
            <a:r>
              <a:rPr lang="en-US" altLang="th-TH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are the exchange of data between two devices via some form of transmission medium such as a wire cable. </a:t>
            </a:r>
          </a:p>
        </p:txBody>
      </p:sp>
      <p:sp>
        <p:nvSpPr>
          <p:cNvPr id="565279" name="Rectangle 31">
            <a:extLst>
              <a:ext uri="{FF2B5EF4-FFF2-40B4-BE49-F238E27FC236}">
                <a16:creationId xmlns:a16="http://schemas.microsoft.com/office/drawing/2014/main" id="{AD0D3C0F-9C83-6401-CFF7-36B9B831A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5048250"/>
            <a:ext cx="57150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Components</a:t>
            </a:r>
          </a:p>
          <a:p>
            <a:pPr>
              <a:buClr>
                <a:schemeClr val="folHlink"/>
              </a:buClr>
              <a:buSzPct val="117000"/>
              <a:buFont typeface="Wingdings" pitchFamily="2" charset="2"/>
              <a:buNone/>
            </a:pPr>
            <a: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Data Representation</a:t>
            </a:r>
            <a:b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en-US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Data Flow</a:t>
            </a:r>
          </a:p>
        </p:txBody>
      </p:sp>
      <p:sp>
        <p:nvSpPr>
          <p:cNvPr id="565280" name="Text Box 32">
            <a:extLst>
              <a:ext uri="{FF2B5EF4-FFF2-40B4-BE49-F238E27FC236}">
                <a16:creationId xmlns:a16="http://schemas.microsoft.com/office/drawing/2014/main" id="{28674B19-C89E-4C60-69A0-2340A76B2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00" y="4572000"/>
            <a:ext cx="4862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th-TH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CC1ED7ED-FA1F-C1A5-63C7-785988047F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1.</a:t>
            </a:r>
            <a:fld id="{F55B5F3B-6553-5A4C-8E73-E83E359AEFB6}" type="slidenum">
              <a:rPr lang="en-US" altLang="th-TH"/>
              <a:pPr/>
              <a:t>3</a:t>
            </a:fld>
            <a:endParaRPr lang="en-US" altLang="th-TH"/>
          </a:p>
        </p:txBody>
      </p:sp>
      <p:sp>
        <p:nvSpPr>
          <p:cNvPr id="861186" name="Line 2">
            <a:extLst>
              <a:ext uri="{FF2B5EF4-FFF2-40B4-BE49-F238E27FC236}">
                <a16:creationId xmlns:a16="http://schemas.microsoft.com/office/drawing/2014/main" id="{E627E6A3-CE1F-EEBF-14FD-7F82A299DC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1187" name="Line 3">
            <a:extLst>
              <a:ext uri="{FF2B5EF4-FFF2-40B4-BE49-F238E27FC236}">
                <a16:creationId xmlns:a16="http://schemas.microsoft.com/office/drawing/2014/main" id="{01747C93-ADBB-AEC1-873F-BCE88934504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1188" name="Text Box 4">
            <a:extLst>
              <a:ext uri="{FF2B5EF4-FFF2-40B4-BE49-F238E27FC236}">
                <a16:creationId xmlns:a16="http://schemas.microsoft.com/office/drawing/2014/main" id="{DC587D48-BAEF-F222-E2ED-AF8A1D76B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92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1.1  </a:t>
            </a:r>
            <a:r>
              <a:rPr lang="en-US" altLang="th-TH" sz="2000" i="1">
                <a:latin typeface="Times New Roman" panose="02020603050405020304" pitchFamily="18" charset="0"/>
              </a:rPr>
              <a:t>Five components of data communication</a:t>
            </a:r>
          </a:p>
        </p:txBody>
      </p:sp>
      <p:sp>
        <p:nvSpPr>
          <p:cNvPr id="861189" name="Line 5">
            <a:extLst>
              <a:ext uri="{FF2B5EF4-FFF2-40B4-BE49-F238E27FC236}">
                <a16:creationId xmlns:a16="http://schemas.microsoft.com/office/drawing/2014/main" id="{FACE059B-0FFA-13C8-FAEF-03EE15395E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1190" name="Picture 6">
            <a:extLst>
              <a:ext uri="{FF2B5EF4-FFF2-40B4-BE49-F238E27FC236}">
                <a16:creationId xmlns:a16="http://schemas.microsoft.com/office/drawing/2014/main" id="{73A8F500-E65F-D606-3494-D430E0175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38" y="2593975"/>
            <a:ext cx="7065962" cy="182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71FC77A7-9303-D7B7-F399-902CF1BEAF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1.</a:t>
            </a:r>
            <a:fld id="{B1078459-F625-C942-B2D6-745F5F419C3E}" type="slidenum">
              <a:rPr lang="en-US" altLang="th-TH"/>
              <a:pPr/>
              <a:t>4</a:t>
            </a:fld>
            <a:endParaRPr lang="en-US" altLang="th-TH"/>
          </a:p>
        </p:txBody>
      </p:sp>
      <p:sp>
        <p:nvSpPr>
          <p:cNvPr id="862210" name="Line 2">
            <a:extLst>
              <a:ext uri="{FF2B5EF4-FFF2-40B4-BE49-F238E27FC236}">
                <a16:creationId xmlns:a16="http://schemas.microsoft.com/office/drawing/2014/main" id="{14C78F1B-A368-B5E2-FE5A-6F9EDCADC8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2211" name="Line 3">
            <a:extLst>
              <a:ext uri="{FF2B5EF4-FFF2-40B4-BE49-F238E27FC236}">
                <a16:creationId xmlns:a16="http://schemas.microsoft.com/office/drawing/2014/main" id="{EB874A22-221B-AAE9-1F10-30F61B3725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2212" name="Text Box 4">
            <a:extLst>
              <a:ext uri="{FF2B5EF4-FFF2-40B4-BE49-F238E27FC236}">
                <a16:creationId xmlns:a16="http://schemas.microsoft.com/office/drawing/2014/main" id="{45210046-EEE7-40CB-CAA6-12E211A20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789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1.2  </a:t>
            </a:r>
            <a:r>
              <a:rPr lang="en-US" altLang="th-TH" sz="2000" i="1">
                <a:latin typeface="Times New Roman" panose="02020603050405020304" pitchFamily="18" charset="0"/>
              </a:rPr>
              <a:t>Data flow (simplex, half-duplex, and full-duplex)</a:t>
            </a:r>
          </a:p>
        </p:txBody>
      </p:sp>
      <p:sp>
        <p:nvSpPr>
          <p:cNvPr id="862213" name="Line 5">
            <a:extLst>
              <a:ext uri="{FF2B5EF4-FFF2-40B4-BE49-F238E27FC236}">
                <a16:creationId xmlns:a16="http://schemas.microsoft.com/office/drawing/2014/main" id="{3D20AF44-0613-885F-39F5-7E22AB4208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2214" name="Picture 6">
            <a:extLst>
              <a:ext uri="{FF2B5EF4-FFF2-40B4-BE49-F238E27FC236}">
                <a16:creationId xmlns:a16="http://schemas.microsoft.com/office/drawing/2014/main" id="{71233EBC-EB35-0FB6-FFE6-385318E81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171575"/>
            <a:ext cx="6489700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0A121BE5-2331-4865-89FD-6375D1452F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1.</a:t>
            </a:r>
            <a:fld id="{F57F2AE9-51AB-AE4F-B07B-F40B6F18B21A}" type="slidenum">
              <a:rPr lang="en-US" altLang="th-TH"/>
              <a:pPr/>
              <a:t>5</a:t>
            </a:fld>
            <a:endParaRPr lang="en-US" altLang="th-TH"/>
          </a:p>
        </p:txBody>
      </p:sp>
      <p:sp>
        <p:nvSpPr>
          <p:cNvPr id="858114" name="Rectangle 2">
            <a:extLst>
              <a:ext uri="{FF2B5EF4-FFF2-40B4-BE49-F238E27FC236}">
                <a16:creationId xmlns:a16="http://schemas.microsoft.com/office/drawing/2014/main" id="{2BDAF057-BB23-0DBB-9DC3-397F1EB71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th-TH" altLang="th-TH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58115" name="Text Box 3">
            <a:extLst>
              <a:ext uri="{FF2B5EF4-FFF2-40B4-BE49-F238E27FC236}">
                <a16:creationId xmlns:a16="http://schemas.microsoft.com/office/drawing/2014/main" id="{771377FA-EDFB-5103-C77E-AD16AFEF3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52400"/>
            <a:ext cx="3424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1-2   NETWORKS</a:t>
            </a:r>
          </a:p>
        </p:txBody>
      </p:sp>
      <p:sp>
        <p:nvSpPr>
          <p:cNvPr id="858116" name="Text Box 4">
            <a:extLst>
              <a:ext uri="{FF2B5EF4-FFF2-40B4-BE49-F238E27FC236}">
                <a16:creationId xmlns:a16="http://schemas.microsoft.com/office/drawing/2014/main" id="{CD555507-83C6-A543-FF86-8E64646AF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th-TH" altLang="th-TH" sz="1800">
              <a:latin typeface="Times New Roman" panose="02020603050405020304" pitchFamily="18" charset="0"/>
            </a:endParaRPr>
          </a:p>
        </p:txBody>
      </p:sp>
      <p:sp>
        <p:nvSpPr>
          <p:cNvPr id="858118" name="Rectangle 6">
            <a:extLst>
              <a:ext uri="{FF2B5EF4-FFF2-40B4-BE49-F238E27FC236}">
                <a16:creationId xmlns:a16="http://schemas.microsoft.com/office/drawing/2014/main" id="{6966CC74-82DF-71DF-4E37-F639A98D3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143000"/>
            <a:ext cx="86106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lang="en-US" altLang="th-TH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A </a:t>
            </a:r>
            <a:r>
              <a:rPr lang="en-US" altLang="th-TH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network</a:t>
            </a:r>
            <a:r>
              <a:rPr lang="en-US" altLang="th-TH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is a set of devices (often referred to as </a:t>
            </a:r>
            <a:r>
              <a:rPr lang="en-US" altLang="th-TH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nodes</a:t>
            </a:r>
            <a:r>
              <a:rPr lang="en-US" altLang="th-TH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) connected by communication </a:t>
            </a:r>
            <a:r>
              <a:rPr lang="en-US" altLang="th-TH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links</a:t>
            </a:r>
            <a:r>
              <a:rPr lang="en-US" altLang="th-TH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. A node can be a computer, printer, or any other device capable of sending and/or receiving data generated by other nodes on the network.</a:t>
            </a:r>
          </a:p>
        </p:txBody>
      </p:sp>
      <p:sp>
        <p:nvSpPr>
          <p:cNvPr id="858119" name="Rectangle 7">
            <a:extLst>
              <a:ext uri="{FF2B5EF4-FFF2-40B4-BE49-F238E27FC236}">
                <a16:creationId xmlns:a16="http://schemas.microsoft.com/office/drawing/2014/main" id="{6C446BAF-E617-39E0-2ADF-CA81E5028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057650"/>
            <a:ext cx="6477000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Distributed Processing</a:t>
            </a:r>
          </a:p>
          <a:p>
            <a:pPr>
              <a:buClr>
                <a:schemeClr val="folHlink"/>
              </a:buClr>
              <a:buSzPct val="117000"/>
              <a:buFont typeface="Wingdings" pitchFamily="2" charset="2"/>
              <a:buNone/>
            </a:pPr>
            <a: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Network Criteria</a:t>
            </a:r>
            <a:b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en-US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Physical Structures</a:t>
            </a:r>
            <a:br>
              <a:rPr lang="en-US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en-US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Network Models</a:t>
            </a:r>
            <a:br>
              <a:rPr lang="en-US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en-US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Categories of Networks</a:t>
            </a:r>
            <a:br>
              <a:rPr lang="en-US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en-US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Interconnection of Networks: Internetwork</a:t>
            </a:r>
          </a:p>
        </p:txBody>
      </p:sp>
      <p:sp>
        <p:nvSpPr>
          <p:cNvPr id="858120" name="Text Box 8">
            <a:extLst>
              <a:ext uri="{FF2B5EF4-FFF2-40B4-BE49-F238E27FC236}">
                <a16:creationId xmlns:a16="http://schemas.microsoft.com/office/drawing/2014/main" id="{846B0C62-A91D-D440-BB14-A7CDD52C6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00" y="3581400"/>
            <a:ext cx="4862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th-TH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E69E190E-A6BE-8BB5-B7DF-D554EBF404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1.</a:t>
            </a:r>
            <a:fld id="{01C2C0DA-BD05-D542-818B-170B573051FA}" type="slidenum">
              <a:rPr lang="en-US" altLang="th-TH"/>
              <a:pPr/>
              <a:t>6</a:t>
            </a:fld>
            <a:endParaRPr lang="en-US" altLang="th-TH"/>
          </a:p>
        </p:txBody>
      </p:sp>
      <p:sp>
        <p:nvSpPr>
          <p:cNvPr id="863234" name="Line 2">
            <a:extLst>
              <a:ext uri="{FF2B5EF4-FFF2-40B4-BE49-F238E27FC236}">
                <a16:creationId xmlns:a16="http://schemas.microsoft.com/office/drawing/2014/main" id="{54CC086B-9F93-6476-892E-07AC177ED93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228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3235" name="Line 3">
            <a:extLst>
              <a:ext uri="{FF2B5EF4-FFF2-40B4-BE49-F238E27FC236}">
                <a16:creationId xmlns:a16="http://schemas.microsoft.com/office/drawing/2014/main" id="{75A8C23F-DC9D-CFDD-F2C0-1A5CB20149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3236" name="Text Box 4">
            <a:extLst>
              <a:ext uri="{FF2B5EF4-FFF2-40B4-BE49-F238E27FC236}">
                <a16:creationId xmlns:a16="http://schemas.microsoft.com/office/drawing/2014/main" id="{331D98FF-48E7-0CE6-6750-AE7D337E6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"/>
            <a:ext cx="704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1.3  </a:t>
            </a:r>
            <a:r>
              <a:rPr lang="en-US" altLang="th-TH" sz="2000" i="1">
                <a:latin typeface="Times New Roman" panose="02020603050405020304" pitchFamily="18" charset="0"/>
              </a:rPr>
              <a:t>Types of connections: point-to-point and multipoint</a:t>
            </a:r>
          </a:p>
        </p:txBody>
      </p:sp>
      <p:sp>
        <p:nvSpPr>
          <p:cNvPr id="863237" name="Line 5">
            <a:extLst>
              <a:ext uri="{FF2B5EF4-FFF2-40B4-BE49-F238E27FC236}">
                <a16:creationId xmlns:a16="http://schemas.microsoft.com/office/drawing/2014/main" id="{9F5F5D64-67C5-C6B8-1464-3B48EF87312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3238" name="Picture 6">
            <a:extLst>
              <a:ext uri="{FF2B5EF4-FFF2-40B4-BE49-F238E27FC236}">
                <a16:creationId xmlns:a16="http://schemas.microsoft.com/office/drawing/2014/main" id="{6232F595-4B82-10E7-0BCF-F40F82C2C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763" y="1717675"/>
            <a:ext cx="6827837" cy="399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CC755B31-8CB6-0CF1-99D8-C16CC033EF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1.</a:t>
            </a:r>
            <a:fld id="{05CA2963-F26F-F64A-A291-C401AE3C710F}" type="slidenum">
              <a:rPr lang="en-US" altLang="th-TH"/>
              <a:pPr/>
              <a:t>7</a:t>
            </a:fld>
            <a:endParaRPr lang="en-US" altLang="th-TH"/>
          </a:p>
        </p:txBody>
      </p:sp>
      <p:sp>
        <p:nvSpPr>
          <p:cNvPr id="864258" name="Line 2">
            <a:extLst>
              <a:ext uri="{FF2B5EF4-FFF2-40B4-BE49-F238E27FC236}">
                <a16:creationId xmlns:a16="http://schemas.microsoft.com/office/drawing/2014/main" id="{5527B2E0-09C2-115B-B300-8D86F90D9B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4259" name="Line 3">
            <a:extLst>
              <a:ext uri="{FF2B5EF4-FFF2-40B4-BE49-F238E27FC236}">
                <a16:creationId xmlns:a16="http://schemas.microsoft.com/office/drawing/2014/main" id="{917B469E-2AB5-2664-136A-3E2C2D61C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4260" name="Text Box 4">
            <a:extLst>
              <a:ext uri="{FF2B5EF4-FFF2-40B4-BE49-F238E27FC236}">
                <a16:creationId xmlns:a16="http://schemas.microsoft.com/office/drawing/2014/main" id="{7B24D549-2CA1-36EF-D7F1-08E3CF190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99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1.4  </a:t>
            </a:r>
            <a:r>
              <a:rPr lang="en-US" altLang="th-TH" sz="2000" i="1">
                <a:latin typeface="Times New Roman" panose="02020603050405020304" pitchFamily="18" charset="0"/>
              </a:rPr>
              <a:t>Categories of topology</a:t>
            </a:r>
          </a:p>
        </p:txBody>
      </p:sp>
      <p:sp>
        <p:nvSpPr>
          <p:cNvPr id="864261" name="Line 5">
            <a:extLst>
              <a:ext uri="{FF2B5EF4-FFF2-40B4-BE49-F238E27FC236}">
                <a16:creationId xmlns:a16="http://schemas.microsoft.com/office/drawing/2014/main" id="{2735AB3C-D01E-3800-48C1-63E9E7CA72F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4262" name="Picture 6">
            <a:extLst>
              <a:ext uri="{FF2B5EF4-FFF2-40B4-BE49-F238E27FC236}">
                <a16:creationId xmlns:a16="http://schemas.microsoft.com/office/drawing/2014/main" id="{F99C16F3-34D6-897D-51E8-4CA81B57E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113" y="2317750"/>
            <a:ext cx="6389687" cy="217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92462667-0350-3E27-2239-BE7EBDAC97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1.</a:t>
            </a:r>
            <a:fld id="{BA6598B4-5C47-5F46-8AF9-44031F26E0F8}" type="slidenum">
              <a:rPr lang="en-US" altLang="th-TH"/>
              <a:pPr/>
              <a:t>8</a:t>
            </a:fld>
            <a:endParaRPr lang="en-US" altLang="th-TH"/>
          </a:p>
        </p:txBody>
      </p:sp>
      <p:sp>
        <p:nvSpPr>
          <p:cNvPr id="865282" name="Line 2">
            <a:extLst>
              <a:ext uri="{FF2B5EF4-FFF2-40B4-BE49-F238E27FC236}">
                <a16:creationId xmlns:a16="http://schemas.microsoft.com/office/drawing/2014/main" id="{D1F9BD9B-8577-BA1C-0076-EBD1C575860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5283" name="Line 3">
            <a:extLst>
              <a:ext uri="{FF2B5EF4-FFF2-40B4-BE49-F238E27FC236}">
                <a16:creationId xmlns:a16="http://schemas.microsoft.com/office/drawing/2014/main" id="{EDAA7E69-1076-0420-2AD6-DA7C7829B1D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5284" name="Text Box 4">
            <a:extLst>
              <a:ext uri="{FF2B5EF4-FFF2-40B4-BE49-F238E27FC236}">
                <a16:creationId xmlns:a16="http://schemas.microsoft.com/office/drawing/2014/main" id="{0C9521E5-AAC8-3287-0B2C-4484F0698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472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1.5  </a:t>
            </a:r>
            <a:r>
              <a:rPr lang="en-US" altLang="th-TH" sz="2000" i="1">
                <a:latin typeface="Times New Roman" panose="02020603050405020304" pitchFamily="18" charset="0"/>
              </a:rPr>
              <a:t>A fully connected mesh topology (five devices)</a:t>
            </a:r>
          </a:p>
        </p:txBody>
      </p:sp>
      <p:sp>
        <p:nvSpPr>
          <p:cNvPr id="865285" name="Line 5">
            <a:extLst>
              <a:ext uri="{FF2B5EF4-FFF2-40B4-BE49-F238E27FC236}">
                <a16:creationId xmlns:a16="http://schemas.microsoft.com/office/drawing/2014/main" id="{A97D6828-0312-7A47-DA9A-AD63B94212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5286" name="Picture 6">
            <a:extLst>
              <a:ext uri="{FF2B5EF4-FFF2-40B4-BE49-F238E27FC236}">
                <a16:creationId xmlns:a16="http://schemas.microsoft.com/office/drawing/2014/main" id="{66FE3E6F-3D9D-E58B-9F18-B2BA1A5EF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225" y="1652588"/>
            <a:ext cx="4854575" cy="36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767B9F5C-730C-F7CF-D567-46EC1BACD0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1.</a:t>
            </a:r>
            <a:fld id="{5BA865DF-727B-3847-B056-A136C6E8B9EF}" type="slidenum">
              <a:rPr lang="en-US" altLang="th-TH"/>
              <a:pPr/>
              <a:t>9</a:t>
            </a:fld>
            <a:endParaRPr lang="en-US" altLang="th-TH"/>
          </a:p>
        </p:txBody>
      </p:sp>
      <p:sp>
        <p:nvSpPr>
          <p:cNvPr id="866306" name="Line 2">
            <a:extLst>
              <a:ext uri="{FF2B5EF4-FFF2-40B4-BE49-F238E27FC236}">
                <a16:creationId xmlns:a16="http://schemas.microsoft.com/office/drawing/2014/main" id="{A243F01B-BBA5-4D46-4521-00591C6AF2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6307" name="Line 3">
            <a:extLst>
              <a:ext uri="{FF2B5EF4-FFF2-40B4-BE49-F238E27FC236}">
                <a16:creationId xmlns:a16="http://schemas.microsoft.com/office/drawing/2014/main" id="{484B5CF3-D611-50C2-D119-368B87AC42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6308" name="Text Box 4">
            <a:extLst>
              <a:ext uri="{FF2B5EF4-FFF2-40B4-BE49-F238E27FC236}">
                <a16:creationId xmlns:a16="http://schemas.microsoft.com/office/drawing/2014/main" id="{1D644A2D-B1CF-84BB-E93B-3575C2EA2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832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1.6  </a:t>
            </a:r>
            <a:r>
              <a:rPr lang="en-US" altLang="th-TH" sz="2000" i="1">
                <a:latin typeface="Times New Roman" panose="02020603050405020304" pitchFamily="18" charset="0"/>
              </a:rPr>
              <a:t>A star topology connecting four stations</a:t>
            </a:r>
          </a:p>
        </p:txBody>
      </p:sp>
      <p:sp>
        <p:nvSpPr>
          <p:cNvPr id="866309" name="Line 5">
            <a:extLst>
              <a:ext uri="{FF2B5EF4-FFF2-40B4-BE49-F238E27FC236}">
                <a16:creationId xmlns:a16="http://schemas.microsoft.com/office/drawing/2014/main" id="{B2CF776F-CD39-C998-B9C5-02570CFBDF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6310" name="Picture 6">
            <a:extLst>
              <a:ext uri="{FF2B5EF4-FFF2-40B4-BE49-F238E27FC236}">
                <a16:creationId xmlns:a16="http://schemas.microsoft.com/office/drawing/2014/main" id="{A4575DE9-7F0D-A666-80CD-73226CBB6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0" y="1881188"/>
            <a:ext cx="5905500" cy="314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B8F838C5-DA3A-B988-014B-38A0E6EA42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1.</a:t>
            </a:r>
            <a:fld id="{AE04701E-1E82-3B4C-9B6E-58C4E74F98DA}" type="slidenum">
              <a:rPr lang="en-US" altLang="th-TH"/>
              <a:pPr/>
              <a:t>10</a:t>
            </a:fld>
            <a:endParaRPr lang="en-US" altLang="th-TH"/>
          </a:p>
        </p:txBody>
      </p:sp>
      <p:sp>
        <p:nvSpPr>
          <p:cNvPr id="867330" name="Line 2">
            <a:extLst>
              <a:ext uri="{FF2B5EF4-FFF2-40B4-BE49-F238E27FC236}">
                <a16:creationId xmlns:a16="http://schemas.microsoft.com/office/drawing/2014/main" id="{895AD84F-8B22-CDFF-82A6-2258F34C9C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228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7331" name="Line 3">
            <a:extLst>
              <a:ext uri="{FF2B5EF4-FFF2-40B4-BE49-F238E27FC236}">
                <a16:creationId xmlns:a16="http://schemas.microsoft.com/office/drawing/2014/main" id="{8C8381B5-A66B-E323-A75D-F0B3239D3F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7332" name="Text Box 4">
            <a:extLst>
              <a:ext uri="{FF2B5EF4-FFF2-40B4-BE49-F238E27FC236}">
                <a16:creationId xmlns:a16="http://schemas.microsoft.com/office/drawing/2014/main" id="{59CFB914-F3A8-7F0C-14D4-108F521D7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"/>
            <a:ext cx="5889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1.7  </a:t>
            </a:r>
            <a:r>
              <a:rPr lang="en-US" altLang="th-TH" sz="2000" i="1">
                <a:latin typeface="Times New Roman" panose="02020603050405020304" pitchFamily="18" charset="0"/>
              </a:rPr>
              <a:t>A bus topology connecting three stations</a:t>
            </a:r>
          </a:p>
        </p:txBody>
      </p:sp>
      <p:sp>
        <p:nvSpPr>
          <p:cNvPr id="867333" name="Line 5">
            <a:extLst>
              <a:ext uri="{FF2B5EF4-FFF2-40B4-BE49-F238E27FC236}">
                <a16:creationId xmlns:a16="http://schemas.microsoft.com/office/drawing/2014/main" id="{CCB273BF-E6B2-8BEC-5B23-92AFBF44DDA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7334" name="Picture 6">
            <a:extLst>
              <a:ext uri="{FF2B5EF4-FFF2-40B4-BE49-F238E27FC236}">
                <a16:creationId xmlns:a16="http://schemas.microsoft.com/office/drawing/2014/main" id="{83E8862A-9CAC-6876-074A-5A27FF98E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13" y="2362200"/>
            <a:ext cx="7888287" cy="166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1DBECAAA-6DAF-93BB-C51E-DF926588B3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1.</a:t>
            </a:r>
            <a:fld id="{0A23F5CE-105F-EE45-A21C-0231476EAAFF}" type="slidenum">
              <a:rPr lang="en-US" altLang="th-TH"/>
              <a:pPr/>
              <a:t>11</a:t>
            </a:fld>
            <a:endParaRPr lang="en-US" altLang="th-TH"/>
          </a:p>
        </p:txBody>
      </p:sp>
      <p:sp>
        <p:nvSpPr>
          <p:cNvPr id="868354" name="Line 2">
            <a:extLst>
              <a:ext uri="{FF2B5EF4-FFF2-40B4-BE49-F238E27FC236}">
                <a16:creationId xmlns:a16="http://schemas.microsoft.com/office/drawing/2014/main" id="{77992D3F-839E-1A4D-BE3E-2EAEFB94BB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228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8355" name="Line 3">
            <a:extLst>
              <a:ext uri="{FF2B5EF4-FFF2-40B4-BE49-F238E27FC236}">
                <a16:creationId xmlns:a16="http://schemas.microsoft.com/office/drawing/2014/main" id="{9E9AB311-349D-C02D-F5E9-AD12C44ED0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8356" name="Text Box 4">
            <a:extLst>
              <a:ext uri="{FF2B5EF4-FFF2-40B4-BE49-F238E27FC236}">
                <a16:creationId xmlns:a16="http://schemas.microsoft.com/office/drawing/2014/main" id="{8F487EB4-66D4-F472-D561-6F81D4B0D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"/>
            <a:ext cx="5719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1.8  </a:t>
            </a:r>
            <a:r>
              <a:rPr lang="en-US" altLang="th-TH" sz="2000" i="1">
                <a:latin typeface="Times New Roman" panose="02020603050405020304" pitchFamily="18" charset="0"/>
              </a:rPr>
              <a:t>A ring topology connecting six stations</a:t>
            </a:r>
          </a:p>
        </p:txBody>
      </p:sp>
      <p:sp>
        <p:nvSpPr>
          <p:cNvPr id="868357" name="Line 5">
            <a:extLst>
              <a:ext uri="{FF2B5EF4-FFF2-40B4-BE49-F238E27FC236}">
                <a16:creationId xmlns:a16="http://schemas.microsoft.com/office/drawing/2014/main" id="{1D93B035-97A9-E36C-ED7B-18AD20404E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8359" name="Picture 7">
            <a:extLst>
              <a:ext uri="{FF2B5EF4-FFF2-40B4-BE49-F238E27FC236}">
                <a16:creationId xmlns:a16="http://schemas.microsoft.com/office/drawing/2014/main" id="{B8EC8254-4504-B140-6D05-837804EE7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922463"/>
            <a:ext cx="8593137" cy="3097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0176A3CD-E6C2-A4C3-AF96-5095AF6109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1.</a:t>
            </a:r>
            <a:fld id="{1DA8EC34-7928-B148-A2D1-EED6BDF8E345}" type="slidenum">
              <a:rPr lang="en-US" altLang="th-TH"/>
              <a:pPr/>
              <a:t>12</a:t>
            </a:fld>
            <a:endParaRPr lang="en-US" altLang="th-TH"/>
          </a:p>
        </p:txBody>
      </p:sp>
      <p:sp>
        <p:nvSpPr>
          <p:cNvPr id="869378" name="Line 2">
            <a:extLst>
              <a:ext uri="{FF2B5EF4-FFF2-40B4-BE49-F238E27FC236}">
                <a16:creationId xmlns:a16="http://schemas.microsoft.com/office/drawing/2014/main" id="{E10019C0-862C-ADD9-97C3-10DA96D4F4F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9379" name="Line 3">
            <a:extLst>
              <a:ext uri="{FF2B5EF4-FFF2-40B4-BE49-F238E27FC236}">
                <a16:creationId xmlns:a16="http://schemas.microsoft.com/office/drawing/2014/main" id="{F0421042-9378-8D7A-A336-128EE39748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9380" name="Text Box 4">
            <a:extLst>
              <a:ext uri="{FF2B5EF4-FFF2-40B4-BE49-F238E27FC236}">
                <a16:creationId xmlns:a16="http://schemas.microsoft.com/office/drawing/2014/main" id="{A230967F-D5DF-CF45-56BE-39776B9C19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7864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1.9  </a:t>
            </a:r>
            <a:r>
              <a:rPr lang="en-US" altLang="th-TH" sz="2000" i="1">
                <a:latin typeface="Times New Roman" panose="02020603050405020304" pitchFamily="18" charset="0"/>
              </a:rPr>
              <a:t>A hybrid topology: a star backbone with three bus networks</a:t>
            </a:r>
          </a:p>
        </p:txBody>
      </p:sp>
      <p:sp>
        <p:nvSpPr>
          <p:cNvPr id="869381" name="Line 5">
            <a:extLst>
              <a:ext uri="{FF2B5EF4-FFF2-40B4-BE49-F238E27FC236}">
                <a16:creationId xmlns:a16="http://schemas.microsoft.com/office/drawing/2014/main" id="{D4F3C064-64D0-1DAD-4BE2-CE8A597BA6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9382" name="Picture 6">
            <a:extLst>
              <a:ext uri="{FF2B5EF4-FFF2-40B4-BE49-F238E27FC236}">
                <a16:creationId xmlns:a16="http://schemas.microsoft.com/office/drawing/2014/main" id="{FD4AB1CC-7B0D-9586-9933-417752AEF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" y="1490663"/>
            <a:ext cx="6883400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8E011BCC-B245-9D95-7F84-333A9C3B49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1.</a:t>
            </a:r>
            <a:fld id="{63586A7B-26E2-F649-8182-CDD604FEE810}" type="slidenum">
              <a:rPr lang="en-US" altLang="th-TH"/>
              <a:pPr/>
              <a:t>13</a:t>
            </a:fld>
            <a:endParaRPr lang="en-US" altLang="th-TH"/>
          </a:p>
        </p:txBody>
      </p:sp>
      <p:sp>
        <p:nvSpPr>
          <p:cNvPr id="870402" name="Line 2">
            <a:extLst>
              <a:ext uri="{FF2B5EF4-FFF2-40B4-BE49-F238E27FC236}">
                <a16:creationId xmlns:a16="http://schemas.microsoft.com/office/drawing/2014/main" id="{3DA74ED6-2959-57BF-9331-A9457A64A5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0403" name="Line 3">
            <a:extLst>
              <a:ext uri="{FF2B5EF4-FFF2-40B4-BE49-F238E27FC236}">
                <a16:creationId xmlns:a16="http://schemas.microsoft.com/office/drawing/2014/main" id="{F464E815-803D-EA40-70C1-090E4A276F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0404" name="Text Box 4">
            <a:extLst>
              <a:ext uri="{FF2B5EF4-FFF2-40B4-BE49-F238E27FC236}">
                <a16:creationId xmlns:a16="http://schemas.microsoft.com/office/drawing/2014/main" id="{8A0BC203-DECE-84FA-9A82-82813135E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285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1.10  </a:t>
            </a:r>
            <a:r>
              <a:rPr lang="en-US" altLang="th-TH" sz="2000" i="1">
                <a:latin typeface="Times New Roman" panose="02020603050405020304" pitchFamily="18" charset="0"/>
              </a:rPr>
              <a:t>An isolated LAN connecting 12 computers to a hub in a closet</a:t>
            </a:r>
          </a:p>
        </p:txBody>
      </p:sp>
      <p:sp>
        <p:nvSpPr>
          <p:cNvPr id="870405" name="Line 5">
            <a:extLst>
              <a:ext uri="{FF2B5EF4-FFF2-40B4-BE49-F238E27FC236}">
                <a16:creationId xmlns:a16="http://schemas.microsoft.com/office/drawing/2014/main" id="{885494A7-85DD-3A5B-0897-A5E968D3EB7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0406" name="Picture 6">
            <a:extLst>
              <a:ext uri="{FF2B5EF4-FFF2-40B4-BE49-F238E27FC236}">
                <a16:creationId xmlns:a16="http://schemas.microsoft.com/office/drawing/2014/main" id="{BE3A741D-C215-8181-E383-57E0B9AFB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838" y="1622425"/>
            <a:ext cx="6151562" cy="386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FC1F2F7A-4AE1-1FE3-204F-ACCF8AFE36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1.</a:t>
            </a:r>
            <a:fld id="{CCC84D7F-7BA1-A94E-AB78-361931F88AC4}" type="slidenum">
              <a:rPr lang="en-US" altLang="th-TH"/>
              <a:pPr/>
              <a:t>14</a:t>
            </a:fld>
            <a:endParaRPr lang="en-US" altLang="th-TH"/>
          </a:p>
        </p:txBody>
      </p:sp>
      <p:sp>
        <p:nvSpPr>
          <p:cNvPr id="873474" name="Line 2">
            <a:extLst>
              <a:ext uri="{FF2B5EF4-FFF2-40B4-BE49-F238E27FC236}">
                <a16:creationId xmlns:a16="http://schemas.microsoft.com/office/drawing/2014/main" id="{5C6ABE80-FBDD-C070-877A-3A6410BF4FC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3475" name="Line 3">
            <a:extLst>
              <a:ext uri="{FF2B5EF4-FFF2-40B4-BE49-F238E27FC236}">
                <a16:creationId xmlns:a16="http://schemas.microsoft.com/office/drawing/2014/main" id="{7BE01E11-0FCF-6AAF-1A5A-168946D520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3476" name="Text Box 4">
            <a:extLst>
              <a:ext uri="{FF2B5EF4-FFF2-40B4-BE49-F238E27FC236}">
                <a16:creationId xmlns:a16="http://schemas.microsoft.com/office/drawing/2014/main" id="{CC7D1591-99EF-AE83-A878-EAA57D13C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7159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1.11  </a:t>
            </a:r>
            <a:r>
              <a:rPr lang="en-US" altLang="th-TH" sz="2000" i="1">
                <a:latin typeface="Times New Roman" panose="02020603050405020304" pitchFamily="18" charset="0"/>
              </a:rPr>
              <a:t>WANs: a switched WAN and a point-to-point WAN</a:t>
            </a:r>
          </a:p>
        </p:txBody>
      </p:sp>
      <p:sp>
        <p:nvSpPr>
          <p:cNvPr id="873477" name="Line 5">
            <a:extLst>
              <a:ext uri="{FF2B5EF4-FFF2-40B4-BE49-F238E27FC236}">
                <a16:creationId xmlns:a16="http://schemas.microsoft.com/office/drawing/2014/main" id="{9E323233-02E2-DB93-C106-81D324424DE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3478" name="Picture 6">
            <a:extLst>
              <a:ext uri="{FF2B5EF4-FFF2-40B4-BE49-F238E27FC236}">
                <a16:creationId xmlns:a16="http://schemas.microsoft.com/office/drawing/2014/main" id="{93E31044-11F3-27EB-8983-10F425B73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1116013"/>
            <a:ext cx="7112000" cy="5056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B3B58315-0BBA-60AC-4F31-CA0E6E23E6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1.</a:t>
            </a:r>
            <a:fld id="{F53EFB9F-966F-7E4F-9B2C-2191F00E53BA}" type="slidenum">
              <a:rPr lang="en-US" altLang="th-TH"/>
              <a:pPr/>
              <a:t>15</a:t>
            </a:fld>
            <a:endParaRPr lang="en-US" altLang="th-TH"/>
          </a:p>
        </p:txBody>
      </p:sp>
      <p:sp>
        <p:nvSpPr>
          <p:cNvPr id="874498" name="Line 2">
            <a:extLst>
              <a:ext uri="{FF2B5EF4-FFF2-40B4-BE49-F238E27FC236}">
                <a16:creationId xmlns:a16="http://schemas.microsoft.com/office/drawing/2014/main" id="{DDDD2FD3-3D1B-2BB1-F229-35ADF5BAB59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4499" name="Line 3">
            <a:extLst>
              <a:ext uri="{FF2B5EF4-FFF2-40B4-BE49-F238E27FC236}">
                <a16:creationId xmlns:a16="http://schemas.microsoft.com/office/drawing/2014/main" id="{3B2AF4DC-B770-0C3F-A348-BC0844C5572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4500" name="Text Box 4">
            <a:extLst>
              <a:ext uri="{FF2B5EF4-FFF2-40B4-BE49-F238E27FC236}">
                <a16:creationId xmlns:a16="http://schemas.microsoft.com/office/drawing/2014/main" id="{269D353B-A170-4B0A-30D9-555354F53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8600"/>
            <a:ext cx="8191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1.12  </a:t>
            </a:r>
            <a:r>
              <a:rPr lang="en-US" altLang="th-TH" sz="2000" i="1">
                <a:latin typeface="Times New Roman" panose="02020603050405020304" pitchFamily="18" charset="0"/>
              </a:rPr>
              <a:t>A heterogeneous network made of four WANs and two LANs</a:t>
            </a:r>
          </a:p>
        </p:txBody>
      </p:sp>
      <p:sp>
        <p:nvSpPr>
          <p:cNvPr id="874501" name="Line 5">
            <a:extLst>
              <a:ext uri="{FF2B5EF4-FFF2-40B4-BE49-F238E27FC236}">
                <a16:creationId xmlns:a16="http://schemas.microsoft.com/office/drawing/2014/main" id="{E02E437B-3C47-ED9E-2617-C33C2C876AE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4502" name="Picture 6">
            <a:extLst>
              <a:ext uri="{FF2B5EF4-FFF2-40B4-BE49-F238E27FC236}">
                <a16:creationId xmlns:a16="http://schemas.microsoft.com/office/drawing/2014/main" id="{DFD3436A-00B6-299A-FD59-5D43B37A5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038" y="990600"/>
            <a:ext cx="57404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A78858F0-2314-D014-A477-010F964B82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1.</a:t>
            </a:r>
            <a:fld id="{A1C4C09E-EE5C-1E44-9F17-7C2A5190ADF2}" type="slidenum">
              <a:rPr lang="en-US" altLang="th-TH"/>
              <a:pPr/>
              <a:t>16</a:t>
            </a:fld>
            <a:endParaRPr lang="en-US" altLang="th-TH"/>
          </a:p>
        </p:txBody>
      </p:sp>
      <p:sp>
        <p:nvSpPr>
          <p:cNvPr id="859142" name="Rectangle 6">
            <a:extLst>
              <a:ext uri="{FF2B5EF4-FFF2-40B4-BE49-F238E27FC236}">
                <a16:creationId xmlns:a16="http://schemas.microsoft.com/office/drawing/2014/main" id="{08994378-30A2-1440-5664-4046F76E3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th-TH" altLang="th-TH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59139" name="Text Box 3">
            <a:extLst>
              <a:ext uri="{FF2B5EF4-FFF2-40B4-BE49-F238E27FC236}">
                <a16:creationId xmlns:a16="http://schemas.microsoft.com/office/drawing/2014/main" id="{44568B45-9855-D7A2-8860-42AD138AF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52400"/>
            <a:ext cx="41163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1-3   THE INTERNET</a:t>
            </a:r>
          </a:p>
        </p:txBody>
      </p:sp>
      <p:sp>
        <p:nvSpPr>
          <p:cNvPr id="859140" name="Text Box 4">
            <a:extLst>
              <a:ext uri="{FF2B5EF4-FFF2-40B4-BE49-F238E27FC236}">
                <a16:creationId xmlns:a16="http://schemas.microsoft.com/office/drawing/2014/main" id="{069776FE-6659-D4A9-66F7-D2D044D81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th-TH" altLang="th-TH" sz="1800">
              <a:latin typeface="Times New Roman" panose="02020603050405020304" pitchFamily="18" charset="0"/>
            </a:endParaRPr>
          </a:p>
        </p:txBody>
      </p:sp>
      <p:sp>
        <p:nvSpPr>
          <p:cNvPr id="859143" name="Rectangle 7">
            <a:extLst>
              <a:ext uri="{FF2B5EF4-FFF2-40B4-BE49-F238E27FC236}">
                <a16:creationId xmlns:a16="http://schemas.microsoft.com/office/drawing/2014/main" id="{7CDEC15D-0EB6-986A-D950-BB1269D82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219200"/>
            <a:ext cx="86868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lang="en-US" altLang="th-TH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The </a:t>
            </a:r>
            <a:r>
              <a:rPr lang="en-US" altLang="th-TH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Internet</a:t>
            </a:r>
            <a:r>
              <a:rPr lang="en-US" altLang="th-TH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has revolutionized many aspects of our daily lives. It has affected the way we do business as well as the way we spend our leisure time. The Internet is a communication system that has brought a wealth of information to our fingertips and organized it for our use. </a:t>
            </a:r>
          </a:p>
        </p:txBody>
      </p:sp>
      <p:sp>
        <p:nvSpPr>
          <p:cNvPr id="859144" name="Rectangle 8">
            <a:extLst>
              <a:ext uri="{FF2B5EF4-FFF2-40B4-BE49-F238E27FC236}">
                <a16:creationId xmlns:a16="http://schemas.microsoft.com/office/drawing/2014/main" id="{03A06A2E-42A6-3EEF-0E52-403D388DB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5045075"/>
            <a:ext cx="7467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A Brief History</a:t>
            </a:r>
          </a:p>
          <a:p>
            <a:pPr>
              <a:buClr>
                <a:schemeClr val="folHlink"/>
              </a:buClr>
              <a:buSzPct val="117000"/>
              <a:buFont typeface="Wingdings" pitchFamily="2" charset="2"/>
              <a:buNone/>
            </a:pPr>
            <a: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The Internet Today (ISPs)</a:t>
            </a:r>
          </a:p>
        </p:txBody>
      </p:sp>
      <p:sp>
        <p:nvSpPr>
          <p:cNvPr id="859145" name="Text Box 9">
            <a:extLst>
              <a:ext uri="{FF2B5EF4-FFF2-40B4-BE49-F238E27FC236}">
                <a16:creationId xmlns:a16="http://schemas.microsoft.com/office/drawing/2014/main" id="{B6E8D77D-913F-784B-AED0-0B81E378F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00" y="4511675"/>
            <a:ext cx="4862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th-TH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0520D8FC-C71E-194C-4D71-6DD4A45730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1.</a:t>
            </a:r>
            <a:fld id="{BD3999DD-12DA-0D43-86EB-AB7C5B57D277}" type="slidenum">
              <a:rPr lang="en-US" altLang="th-TH"/>
              <a:pPr/>
              <a:t>17</a:t>
            </a:fld>
            <a:endParaRPr lang="en-US" altLang="th-TH"/>
          </a:p>
        </p:txBody>
      </p:sp>
      <p:sp>
        <p:nvSpPr>
          <p:cNvPr id="875522" name="Line 2">
            <a:extLst>
              <a:ext uri="{FF2B5EF4-FFF2-40B4-BE49-F238E27FC236}">
                <a16:creationId xmlns:a16="http://schemas.microsoft.com/office/drawing/2014/main" id="{A3CB1EFB-69D6-D7D5-C26C-772FEAA26F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5523" name="Line 3">
            <a:extLst>
              <a:ext uri="{FF2B5EF4-FFF2-40B4-BE49-F238E27FC236}">
                <a16:creationId xmlns:a16="http://schemas.microsoft.com/office/drawing/2014/main" id="{7D508ACF-4FA6-D092-725F-E787F78C18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144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5524" name="Text Box 4">
            <a:extLst>
              <a:ext uri="{FF2B5EF4-FFF2-40B4-BE49-F238E27FC236}">
                <a16:creationId xmlns:a16="http://schemas.microsoft.com/office/drawing/2014/main" id="{4DBFDA48-C158-26FC-DD38-A65E568A9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6102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1.13  </a:t>
            </a:r>
            <a:r>
              <a:rPr lang="en-US" altLang="th-TH" sz="2000" i="1">
                <a:latin typeface="Times New Roman" panose="02020603050405020304" pitchFamily="18" charset="0"/>
              </a:rPr>
              <a:t>Hierarchical organization of the Internet</a:t>
            </a:r>
          </a:p>
        </p:txBody>
      </p:sp>
      <p:sp>
        <p:nvSpPr>
          <p:cNvPr id="875525" name="Line 5">
            <a:extLst>
              <a:ext uri="{FF2B5EF4-FFF2-40B4-BE49-F238E27FC236}">
                <a16:creationId xmlns:a16="http://schemas.microsoft.com/office/drawing/2014/main" id="{DDAD8878-07A6-9A31-E3BF-329EFEC01A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5526" name="Picture 6">
            <a:extLst>
              <a:ext uri="{FF2B5EF4-FFF2-40B4-BE49-F238E27FC236}">
                <a16:creationId xmlns:a16="http://schemas.microsoft.com/office/drawing/2014/main" id="{41DB8FB2-B793-055E-BC3E-AFE118EC9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463" y="1095375"/>
            <a:ext cx="5494337" cy="507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3C89051F-49B5-6D8A-CC93-CDBA5D8E2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1.</a:t>
            </a:r>
            <a:fld id="{5BED8B8A-49EE-A34F-A8A4-C3FFFFA4756B}" type="slidenum">
              <a:rPr lang="en-US" altLang="th-TH"/>
              <a:pPr/>
              <a:t>18</a:t>
            </a:fld>
            <a:endParaRPr lang="en-US" altLang="th-TH"/>
          </a:p>
        </p:txBody>
      </p:sp>
      <p:sp>
        <p:nvSpPr>
          <p:cNvPr id="877570" name="Rectangle 2">
            <a:extLst>
              <a:ext uri="{FF2B5EF4-FFF2-40B4-BE49-F238E27FC236}">
                <a16:creationId xmlns:a16="http://schemas.microsoft.com/office/drawing/2014/main" id="{68F9932D-04D7-F0C4-1C24-04B129DFA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th-TH" altLang="th-TH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77571" name="Text Box 3">
            <a:extLst>
              <a:ext uri="{FF2B5EF4-FFF2-40B4-BE49-F238E27FC236}">
                <a16:creationId xmlns:a16="http://schemas.microsoft.com/office/drawing/2014/main" id="{2874EBEB-B677-CBDB-4E97-D0EA198C9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52400"/>
            <a:ext cx="7150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1-4   PROTOCOLS AND STANDARDS</a:t>
            </a:r>
          </a:p>
        </p:txBody>
      </p:sp>
      <p:sp>
        <p:nvSpPr>
          <p:cNvPr id="877572" name="Text Box 4">
            <a:extLst>
              <a:ext uri="{FF2B5EF4-FFF2-40B4-BE49-F238E27FC236}">
                <a16:creationId xmlns:a16="http://schemas.microsoft.com/office/drawing/2014/main" id="{EAB13790-C80F-9469-9799-92C7EB0E3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th-TH" altLang="th-TH" sz="1800">
              <a:latin typeface="Times New Roman" panose="02020603050405020304" pitchFamily="18" charset="0"/>
            </a:endParaRPr>
          </a:p>
        </p:txBody>
      </p:sp>
      <p:sp>
        <p:nvSpPr>
          <p:cNvPr id="877573" name="Rectangle 5">
            <a:extLst>
              <a:ext uri="{FF2B5EF4-FFF2-40B4-BE49-F238E27FC236}">
                <a16:creationId xmlns:a16="http://schemas.microsoft.com/office/drawing/2014/main" id="{4F331F62-6EB3-F6C9-D311-37C5601AE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295400"/>
            <a:ext cx="86868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lang="en-US" altLang="th-TH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In this section, we define two widely used terms: </a:t>
            </a:r>
            <a:r>
              <a:rPr lang="en-US" altLang="th-TH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protocols</a:t>
            </a:r>
            <a:r>
              <a:rPr lang="en-US" altLang="th-TH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and </a:t>
            </a:r>
            <a:r>
              <a:rPr lang="en-US" altLang="th-TH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standards</a:t>
            </a:r>
            <a:r>
              <a:rPr lang="en-US" altLang="th-TH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. First, we define protocol, which is synonymous with rule. Then we discuss standards, which are agreed-upon rules.</a:t>
            </a:r>
          </a:p>
        </p:txBody>
      </p:sp>
      <p:sp>
        <p:nvSpPr>
          <p:cNvPr id="877574" name="Rectangle 6">
            <a:extLst>
              <a:ext uri="{FF2B5EF4-FFF2-40B4-BE49-F238E27FC236}">
                <a16:creationId xmlns:a16="http://schemas.microsoft.com/office/drawing/2014/main" id="{0078F77F-23F0-FEE8-0382-8F36AD513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495800"/>
            <a:ext cx="74676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Protocols</a:t>
            </a:r>
            <a:b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Standards</a:t>
            </a:r>
          </a:p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Standards Organizations</a:t>
            </a:r>
            <a:b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Internet Standards</a:t>
            </a:r>
          </a:p>
        </p:txBody>
      </p:sp>
      <p:sp>
        <p:nvSpPr>
          <p:cNvPr id="877575" name="Text Box 7">
            <a:extLst>
              <a:ext uri="{FF2B5EF4-FFF2-40B4-BE49-F238E27FC236}">
                <a16:creationId xmlns:a16="http://schemas.microsoft.com/office/drawing/2014/main" id="{6B678B58-A753-B164-DD2C-8C6B515C00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00" y="3962400"/>
            <a:ext cx="4862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th-TH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Topics discussed in this section: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th-TH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th-TH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ธีมของ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ธีมของ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2FDA6E5C9AED4F8EFF71A80BEF2000" ma:contentTypeVersion="0" ma:contentTypeDescription="Create a new document." ma:contentTypeScope="" ma:versionID="73e4c27a01eba597f42058eb809988a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3166289-55DC-451B-BEB5-6FB2601B1C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540B9D9-A7A0-4648-9681-B65199CC4DD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2601</TotalTime>
  <Words>467</Words>
  <Application>Microsoft Macintosh PowerPoint</Application>
  <PresentationFormat>นำเสนอทางหน้าจอ (4:3)</PresentationFormat>
  <Paragraphs>73</Paragraphs>
  <Slides>18</Slides>
  <Notes>18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6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18</vt:i4>
      </vt:variant>
    </vt:vector>
  </HeadingPairs>
  <TitlesOfParts>
    <vt:vector size="25" baseType="lpstr">
      <vt:lpstr>Times New Roman</vt:lpstr>
      <vt:lpstr>Tahoma</vt:lpstr>
      <vt:lpstr>Wingdings</vt:lpstr>
      <vt:lpstr>Arial</vt:lpstr>
      <vt:lpstr>McGrawHill-Italic</vt:lpstr>
      <vt:lpstr>Times</vt:lpstr>
      <vt:lpstr>Blends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THEERAPAT POORAYA</cp:lastModifiedBy>
  <cp:revision>160</cp:revision>
  <dcterms:created xsi:type="dcterms:W3CDTF">2000-01-15T04:50:39Z</dcterms:created>
  <dcterms:modified xsi:type="dcterms:W3CDTF">2026-10-19T02:40:36Z</dcterms:modified>
</cp:coreProperties>
</file>