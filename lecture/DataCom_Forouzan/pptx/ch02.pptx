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autoCompressPictures="0">
  <p:sldMasterIdLst>
    <p:sldMasterId id="2147483649" r:id="rId3"/>
  </p:sldMasterIdLst>
  <p:notesMasterIdLst>
    <p:notesMasterId r:id="rId46"/>
  </p:notesMasterIdLst>
  <p:sldIdLst>
    <p:sldId id="633" r:id="rId4"/>
    <p:sldId id="535" r:id="rId5"/>
    <p:sldId id="587" r:id="rId6"/>
    <p:sldId id="629" r:id="rId7"/>
    <p:sldId id="608" r:id="rId8"/>
    <p:sldId id="588" r:id="rId9"/>
    <p:sldId id="589" r:id="rId10"/>
    <p:sldId id="590" r:id="rId11"/>
    <p:sldId id="630" r:id="rId12"/>
    <p:sldId id="591" r:id="rId13"/>
    <p:sldId id="609" r:id="rId14"/>
    <p:sldId id="592" r:id="rId15"/>
    <p:sldId id="610" r:id="rId16"/>
    <p:sldId id="593" r:id="rId17"/>
    <p:sldId id="594" r:id="rId18"/>
    <p:sldId id="611" r:id="rId19"/>
    <p:sldId id="595" r:id="rId20"/>
    <p:sldId id="596" r:id="rId21"/>
    <p:sldId id="612" r:id="rId22"/>
    <p:sldId id="597" r:id="rId23"/>
    <p:sldId id="598" r:id="rId24"/>
    <p:sldId id="623" r:id="rId25"/>
    <p:sldId id="599" r:id="rId26"/>
    <p:sldId id="613" r:id="rId27"/>
    <p:sldId id="600" r:id="rId28"/>
    <p:sldId id="614" r:id="rId29"/>
    <p:sldId id="601" r:id="rId30"/>
    <p:sldId id="631" r:id="rId31"/>
    <p:sldId id="602" r:id="rId32"/>
    <p:sldId id="632" r:id="rId33"/>
    <p:sldId id="603" r:id="rId34"/>
    <p:sldId id="604" r:id="rId35"/>
    <p:sldId id="617" r:id="rId36"/>
    <p:sldId id="605" r:id="rId37"/>
    <p:sldId id="624" r:id="rId38"/>
    <p:sldId id="625" r:id="rId39"/>
    <p:sldId id="606" r:id="rId40"/>
    <p:sldId id="626" r:id="rId41"/>
    <p:sldId id="607" r:id="rId42"/>
    <p:sldId id="628" r:id="rId43"/>
    <p:sldId id="627" r:id="rId44"/>
    <p:sldId id="616" r:id="rId45"/>
  </p:sldIdLst>
  <p:sldSz cx="9144000" cy="6858000" type="screen4x3"/>
  <p:notesSz cx="6858000" cy="9144000"/>
  <p:defaultTextStyle>
    <a:defPPr>
      <a:defRPr lang="en-US"/>
    </a:defPPr>
    <a:lvl1pPr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5pPr>
    <a:lvl6pPr marL="2286000" algn="l" defTabSz="914400" rtl="0" eaLnBrk="1" latinLnBrk="0" hangingPunct="1">
      <a:defRPr b="1" kern="1200">
        <a:solidFill>
          <a:schemeClr val="tx1"/>
        </a:solidFill>
        <a:latin typeface="Times New Roman" panose="02020603050405020304" pitchFamily="18" charset="0"/>
        <a:ea typeface="+mn-ea"/>
        <a:cs typeface="+mn-cs"/>
      </a:defRPr>
    </a:lvl6pPr>
    <a:lvl7pPr marL="2743200" algn="l" defTabSz="914400" rtl="0" eaLnBrk="1" latinLnBrk="0" hangingPunct="1">
      <a:defRPr b="1" kern="1200">
        <a:solidFill>
          <a:schemeClr val="tx1"/>
        </a:solidFill>
        <a:latin typeface="Times New Roman" panose="02020603050405020304" pitchFamily="18" charset="0"/>
        <a:ea typeface="+mn-ea"/>
        <a:cs typeface="+mn-cs"/>
      </a:defRPr>
    </a:lvl7pPr>
    <a:lvl8pPr marL="3200400" algn="l" defTabSz="914400" rtl="0" eaLnBrk="1" latinLnBrk="0" hangingPunct="1">
      <a:defRPr b="1" kern="1200">
        <a:solidFill>
          <a:schemeClr val="tx1"/>
        </a:solidFill>
        <a:latin typeface="Times New Roman" panose="02020603050405020304" pitchFamily="18" charset="0"/>
        <a:ea typeface="+mn-ea"/>
        <a:cs typeface="+mn-cs"/>
      </a:defRPr>
    </a:lvl8pPr>
    <a:lvl9pPr marL="3657600" algn="l" defTabSz="914400" rtl="0" eaLnBrk="1" latinLnBrk="0" hangingPunct="1">
      <a:defRPr b="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94670" autoAdjust="0"/>
  </p:normalViewPr>
  <p:slideViewPr>
    <p:cSldViewPr>
      <p:cViewPr varScale="1">
        <p:scale>
          <a:sx n="117" d="100"/>
          <a:sy n="117" d="100"/>
        </p:scale>
        <p:origin x="1808"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700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customXml" Target="../customXml/item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082" name="Rectangle 2">
            <a:extLst>
              <a:ext uri="{FF2B5EF4-FFF2-40B4-BE49-F238E27FC236}">
                <a16:creationId xmlns:a16="http://schemas.microsoft.com/office/drawing/2014/main" id="{B09403A1-CBBA-F2E9-BAB4-D1D6F7C51A28}"/>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vl1pPr>
          </a:lstStyle>
          <a:p>
            <a:endParaRPr lang="en-US" altLang="th-TH"/>
          </a:p>
        </p:txBody>
      </p:sp>
      <p:sp>
        <p:nvSpPr>
          <p:cNvPr id="686083" name="Rectangle 3">
            <a:extLst>
              <a:ext uri="{FF2B5EF4-FFF2-40B4-BE49-F238E27FC236}">
                <a16:creationId xmlns:a16="http://schemas.microsoft.com/office/drawing/2014/main" id="{622232C3-EBEF-8BE1-EA54-E6E7A7873A31}"/>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vl1pPr>
          </a:lstStyle>
          <a:p>
            <a:endParaRPr lang="en-US" altLang="th-TH"/>
          </a:p>
        </p:txBody>
      </p:sp>
      <p:sp>
        <p:nvSpPr>
          <p:cNvPr id="686084" name="Rectangle 4">
            <a:extLst>
              <a:ext uri="{FF2B5EF4-FFF2-40B4-BE49-F238E27FC236}">
                <a16:creationId xmlns:a16="http://schemas.microsoft.com/office/drawing/2014/main" id="{ED00520A-AADF-8B73-3A02-3B01149D7D11}"/>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86085" name="Rectangle 5">
            <a:extLst>
              <a:ext uri="{FF2B5EF4-FFF2-40B4-BE49-F238E27FC236}">
                <a16:creationId xmlns:a16="http://schemas.microsoft.com/office/drawing/2014/main" id="{73832BDA-1A3D-A25C-9B2C-92C0A8121A16}"/>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th-TH"/>
              <a:t>Click to edit Master text styles</a:t>
            </a:r>
          </a:p>
          <a:p>
            <a:pPr lvl="1"/>
            <a:r>
              <a:rPr lang="en-US" altLang="th-TH"/>
              <a:t>Second level</a:t>
            </a:r>
          </a:p>
          <a:p>
            <a:pPr lvl="2"/>
            <a:r>
              <a:rPr lang="en-US" altLang="th-TH"/>
              <a:t>Third level</a:t>
            </a:r>
          </a:p>
          <a:p>
            <a:pPr lvl="3"/>
            <a:r>
              <a:rPr lang="en-US" altLang="th-TH"/>
              <a:t>Fourth level</a:t>
            </a:r>
          </a:p>
          <a:p>
            <a:pPr lvl="4"/>
            <a:r>
              <a:rPr lang="en-US" altLang="th-TH"/>
              <a:t>Fifth level</a:t>
            </a:r>
          </a:p>
        </p:txBody>
      </p:sp>
      <p:sp>
        <p:nvSpPr>
          <p:cNvPr id="686086" name="Rectangle 6">
            <a:extLst>
              <a:ext uri="{FF2B5EF4-FFF2-40B4-BE49-F238E27FC236}">
                <a16:creationId xmlns:a16="http://schemas.microsoft.com/office/drawing/2014/main" id="{216BB795-C7C9-A254-CC45-0F4459872781}"/>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vl1pPr>
          </a:lstStyle>
          <a:p>
            <a:endParaRPr lang="en-US" altLang="th-TH"/>
          </a:p>
        </p:txBody>
      </p:sp>
      <p:sp>
        <p:nvSpPr>
          <p:cNvPr id="686087" name="Rectangle 7">
            <a:extLst>
              <a:ext uri="{FF2B5EF4-FFF2-40B4-BE49-F238E27FC236}">
                <a16:creationId xmlns:a16="http://schemas.microsoft.com/office/drawing/2014/main" id="{070FECA1-E59A-B6CA-FB2F-60A11129265D}"/>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vl1pPr>
          </a:lstStyle>
          <a:p>
            <a:fld id="{B5F80B7B-12B7-9B4E-8EC0-A5D923980044}" type="slidenum">
              <a:rPr lang="en-US" altLang="th-TH"/>
              <a:pPr/>
              <a:t>‹#›</a:t>
            </a:fld>
            <a:endParaRPr lang="en-US" altLang="th-TH"/>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FC6AE85-80BC-6714-984F-700E8E0604DA}"/>
              </a:ext>
            </a:extLst>
          </p:cNvPr>
          <p:cNvSpPr>
            <a:spLocks noGrp="1" noChangeArrowheads="1"/>
          </p:cNvSpPr>
          <p:nvPr>
            <p:ph type="sldNum" sz="quarter" idx="5"/>
          </p:nvPr>
        </p:nvSpPr>
        <p:spPr>
          <a:ln/>
        </p:spPr>
        <p:txBody>
          <a:bodyPr/>
          <a:lstStyle/>
          <a:p>
            <a:fld id="{8B3A1090-AA4D-C046-A713-7CD62E027376}" type="slidenum">
              <a:rPr lang="en-US" altLang="th-TH"/>
              <a:pPr/>
              <a:t>1</a:t>
            </a:fld>
            <a:endParaRPr lang="en-US" altLang="th-TH"/>
          </a:p>
        </p:txBody>
      </p:sp>
      <p:sp>
        <p:nvSpPr>
          <p:cNvPr id="732162" name="Rectangle 2">
            <a:extLst>
              <a:ext uri="{FF2B5EF4-FFF2-40B4-BE49-F238E27FC236}">
                <a16:creationId xmlns:a16="http://schemas.microsoft.com/office/drawing/2014/main" id="{692E3A7C-C430-2337-AAB0-2DEC5E3AA1C0}"/>
              </a:ext>
            </a:extLst>
          </p:cNvPr>
          <p:cNvSpPr>
            <a:spLocks noRot="1" noChangeArrowheads="1" noTextEdit="1"/>
          </p:cNvSpPr>
          <p:nvPr>
            <p:ph type="sldImg"/>
          </p:nvPr>
        </p:nvSpPr>
        <p:spPr>
          <a:ln/>
        </p:spPr>
      </p:sp>
      <p:sp>
        <p:nvSpPr>
          <p:cNvPr id="732163" name="Rectangle 3">
            <a:extLst>
              <a:ext uri="{FF2B5EF4-FFF2-40B4-BE49-F238E27FC236}">
                <a16:creationId xmlns:a16="http://schemas.microsoft.com/office/drawing/2014/main" id="{2B99718F-E9DB-D1C0-7ED9-5852FCF182C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A8163C4-58D0-46DB-C0DE-362D665494D1}"/>
              </a:ext>
            </a:extLst>
          </p:cNvPr>
          <p:cNvSpPr>
            <a:spLocks noGrp="1" noChangeArrowheads="1"/>
          </p:cNvSpPr>
          <p:nvPr>
            <p:ph type="sldNum" sz="quarter" idx="5"/>
          </p:nvPr>
        </p:nvSpPr>
        <p:spPr>
          <a:ln/>
        </p:spPr>
        <p:txBody>
          <a:bodyPr/>
          <a:lstStyle/>
          <a:p>
            <a:fld id="{28C2091C-EC79-0146-AE00-9B215521B255}" type="slidenum">
              <a:rPr lang="en-US" altLang="th-TH"/>
              <a:pPr/>
              <a:t>2</a:t>
            </a:fld>
            <a:endParaRPr lang="en-US" altLang="th-TH"/>
          </a:p>
        </p:txBody>
      </p:sp>
      <p:sp>
        <p:nvSpPr>
          <p:cNvPr id="688130" name="Rectangle 2">
            <a:extLst>
              <a:ext uri="{FF2B5EF4-FFF2-40B4-BE49-F238E27FC236}">
                <a16:creationId xmlns:a16="http://schemas.microsoft.com/office/drawing/2014/main" id="{E720E119-14AF-8A27-A6DC-60F10249541C}"/>
              </a:ext>
            </a:extLst>
          </p:cNvPr>
          <p:cNvSpPr>
            <a:spLocks noRot="1" noChangeArrowheads="1" noTextEdit="1"/>
          </p:cNvSpPr>
          <p:nvPr>
            <p:ph type="sldImg"/>
          </p:nvPr>
        </p:nvSpPr>
        <p:spPr>
          <a:ln/>
        </p:spPr>
      </p:sp>
      <p:sp>
        <p:nvSpPr>
          <p:cNvPr id="688131" name="Rectangle 3">
            <a:extLst>
              <a:ext uri="{FF2B5EF4-FFF2-40B4-BE49-F238E27FC236}">
                <a16:creationId xmlns:a16="http://schemas.microsoft.com/office/drawing/2014/main" id="{41E186C8-2E4F-96F9-F682-BB12015C81B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0F8BF68-2FEF-EB8F-02B9-B80BD7D20D15}"/>
              </a:ext>
            </a:extLst>
          </p:cNvPr>
          <p:cNvSpPr>
            <a:spLocks noGrp="1" noChangeArrowheads="1"/>
          </p:cNvSpPr>
          <p:nvPr>
            <p:ph type="sldNum" sz="quarter" idx="5"/>
          </p:nvPr>
        </p:nvSpPr>
        <p:spPr>
          <a:ln/>
        </p:spPr>
        <p:txBody>
          <a:bodyPr/>
          <a:lstStyle/>
          <a:p>
            <a:fld id="{12490F3A-9F68-D543-8120-4A2F83B1C296}" type="slidenum">
              <a:rPr lang="en-US" altLang="th-TH"/>
              <a:pPr/>
              <a:t>3</a:t>
            </a:fld>
            <a:endParaRPr lang="en-US" altLang="th-TH"/>
          </a:p>
        </p:txBody>
      </p:sp>
      <p:sp>
        <p:nvSpPr>
          <p:cNvPr id="689154" name="Rectangle 2">
            <a:extLst>
              <a:ext uri="{FF2B5EF4-FFF2-40B4-BE49-F238E27FC236}">
                <a16:creationId xmlns:a16="http://schemas.microsoft.com/office/drawing/2014/main" id="{5F309D01-E26C-7C59-CF0B-5FDBABED2C04}"/>
              </a:ext>
            </a:extLst>
          </p:cNvPr>
          <p:cNvSpPr>
            <a:spLocks noRot="1" noChangeArrowheads="1" noTextEdit="1"/>
          </p:cNvSpPr>
          <p:nvPr>
            <p:ph type="sldImg"/>
          </p:nvPr>
        </p:nvSpPr>
        <p:spPr>
          <a:ln/>
        </p:spPr>
      </p:sp>
      <p:sp>
        <p:nvSpPr>
          <p:cNvPr id="689155" name="Rectangle 3">
            <a:extLst>
              <a:ext uri="{FF2B5EF4-FFF2-40B4-BE49-F238E27FC236}">
                <a16:creationId xmlns:a16="http://schemas.microsoft.com/office/drawing/2014/main" id="{A6053D7C-921E-646F-66F1-D2EB3783E52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042D207-3C7A-9AD9-0F28-19E59D4DFB36}"/>
              </a:ext>
            </a:extLst>
          </p:cNvPr>
          <p:cNvSpPr>
            <a:spLocks noGrp="1" noChangeArrowheads="1"/>
          </p:cNvSpPr>
          <p:nvPr>
            <p:ph type="sldNum" sz="quarter" idx="5"/>
          </p:nvPr>
        </p:nvSpPr>
        <p:spPr>
          <a:ln/>
        </p:spPr>
        <p:txBody>
          <a:bodyPr/>
          <a:lstStyle/>
          <a:p>
            <a:fld id="{C2AEB4E1-0E4E-5E48-8AE2-1361CB7E1A49}" type="slidenum">
              <a:rPr lang="en-US" altLang="th-TH"/>
              <a:pPr/>
              <a:t>4</a:t>
            </a:fld>
            <a:endParaRPr lang="en-US" altLang="th-TH"/>
          </a:p>
        </p:txBody>
      </p:sp>
      <p:sp>
        <p:nvSpPr>
          <p:cNvPr id="690178" name="Rectangle 2">
            <a:extLst>
              <a:ext uri="{FF2B5EF4-FFF2-40B4-BE49-F238E27FC236}">
                <a16:creationId xmlns:a16="http://schemas.microsoft.com/office/drawing/2014/main" id="{FADFDDC5-1BFD-A1AF-443C-421A702E9D0E}"/>
              </a:ext>
            </a:extLst>
          </p:cNvPr>
          <p:cNvSpPr>
            <a:spLocks noRot="1" noChangeArrowheads="1" noTextEdit="1"/>
          </p:cNvSpPr>
          <p:nvPr>
            <p:ph type="sldImg"/>
          </p:nvPr>
        </p:nvSpPr>
        <p:spPr>
          <a:ln/>
        </p:spPr>
      </p:sp>
      <p:sp>
        <p:nvSpPr>
          <p:cNvPr id="690179" name="Rectangle 3">
            <a:extLst>
              <a:ext uri="{FF2B5EF4-FFF2-40B4-BE49-F238E27FC236}">
                <a16:creationId xmlns:a16="http://schemas.microsoft.com/office/drawing/2014/main" id="{B3977938-7FAD-EEB9-9E78-CBF1DB0BDCF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FF1153F-674D-29B0-4320-D0FDE07F7927}"/>
              </a:ext>
            </a:extLst>
          </p:cNvPr>
          <p:cNvSpPr>
            <a:spLocks noGrp="1" noChangeArrowheads="1"/>
          </p:cNvSpPr>
          <p:nvPr>
            <p:ph type="sldNum" sz="quarter" idx="5"/>
          </p:nvPr>
        </p:nvSpPr>
        <p:spPr>
          <a:ln/>
        </p:spPr>
        <p:txBody>
          <a:bodyPr/>
          <a:lstStyle/>
          <a:p>
            <a:fld id="{316EB58C-D0EF-B34C-82E5-081853660A9B}" type="slidenum">
              <a:rPr lang="en-US" altLang="th-TH"/>
              <a:pPr/>
              <a:t>5</a:t>
            </a:fld>
            <a:endParaRPr lang="en-US" altLang="th-TH"/>
          </a:p>
        </p:txBody>
      </p:sp>
      <p:sp>
        <p:nvSpPr>
          <p:cNvPr id="691202" name="Rectangle 2">
            <a:extLst>
              <a:ext uri="{FF2B5EF4-FFF2-40B4-BE49-F238E27FC236}">
                <a16:creationId xmlns:a16="http://schemas.microsoft.com/office/drawing/2014/main" id="{7139A54E-5AA3-FF80-9EB0-986A1F92B26F}"/>
              </a:ext>
            </a:extLst>
          </p:cNvPr>
          <p:cNvSpPr>
            <a:spLocks noRot="1" noChangeArrowheads="1" noTextEdit="1"/>
          </p:cNvSpPr>
          <p:nvPr>
            <p:ph type="sldImg"/>
          </p:nvPr>
        </p:nvSpPr>
        <p:spPr>
          <a:ln/>
        </p:spPr>
      </p:sp>
      <p:sp>
        <p:nvSpPr>
          <p:cNvPr id="691203" name="Rectangle 3">
            <a:extLst>
              <a:ext uri="{FF2B5EF4-FFF2-40B4-BE49-F238E27FC236}">
                <a16:creationId xmlns:a16="http://schemas.microsoft.com/office/drawing/2014/main" id="{D5548764-4558-8E93-A7ED-9568EF49C39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1CBC096-2049-C48B-1D04-D956A94C7D03}"/>
              </a:ext>
            </a:extLst>
          </p:cNvPr>
          <p:cNvSpPr>
            <a:spLocks noGrp="1" noChangeArrowheads="1"/>
          </p:cNvSpPr>
          <p:nvPr>
            <p:ph type="sldNum" sz="quarter" idx="5"/>
          </p:nvPr>
        </p:nvSpPr>
        <p:spPr>
          <a:ln/>
        </p:spPr>
        <p:txBody>
          <a:bodyPr/>
          <a:lstStyle/>
          <a:p>
            <a:fld id="{D47B8DBD-9F28-9945-B5C1-D10EDF530E55}" type="slidenum">
              <a:rPr lang="en-US" altLang="th-TH"/>
              <a:pPr/>
              <a:t>6</a:t>
            </a:fld>
            <a:endParaRPr lang="en-US" altLang="th-TH"/>
          </a:p>
        </p:txBody>
      </p:sp>
      <p:sp>
        <p:nvSpPr>
          <p:cNvPr id="692226" name="Rectangle 2">
            <a:extLst>
              <a:ext uri="{FF2B5EF4-FFF2-40B4-BE49-F238E27FC236}">
                <a16:creationId xmlns:a16="http://schemas.microsoft.com/office/drawing/2014/main" id="{F6384319-C792-64C2-7919-459810FE034A}"/>
              </a:ext>
            </a:extLst>
          </p:cNvPr>
          <p:cNvSpPr>
            <a:spLocks noRot="1" noChangeArrowheads="1" noTextEdit="1"/>
          </p:cNvSpPr>
          <p:nvPr>
            <p:ph type="sldImg"/>
          </p:nvPr>
        </p:nvSpPr>
        <p:spPr>
          <a:ln/>
        </p:spPr>
      </p:sp>
      <p:sp>
        <p:nvSpPr>
          <p:cNvPr id="692227" name="Rectangle 3">
            <a:extLst>
              <a:ext uri="{FF2B5EF4-FFF2-40B4-BE49-F238E27FC236}">
                <a16:creationId xmlns:a16="http://schemas.microsoft.com/office/drawing/2014/main" id="{4D95FD6A-2039-B594-60E2-053BB2307B9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DAC2FBF-DAE4-60F5-C76A-4F6D25C5EB8E}"/>
              </a:ext>
            </a:extLst>
          </p:cNvPr>
          <p:cNvSpPr>
            <a:spLocks noGrp="1" noChangeArrowheads="1"/>
          </p:cNvSpPr>
          <p:nvPr>
            <p:ph type="sldNum" sz="quarter" idx="5"/>
          </p:nvPr>
        </p:nvSpPr>
        <p:spPr>
          <a:ln/>
        </p:spPr>
        <p:txBody>
          <a:bodyPr/>
          <a:lstStyle/>
          <a:p>
            <a:fld id="{603468CD-294B-A741-B3E6-44F54629EF8E}" type="slidenum">
              <a:rPr lang="en-US" altLang="th-TH"/>
              <a:pPr/>
              <a:t>7</a:t>
            </a:fld>
            <a:endParaRPr lang="en-US" altLang="th-TH"/>
          </a:p>
        </p:txBody>
      </p:sp>
      <p:sp>
        <p:nvSpPr>
          <p:cNvPr id="693250" name="Rectangle 2">
            <a:extLst>
              <a:ext uri="{FF2B5EF4-FFF2-40B4-BE49-F238E27FC236}">
                <a16:creationId xmlns:a16="http://schemas.microsoft.com/office/drawing/2014/main" id="{11C2EA42-D551-C1A6-CC2A-555D58CA5C43}"/>
              </a:ext>
            </a:extLst>
          </p:cNvPr>
          <p:cNvSpPr>
            <a:spLocks noRot="1" noChangeArrowheads="1" noTextEdit="1"/>
          </p:cNvSpPr>
          <p:nvPr>
            <p:ph type="sldImg"/>
          </p:nvPr>
        </p:nvSpPr>
        <p:spPr>
          <a:ln/>
        </p:spPr>
      </p:sp>
      <p:sp>
        <p:nvSpPr>
          <p:cNvPr id="693251" name="Rectangle 3">
            <a:extLst>
              <a:ext uri="{FF2B5EF4-FFF2-40B4-BE49-F238E27FC236}">
                <a16:creationId xmlns:a16="http://schemas.microsoft.com/office/drawing/2014/main" id="{69B821F2-455E-A8CB-AF79-2EDB102D86D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5E7A9BC-3148-5FFF-961D-9C17E7EF16FE}"/>
              </a:ext>
            </a:extLst>
          </p:cNvPr>
          <p:cNvSpPr>
            <a:spLocks noGrp="1" noChangeArrowheads="1"/>
          </p:cNvSpPr>
          <p:nvPr>
            <p:ph type="sldNum" sz="quarter" idx="5"/>
          </p:nvPr>
        </p:nvSpPr>
        <p:spPr>
          <a:ln/>
        </p:spPr>
        <p:txBody>
          <a:bodyPr/>
          <a:lstStyle/>
          <a:p>
            <a:fld id="{2F03BCA7-F2F8-1D4C-8398-F900F7E4A78C}" type="slidenum">
              <a:rPr lang="en-US" altLang="th-TH"/>
              <a:pPr/>
              <a:t>8</a:t>
            </a:fld>
            <a:endParaRPr lang="en-US" altLang="th-TH"/>
          </a:p>
        </p:txBody>
      </p:sp>
      <p:sp>
        <p:nvSpPr>
          <p:cNvPr id="694274" name="Rectangle 2">
            <a:extLst>
              <a:ext uri="{FF2B5EF4-FFF2-40B4-BE49-F238E27FC236}">
                <a16:creationId xmlns:a16="http://schemas.microsoft.com/office/drawing/2014/main" id="{BE353623-6799-3E56-F6AF-4F09D15F91AC}"/>
              </a:ext>
            </a:extLst>
          </p:cNvPr>
          <p:cNvSpPr>
            <a:spLocks noRot="1" noChangeArrowheads="1" noTextEdit="1"/>
          </p:cNvSpPr>
          <p:nvPr>
            <p:ph type="sldImg"/>
          </p:nvPr>
        </p:nvSpPr>
        <p:spPr>
          <a:ln/>
        </p:spPr>
      </p:sp>
      <p:sp>
        <p:nvSpPr>
          <p:cNvPr id="694275" name="Rectangle 3">
            <a:extLst>
              <a:ext uri="{FF2B5EF4-FFF2-40B4-BE49-F238E27FC236}">
                <a16:creationId xmlns:a16="http://schemas.microsoft.com/office/drawing/2014/main" id="{5E6B16A3-28E1-E429-095C-DBBC8F9477B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DECE607-3899-0726-F020-A23EEEC36515}"/>
              </a:ext>
            </a:extLst>
          </p:cNvPr>
          <p:cNvSpPr>
            <a:spLocks noGrp="1" noChangeArrowheads="1"/>
          </p:cNvSpPr>
          <p:nvPr>
            <p:ph type="sldNum" sz="quarter" idx="5"/>
          </p:nvPr>
        </p:nvSpPr>
        <p:spPr>
          <a:ln/>
        </p:spPr>
        <p:txBody>
          <a:bodyPr/>
          <a:lstStyle/>
          <a:p>
            <a:fld id="{34BBE09C-11EF-8E43-B5B0-6E99524709D5}" type="slidenum">
              <a:rPr lang="en-US" altLang="th-TH"/>
              <a:pPr/>
              <a:t>9</a:t>
            </a:fld>
            <a:endParaRPr lang="en-US" altLang="th-TH"/>
          </a:p>
        </p:txBody>
      </p:sp>
      <p:sp>
        <p:nvSpPr>
          <p:cNvPr id="695298" name="Rectangle 2">
            <a:extLst>
              <a:ext uri="{FF2B5EF4-FFF2-40B4-BE49-F238E27FC236}">
                <a16:creationId xmlns:a16="http://schemas.microsoft.com/office/drawing/2014/main" id="{D18E2CC3-6A02-63AC-B57D-C5B6B705A528}"/>
              </a:ext>
            </a:extLst>
          </p:cNvPr>
          <p:cNvSpPr>
            <a:spLocks noRot="1" noChangeArrowheads="1" noTextEdit="1"/>
          </p:cNvSpPr>
          <p:nvPr>
            <p:ph type="sldImg"/>
          </p:nvPr>
        </p:nvSpPr>
        <p:spPr>
          <a:ln/>
        </p:spPr>
      </p:sp>
      <p:sp>
        <p:nvSpPr>
          <p:cNvPr id="695299" name="Rectangle 3">
            <a:extLst>
              <a:ext uri="{FF2B5EF4-FFF2-40B4-BE49-F238E27FC236}">
                <a16:creationId xmlns:a16="http://schemas.microsoft.com/office/drawing/2014/main" id="{251B4B08-60BE-3C0D-C1C0-5892F46DC55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5DDB512-613F-A633-AF80-CA36B9055D08}"/>
              </a:ext>
            </a:extLst>
          </p:cNvPr>
          <p:cNvSpPr>
            <a:spLocks noGrp="1" noChangeArrowheads="1"/>
          </p:cNvSpPr>
          <p:nvPr>
            <p:ph type="sldNum" sz="quarter" idx="5"/>
          </p:nvPr>
        </p:nvSpPr>
        <p:spPr>
          <a:ln/>
        </p:spPr>
        <p:txBody>
          <a:bodyPr/>
          <a:lstStyle/>
          <a:p>
            <a:fld id="{DAF98F2D-A45B-0348-BA3B-5B60C02A6446}" type="slidenum">
              <a:rPr lang="en-US" altLang="th-TH"/>
              <a:pPr/>
              <a:t>10</a:t>
            </a:fld>
            <a:endParaRPr lang="en-US" altLang="th-TH"/>
          </a:p>
        </p:txBody>
      </p:sp>
      <p:sp>
        <p:nvSpPr>
          <p:cNvPr id="696322" name="Rectangle 2">
            <a:extLst>
              <a:ext uri="{FF2B5EF4-FFF2-40B4-BE49-F238E27FC236}">
                <a16:creationId xmlns:a16="http://schemas.microsoft.com/office/drawing/2014/main" id="{C684504D-BE60-E9A1-3E2E-3BB511C1B428}"/>
              </a:ext>
            </a:extLst>
          </p:cNvPr>
          <p:cNvSpPr>
            <a:spLocks noRot="1" noChangeArrowheads="1" noTextEdit="1"/>
          </p:cNvSpPr>
          <p:nvPr>
            <p:ph type="sldImg"/>
          </p:nvPr>
        </p:nvSpPr>
        <p:spPr>
          <a:ln/>
        </p:spPr>
      </p:sp>
      <p:sp>
        <p:nvSpPr>
          <p:cNvPr id="696323" name="Rectangle 3">
            <a:extLst>
              <a:ext uri="{FF2B5EF4-FFF2-40B4-BE49-F238E27FC236}">
                <a16:creationId xmlns:a16="http://schemas.microsoft.com/office/drawing/2014/main" id="{B388BB72-18D8-9567-74AC-C55E04BED35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ADEBF08-3402-B2FC-9DBF-217D47235215}"/>
              </a:ext>
            </a:extLst>
          </p:cNvPr>
          <p:cNvSpPr>
            <a:spLocks noGrp="1" noChangeArrowheads="1"/>
          </p:cNvSpPr>
          <p:nvPr>
            <p:ph type="sldNum" sz="quarter" idx="5"/>
          </p:nvPr>
        </p:nvSpPr>
        <p:spPr>
          <a:ln/>
        </p:spPr>
        <p:txBody>
          <a:bodyPr/>
          <a:lstStyle/>
          <a:p>
            <a:fld id="{0C848F57-37BC-F645-ACFD-61703345D97D}" type="slidenum">
              <a:rPr lang="en-US" altLang="th-TH"/>
              <a:pPr/>
              <a:t>11</a:t>
            </a:fld>
            <a:endParaRPr lang="en-US" altLang="th-TH"/>
          </a:p>
        </p:txBody>
      </p:sp>
      <p:sp>
        <p:nvSpPr>
          <p:cNvPr id="697346" name="Rectangle 2">
            <a:extLst>
              <a:ext uri="{FF2B5EF4-FFF2-40B4-BE49-F238E27FC236}">
                <a16:creationId xmlns:a16="http://schemas.microsoft.com/office/drawing/2014/main" id="{257AEA5E-0E24-D8CE-B6B2-C89C54965B65}"/>
              </a:ext>
            </a:extLst>
          </p:cNvPr>
          <p:cNvSpPr>
            <a:spLocks noRot="1" noChangeArrowheads="1" noTextEdit="1"/>
          </p:cNvSpPr>
          <p:nvPr>
            <p:ph type="sldImg"/>
          </p:nvPr>
        </p:nvSpPr>
        <p:spPr>
          <a:ln/>
        </p:spPr>
      </p:sp>
      <p:sp>
        <p:nvSpPr>
          <p:cNvPr id="697347" name="Rectangle 3">
            <a:extLst>
              <a:ext uri="{FF2B5EF4-FFF2-40B4-BE49-F238E27FC236}">
                <a16:creationId xmlns:a16="http://schemas.microsoft.com/office/drawing/2014/main" id="{1CD40B69-4946-DE06-72FC-053E36BF25E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789CC11-AA86-E6A5-B389-6CA447651EB4}"/>
              </a:ext>
            </a:extLst>
          </p:cNvPr>
          <p:cNvSpPr>
            <a:spLocks noGrp="1" noChangeArrowheads="1"/>
          </p:cNvSpPr>
          <p:nvPr>
            <p:ph type="sldNum" sz="quarter" idx="5"/>
          </p:nvPr>
        </p:nvSpPr>
        <p:spPr>
          <a:ln/>
        </p:spPr>
        <p:txBody>
          <a:bodyPr/>
          <a:lstStyle/>
          <a:p>
            <a:fld id="{74FC0523-EBE3-D74C-9AE7-9853EC7A2436}" type="slidenum">
              <a:rPr lang="en-US" altLang="th-TH"/>
              <a:pPr/>
              <a:t>12</a:t>
            </a:fld>
            <a:endParaRPr lang="en-US" altLang="th-TH"/>
          </a:p>
        </p:txBody>
      </p:sp>
      <p:sp>
        <p:nvSpPr>
          <p:cNvPr id="698370" name="Rectangle 2">
            <a:extLst>
              <a:ext uri="{FF2B5EF4-FFF2-40B4-BE49-F238E27FC236}">
                <a16:creationId xmlns:a16="http://schemas.microsoft.com/office/drawing/2014/main" id="{B0D14D7B-3E42-0BD5-7B8E-AF3E2C10163D}"/>
              </a:ext>
            </a:extLst>
          </p:cNvPr>
          <p:cNvSpPr>
            <a:spLocks noRot="1" noChangeArrowheads="1" noTextEdit="1"/>
          </p:cNvSpPr>
          <p:nvPr>
            <p:ph type="sldImg"/>
          </p:nvPr>
        </p:nvSpPr>
        <p:spPr>
          <a:ln/>
        </p:spPr>
      </p:sp>
      <p:sp>
        <p:nvSpPr>
          <p:cNvPr id="698371" name="Rectangle 3">
            <a:extLst>
              <a:ext uri="{FF2B5EF4-FFF2-40B4-BE49-F238E27FC236}">
                <a16:creationId xmlns:a16="http://schemas.microsoft.com/office/drawing/2014/main" id="{17B342C9-A5C4-E681-1DDE-0057CE9FE1B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84AAFDD-5953-A85A-1939-EBF00422CC46}"/>
              </a:ext>
            </a:extLst>
          </p:cNvPr>
          <p:cNvSpPr>
            <a:spLocks noGrp="1" noChangeArrowheads="1"/>
          </p:cNvSpPr>
          <p:nvPr>
            <p:ph type="sldNum" sz="quarter" idx="5"/>
          </p:nvPr>
        </p:nvSpPr>
        <p:spPr>
          <a:ln/>
        </p:spPr>
        <p:txBody>
          <a:bodyPr/>
          <a:lstStyle/>
          <a:p>
            <a:fld id="{3DE0C76A-AFF1-8E41-9731-0AC17CF12836}" type="slidenum">
              <a:rPr lang="en-US" altLang="th-TH"/>
              <a:pPr/>
              <a:t>13</a:t>
            </a:fld>
            <a:endParaRPr lang="en-US" altLang="th-TH"/>
          </a:p>
        </p:txBody>
      </p:sp>
      <p:sp>
        <p:nvSpPr>
          <p:cNvPr id="699394" name="Rectangle 2">
            <a:extLst>
              <a:ext uri="{FF2B5EF4-FFF2-40B4-BE49-F238E27FC236}">
                <a16:creationId xmlns:a16="http://schemas.microsoft.com/office/drawing/2014/main" id="{5204F5C0-F9DB-73CD-86DC-0FF1C712FA4C}"/>
              </a:ext>
            </a:extLst>
          </p:cNvPr>
          <p:cNvSpPr>
            <a:spLocks noRot="1" noChangeArrowheads="1" noTextEdit="1"/>
          </p:cNvSpPr>
          <p:nvPr>
            <p:ph type="sldImg"/>
          </p:nvPr>
        </p:nvSpPr>
        <p:spPr>
          <a:ln/>
        </p:spPr>
      </p:sp>
      <p:sp>
        <p:nvSpPr>
          <p:cNvPr id="699395" name="Rectangle 3">
            <a:extLst>
              <a:ext uri="{FF2B5EF4-FFF2-40B4-BE49-F238E27FC236}">
                <a16:creationId xmlns:a16="http://schemas.microsoft.com/office/drawing/2014/main" id="{C777ADA3-C761-0B72-C577-91FA1A9ACA2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436A6D1-8FBA-3BAB-6BAB-32778B08DEBA}"/>
              </a:ext>
            </a:extLst>
          </p:cNvPr>
          <p:cNvSpPr>
            <a:spLocks noGrp="1" noChangeArrowheads="1"/>
          </p:cNvSpPr>
          <p:nvPr>
            <p:ph type="sldNum" sz="quarter" idx="5"/>
          </p:nvPr>
        </p:nvSpPr>
        <p:spPr>
          <a:ln/>
        </p:spPr>
        <p:txBody>
          <a:bodyPr/>
          <a:lstStyle/>
          <a:p>
            <a:fld id="{8724CE3D-5B20-C44F-9F34-507A83688AE9}" type="slidenum">
              <a:rPr lang="en-US" altLang="th-TH"/>
              <a:pPr/>
              <a:t>14</a:t>
            </a:fld>
            <a:endParaRPr lang="en-US" altLang="th-TH"/>
          </a:p>
        </p:txBody>
      </p:sp>
      <p:sp>
        <p:nvSpPr>
          <p:cNvPr id="700418" name="Rectangle 2">
            <a:extLst>
              <a:ext uri="{FF2B5EF4-FFF2-40B4-BE49-F238E27FC236}">
                <a16:creationId xmlns:a16="http://schemas.microsoft.com/office/drawing/2014/main" id="{D12FCFC5-DDE4-C3AF-76EA-1EF506075B08}"/>
              </a:ext>
            </a:extLst>
          </p:cNvPr>
          <p:cNvSpPr>
            <a:spLocks noRot="1" noChangeArrowheads="1" noTextEdit="1"/>
          </p:cNvSpPr>
          <p:nvPr>
            <p:ph type="sldImg"/>
          </p:nvPr>
        </p:nvSpPr>
        <p:spPr>
          <a:ln/>
        </p:spPr>
      </p:sp>
      <p:sp>
        <p:nvSpPr>
          <p:cNvPr id="700419" name="Rectangle 3">
            <a:extLst>
              <a:ext uri="{FF2B5EF4-FFF2-40B4-BE49-F238E27FC236}">
                <a16:creationId xmlns:a16="http://schemas.microsoft.com/office/drawing/2014/main" id="{2B3C94AA-F4DB-856E-BC46-2DE9F7F531D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9266AB-B206-01A6-FD7D-46DE2D32BDC7}"/>
              </a:ext>
            </a:extLst>
          </p:cNvPr>
          <p:cNvSpPr>
            <a:spLocks noGrp="1" noChangeArrowheads="1"/>
          </p:cNvSpPr>
          <p:nvPr>
            <p:ph type="sldNum" sz="quarter" idx="5"/>
          </p:nvPr>
        </p:nvSpPr>
        <p:spPr>
          <a:ln/>
        </p:spPr>
        <p:txBody>
          <a:bodyPr/>
          <a:lstStyle/>
          <a:p>
            <a:fld id="{CBECA194-A8DD-D54B-BD21-F06DBAFBADAD}" type="slidenum">
              <a:rPr lang="en-US" altLang="th-TH"/>
              <a:pPr/>
              <a:t>15</a:t>
            </a:fld>
            <a:endParaRPr lang="en-US" altLang="th-TH"/>
          </a:p>
        </p:txBody>
      </p:sp>
      <p:sp>
        <p:nvSpPr>
          <p:cNvPr id="701442" name="Rectangle 2">
            <a:extLst>
              <a:ext uri="{FF2B5EF4-FFF2-40B4-BE49-F238E27FC236}">
                <a16:creationId xmlns:a16="http://schemas.microsoft.com/office/drawing/2014/main" id="{CEFB5B7A-B87E-9DB2-1D9D-E3C98C2FFDFD}"/>
              </a:ext>
            </a:extLst>
          </p:cNvPr>
          <p:cNvSpPr>
            <a:spLocks noRot="1" noChangeArrowheads="1" noTextEdit="1"/>
          </p:cNvSpPr>
          <p:nvPr>
            <p:ph type="sldImg"/>
          </p:nvPr>
        </p:nvSpPr>
        <p:spPr>
          <a:ln/>
        </p:spPr>
      </p:sp>
      <p:sp>
        <p:nvSpPr>
          <p:cNvPr id="701443" name="Rectangle 3">
            <a:extLst>
              <a:ext uri="{FF2B5EF4-FFF2-40B4-BE49-F238E27FC236}">
                <a16:creationId xmlns:a16="http://schemas.microsoft.com/office/drawing/2014/main" id="{B323EC4A-BE7C-F43D-D189-8F085B0218C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C679416-2BC6-B2DA-8FE4-FF1DA993A4DE}"/>
              </a:ext>
            </a:extLst>
          </p:cNvPr>
          <p:cNvSpPr>
            <a:spLocks noGrp="1" noChangeArrowheads="1"/>
          </p:cNvSpPr>
          <p:nvPr>
            <p:ph type="sldNum" sz="quarter" idx="5"/>
          </p:nvPr>
        </p:nvSpPr>
        <p:spPr>
          <a:ln/>
        </p:spPr>
        <p:txBody>
          <a:bodyPr/>
          <a:lstStyle/>
          <a:p>
            <a:fld id="{E4928F08-8857-824E-950B-E51FA945CECB}" type="slidenum">
              <a:rPr lang="en-US" altLang="th-TH"/>
              <a:pPr/>
              <a:t>16</a:t>
            </a:fld>
            <a:endParaRPr lang="en-US" altLang="th-TH"/>
          </a:p>
        </p:txBody>
      </p:sp>
      <p:sp>
        <p:nvSpPr>
          <p:cNvPr id="702466" name="Rectangle 2">
            <a:extLst>
              <a:ext uri="{FF2B5EF4-FFF2-40B4-BE49-F238E27FC236}">
                <a16:creationId xmlns:a16="http://schemas.microsoft.com/office/drawing/2014/main" id="{D563E380-A056-65EC-75A0-57D28D43B807}"/>
              </a:ext>
            </a:extLst>
          </p:cNvPr>
          <p:cNvSpPr>
            <a:spLocks noRot="1" noChangeArrowheads="1" noTextEdit="1"/>
          </p:cNvSpPr>
          <p:nvPr>
            <p:ph type="sldImg"/>
          </p:nvPr>
        </p:nvSpPr>
        <p:spPr>
          <a:ln/>
        </p:spPr>
      </p:sp>
      <p:sp>
        <p:nvSpPr>
          <p:cNvPr id="702467" name="Rectangle 3">
            <a:extLst>
              <a:ext uri="{FF2B5EF4-FFF2-40B4-BE49-F238E27FC236}">
                <a16:creationId xmlns:a16="http://schemas.microsoft.com/office/drawing/2014/main" id="{1E876E14-053E-2F81-A80B-A70895A8076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FAB6DFD-5D54-7AD3-7D40-5051357E8958}"/>
              </a:ext>
            </a:extLst>
          </p:cNvPr>
          <p:cNvSpPr>
            <a:spLocks noGrp="1" noChangeArrowheads="1"/>
          </p:cNvSpPr>
          <p:nvPr>
            <p:ph type="sldNum" sz="quarter" idx="5"/>
          </p:nvPr>
        </p:nvSpPr>
        <p:spPr>
          <a:ln/>
        </p:spPr>
        <p:txBody>
          <a:bodyPr/>
          <a:lstStyle/>
          <a:p>
            <a:fld id="{840CDF67-502F-944C-8F05-851757AF4A8E}" type="slidenum">
              <a:rPr lang="en-US" altLang="th-TH"/>
              <a:pPr/>
              <a:t>17</a:t>
            </a:fld>
            <a:endParaRPr lang="en-US" altLang="th-TH"/>
          </a:p>
        </p:txBody>
      </p:sp>
      <p:sp>
        <p:nvSpPr>
          <p:cNvPr id="703490" name="Rectangle 2">
            <a:extLst>
              <a:ext uri="{FF2B5EF4-FFF2-40B4-BE49-F238E27FC236}">
                <a16:creationId xmlns:a16="http://schemas.microsoft.com/office/drawing/2014/main" id="{394F6A93-B78E-3006-181D-BBE5EDBA984E}"/>
              </a:ext>
            </a:extLst>
          </p:cNvPr>
          <p:cNvSpPr>
            <a:spLocks noRot="1" noChangeArrowheads="1" noTextEdit="1"/>
          </p:cNvSpPr>
          <p:nvPr>
            <p:ph type="sldImg"/>
          </p:nvPr>
        </p:nvSpPr>
        <p:spPr>
          <a:ln/>
        </p:spPr>
      </p:sp>
      <p:sp>
        <p:nvSpPr>
          <p:cNvPr id="703491" name="Rectangle 3">
            <a:extLst>
              <a:ext uri="{FF2B5EF4-FFF2-40B4-BE49-F238E27FC236}">
                <a16:creationId xmlns:a16="http://schemas.microsoft.com/office/drawing/2014/main" id="{4DFCB5DD-2D9D-8F9A-5FCE-D8371D21287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895FE67-FCB2-9F96-E047-B27597F5F6B5}"/>
              </a:ext>
            </a:extLst>
          </p:cNvPr>
          <p:cNvSpPr>
            <a:spLocks noGrp="1" noChangeArrowheads="1"/>
          </p:cNvSpPr>
          <p:nvPr>
            <p:ph type="sldNum" sz="quarter" idx="5"/>
          </p:nvPr>
        </p:nvSpPr>
        <p:spPr>
          <a:ln/>
        </p:spPr>
        <p:txBody>
          <a:bodyPr/>
          <a:lstStyle/>
          <a:p>
            <a:fld id="{AEA0D5AC-3767-CE42-A745-CCB885780149}" type="slidenum">
              <a:rPr lang="en-US" altLang="th-TH"/>
              <a:pPr/>
              <a:t>18</a:t>
            </a:fld>
            <a:endParaRPr lang="en-US" altLang="th-TH"/>
          </a:p>
        </p:txBody>
      </p:sp>
      <p:sp>
        <p:nvSpPr>
          <p:cNvPr id="704514" name="Rectangle 2">
            <a:extLst>
              <a:ext uri="{FF2B5EF4-FFF2-40B4-BE49-F238E27FC236}">
                <a16:creationId xmlns:a16="http://schemas.microsoft.com/office/drawing/2014/main" id="{066A7EA7-5F68-3CD7-4F95-E2356F7BEE8E}"/>
              </a:ext>
            </a:extLst>
          </p:cNvPr>
          <p:cNvSpPr>
            <a:spLocks noRot="1" noChangeArrowheads="1" noTextEdit="1"/>
          </p:cNvSpPr>
          <p:nvPr>
            <p:ph type="sldImg"/>
          </p:nvPr>
        </p:nvSpPr>
        <p:spPr>
          <a:ln/>
        </p:spPr>
      </p:sp>
      <p:sp>
        <p:nvSpPr>
          <p:cNvPr id="704515" name="Rectangle 3">
            <a:extLst>
              <a:ext uri="{FF2B5EF4-FFF2-40B4-BE49-F238E27FC236}">
                <a16:creationId xmlns:a16="http://schemas.microsoft.com/office/drawing/2014/main" id="{22B2A0FF-EFE2-56CB-5DDC-3A4FA5FE1F8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B121CA4-CEA9-33C6-C466-73C77C051AC6}"/>
              </a:ext>
            </a:extLst>
          </p:cNvPr>
          <p:cNvSpPr>
            <a:spLocks noGrp="1" noChangeArrowheads="1"/>
          </p:cNvSpPr>
          <p:nvPr>
            <p:ph type="sldNum" sz="quarter" idx="5"/>
          </p:nvPr>
        </p:nvSpPr>
        <p:spPr>
          <a:ln/>
        </p:spPr>
        <p:txBody>
          <a:bodyPr/>
          <a:lstStyle/>
          <a:p>
            <a:fld id="{554925B2-3C0D-3744-9888-DF093796C847}" type="slidenum">
              <a:rPr lang="en-US" altLang="th-TH"/>
              <a:pPr/>
              <a:t>19</a:t>
            </a:fld>
            <a:endParaRPr lang="en-US" altLang="th-TH"/>
          </a:p>
        </p:txBody>
      </p:sp>
      <p:sp>
        <p:nvSpPr>
          <p:cNvPr id="705538" name="Rectangle 2">
            <a:extLst>
              <a:ext uri="{FF2B5EF4-FFF2-40B4-BE49-F238E27FC236}">
                <a16:creationId xmlns:a16="http://schemas.microsoft.com/office/drawing/2014/main" id="{53ADE759-5DCB-B680-B8B9-C64FB3FB830F}"/>
              </a:ext>
            </a:extLst>
          </p:cNvPr>
          <p:cNvSpPr>
            <a:spLocks noRot="1" noChangeArrowheads="1" noTextEdit="1"/>
          </p:cNvSpPr>
          <p:nvPr>
            <p:ph type="sldImg"/>
          </p:nvPr>
        </p:nvSpPr>
        <p:spPr>
          <a:ln/>
        </p:spPr>
      </p:sp>
      <p:sp>
        <p:nvSpPr>
          <p:cNvPr id="705539" name="Rectangle 3">
            <a:extLst>
              <a:ext uri="{FF2B5EF4-FFF2-40B4-BE49-F238E27FC236}">
                <a16:creationId xmlns:a16="http://schemas.microsoft.com/office/drawing/2014/main" id="{17BD0848-520B-8B67-2A01-50669B55485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88B8392-C207-C72E-8A3A-041C7BBAF24E}"/>
              </a:ext>
            </a:extLst>
          </p:cNvPr>
          <p:cNvSpPr>
            <a:spLocks noGrp="1" noChangeArrowheads="1"/>
          </p:cNvSpPr>
          <p:nvPr>
            <p:ph type="sldNum" sz="quarter" idx="5"/>
          </p:nvPr>
        </p:nvSpPr>
        <p:spPr>
          <a:ln/>
        </p:spPr>
        <p:txBody>
          <a:bodyPr/>
          <a:lstStyle/>
          <a:p>
            <a:fld id="{E07D4487-A84C-9E4D-843A-7461462B9AC4}" type="slidenum">
              <a:rPr lang="en-US" altLang="th-TH"/>
              <a:pPr/>
              <a:t>20</a:t>
            </a:fld>
            <a:endParaRPr lang="en-US" altLang="th-TH"/>
          </a:p>
        </p:txBody>
      </p:sp>
      <p:sp>
        <p:nvSpPr>
          <p:cNvPr id="706562" name="Rectangle 2">
            <a:extLst>
              <a:ext uri="{FF2B5EF4-FFF2-40B4-BE49-F238E27FC236}">
                <a16:creationId xmlns:a16="http://schemas.microsoft.com/office/drawing/2014/main" id="{C41A140F-12BD-7C3D-6E43-AC822FCB75CF}"/>
              </a:ext>
            </a:extLst>
          </p:cNvPr>
          <p:cNvSpPr>
            <a:spLocks noRot="1" noChangeArrowheads="1" noTextEdit="1"/>
          </p:cNvSpPr>
          <p:nvPr>
            <p:ph type="sldImg"/>
          </p:nvPr>
        </p:nvSpPr>
        <p:spPr>
          <a:ln/>
        </p:spPr>
      </p:sp>
      <p:sp>
        <p:nvSpPr>
          <p:cNvPr id="706563" name="Rectangle 3">
            <a:extLst>
              <a:ext uri="{FF2B5EF4-FFF2-40B4-BE49-F238E27FC236}">
                <a16:creationId xmlns:a16="http://schemas.microsoft.com/office/drawing/2014/main" id="{92D9B16F-5FAB-3A36-748F-A8E645D09BF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374FCC1-B451-6AEC-BF52-4533FE9C7038}"/>
              </a:ext>
            </a:extLst>
          </p:cNvPr>
          <p:cNvSpPr>
            <a:spLocks noGrp="1" noChangeArrowheads="1"/>
          </p:cNvSpPr>
          <p:nvPr>
            <p:ph type="sldNum" sz="quarter" idx="5"/>
          </p:nvPr>
        </p:nvSpPr>
        <p:spPr>
          <a:ln/>
        </p:spPr>
        <p:txBody>
          <a:bodyPr/>
          <a:lstStyle/>
          <a:p>
            <a:fld id="{9E928EEA-0194-9149-BFC9-F07E6713BA25}" type="slidenum">
              <a:rPr lang="en-US" altLang="th-TH"/>
              <a:pPr/>
              <a:t>21</a:t>
            </a:fld>
            <a:endParaRPr lang="en-US" altLang="th-TH"/>
          </a:p>
        </p:txBody>
      </p:sp>
      <p:sp>
        <p:nvSpPr>
          <p:cNvPr id="708610" name="Rectangle 2">
            <a:extLst>
              <a:ext uri="{FF2B5EF4-FFF2-40B4-BE49-F238E27FC236}">
                <a16:creationId xmlns:a16="http://schemas.microsoft.com/office/drawing/2014/main" id="{2F3FF306-07D8-DF4C-3559-83F370C25559}"/>
              </a:ext>
            </a:extLst>
          </p:cNvPr>
          <p:cNvSpPr>
            <a:spLocks noRot="1" noChangeArrowheads="1" noTextEdit="1"/>
          </p:cNvSpPr>
          <p:nvPr>
            <p:ph type="sldImg"/>
          </p:nvPr>
        </p:nvSpPr>
        <p:spPr>
          <a:ln/>
        </p:spPr>
      </p:sp>
      <p:sp>
        <p:nvSpPr>
          <p:cNvPr id="708611" name="Rectangle 3">
            <a:extLst>
              <a:ext uri="{FF2B5EF4-FFF2-40B4-BE49-F238E27FC236}">
                <a16:creationId xmlns:a16="http://schemas.microsoft.com/office/drawing/2014/main" id="{12DBB731-D3BA-EC2E-45B6-406FC04AD68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C432571-F168-CBF2-391F-907569B1EFD3}"/>
              </a:ext>
            </a:extLst>
          </p:cNvPr>
          <p:cNvSpPr>
            <a:spLocks noGrp="1" noChangeArrowheads="1"/>
          </p:cNvSpPr>
          <p:nvPr>
            <p:ph type="sldNum" sz="quarter" idx="5"/>
          </p:nvPr>
        </p:nvSpPr>
        <p:spPr>
          <a:ln/>
        </p:spPr>
        <p:txBody>
          <a:bodyPr/>
          <a:lstStyle/>
          <a:p>
            <a:fld id="{EAE5199D-D97E-3F47-BD40-0DE5549DD543}" type="slidenum">
              <a:rPr lang="en-US" altLang="th-TH"/>
              <a:pPr/>
              <a:t>22</a:t>
            </a:fld>
            <a:endParaRPr lang="en-US" altLang="th-TH"/>
          </a:p>
        </p:txBody>
      </p:sp>
      <p:sp>
        <p:nvSpPr>
          <p:cNvPr id="709634" name="Rectangle 2">
            <a:extLst>
              <a:ext uri="{FF2B5EF4-FFF2-40B4-BE49-F238E27FC236}">
                <a16:creationId xmlns:a16="http://schemas.microsoft.com/office/drawing/2014/main" id="{85D61C57-9A88-F289-4F97-4CC271BE67EC}"/>
              </a:ext>
            </a:extLst>
          </p:cNvPr>
          <p:cNvSpPr>
            <a:spLocks noRot="1" noChangeArrowheads="1" noTextEdit="1"/>
          </p:cNvSpPr>
          <p:nvPr>
            <p:ph type="sldImg"/>
          </p:nvPr>
        </p:nvSpPr>
        <p:spPr>
          <a:ln/>
        </p:spPr>
      </p:sp>
      <p:sp>
        <p:nvSpPr>
          <p:cNvPr id="709635" name="Rectangle 3">
            <a:extLst>
              <a:ext uri="{FF2B5EF4-FFF2-40B4-BE49-F238E27FC236}">
                <a16:creationId xmlns:a16="http://schemas.microsoft.com/office/drawing/2014/main" id="{06696E53-CE11-2252-B433-2FBA7B96B19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51FE0C8-F468-6667-B45E-EC3747066F55}"/>
              </a:ext>
            </a:extLst>
          </p:cNvPr>
          <p:cNvSpPr>
            <a:spLocks noGrp="1" noChangeArrowheads="1"/>
          </p:cNvSpPr>
          <p:nvPr>
            <p:ph type="sldNum" sz="quarter" idx="5"/>
          </p:nvPr>
        </p:nvSpPr>
        <p:spPr>
          <a:ln/>
        </p:spPr>
        <p:txBody>
          <a:bodyPr/>
          <a:lstStyle/>
          <a:p>
            <a:fld id="{944C65F9-D9EC-E74A-A6D4-F3533206B757}" type="slidenum">
              <a:rPr lang="en-US" altLang="th-TH"/>
              <a:pPr/>
              <a:t>23</a:t>
            </a:fld>
            <a:endParaRPr lang="en-US" altLang="th-TH"/>
          </a:p>
        </p:txBody>
      </p:sp>
      <p:sp>
        <p:nvSpPr>
          <p:cNvPr id="710658" name="Rectangle 2">
            <a:extLst>
              <a:ext uri="{FF2B5EF4-FFF2-40B4-BE49-F238E27FC236}">
                <a16:creationId xmlns:a16="http://schemas.microsoft.com/office/drawing/2014/main" id="{C3CE7D17-E307-4B30-61E2-3BF7C2DAAE55}"/>
              </a:ext>
            </a:extLst>
          </p:cNvPr>
          <p:cNvSpPr>
            <a:spLocks noRot="1" noChangeArrowheads="1" noTextEdit="1"/>
          </p:cNvSpPr>
          <p:nvPr>
            <p:ph type="sldImg"/>
          </p:nvPr>
        </p:nvSpPr>
        <p:spPr>
          <a:ln/>
        </p:spPr>
      </p:sp>
      <p:sp>
        <p:nvSpPr>
          <p:cNvPr id="710659" name="Rectangle 3">
            <a:extLst>
              <a:ext uri="{FF2B5EF4-FFF2-40B4-BE49-F238E27FC236}">
                <a16:creationId xmlns:a16="http://schemas.microsoft.com/office/drawing/2014/main" id="{E1310BC5-9984-F465-C254-064610E862D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EAE56CA-C4A4-CC37-9E98-38DB054FB3BF}"/>
              </a:ext>
            </a:extLst>
          </p:cNvPr>
          <p:cNvSpPr>
            <a:spLocks noGrp="1" noChangeArrowheads="1"/>
          </p:cNvSpPr>
          <p:nvPr>
            <p:ph type="sldNum" sz="quarter" idx="5"/>
          </p:nvPr>
        </p:nvSpPr>
        <p:spPr>
          <a:ln/>
        </p:spPr>
        <p:txBody>
          <a:bodyPr/>
          <a:lstStyle/>
          <a:p>
            <a:fld id="{DED3C06A-CF58-884A-9F22-071DAE4B13E7}" type="slidenum">
              <a:rPr lang="en-US" altLang="th-TH"/>
              <a:pPr/>
              <a:t>24</a:t>
            </a:fld>
            <a:endParaRPr lang="en-US" altLang="th-TH"/>
          </a:p>
        </p:txBody>
      </p:sp>
      <p:sp>
        <p:nvSpPr>
          <p:cNvPr id="711682" name="Rectangle 2">
            <a:extLst>
              <a:ext uri="{FF2B5EF4-FFF2-40B4-BE49-F238E27FC236}">
                <a16:creationId xmlns:a16="http://schemas.microsoft.com/office/drawing/2014/main" id="{32E9C34B-ED2F-C927-9DDE-83FE1D923F01}"/>
              </a:ext>
            </a:extLst>
          </p:cNvPr>
          <p:cNvSpPr>
            <a:spLocks noRot="1" noChangeArrowheads="1" noTextEdit="1"/>
          </p:cNvSpPr>
          <p:nvPr>
            <p:ph type="sldImg"/>
          </p:nvPr>
        </p:nvSpPr>
        <p:spPr>
          <a:ln/>
        </p:spPr>
      </p:sp>
      <p:sp>
        <p:nvSpPr>
          <p:cNvPr id="711683" name="Rectangle 3">
            <a:extLst>
              <a:ext uri="{FF2B5EF4-FFF2-40B4-BE49-F238E27FC236}">
                <a16:creationId xmlns:a16="http://schemas.microsoft.com/office/drawing/2014/main" id="{25383A2A-B972-1BE0-ED12-5E9C688C94F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246B9BF-91CA-6ECE-6E7A-066B89360419}"/>
              </a:ext>
            </a:extLst>
          </p:cNvPr>
          <p:cNvSpPr>
            <a:spLocks noGrp="1" noChangeArrowheads="1"/>
          </p:cNvSpPr>
          <p:nvPr>
            <p:ph type="sldNum" sz="quarter" idx="5"/>
          </p:nvPr>
        </p:nvSpPr>
        <p:spPr>
          <a:ln/>
        </p:spPr>
        <p:txBody>
          <a:bodyPr/>
          <a:lstStyle/>
          <a:p>
            <a:fld id="{15FA1C9E-87F1-AA47-96F6-C8E44F83F1E6}" type="slidenum">
              <a:rPr lang="en-US" altLang="th-TH"/>
              <a:pPr/>
              <a:t>25</a:t>
            </a:fld>
            <a:endParaRPr lang="en-US" altLang="th-TH"/>
          </a:p>
        </p:txBody>
      </p:sp>
      <p:sp>
        <p:nvSpPr>
          <p:cNvPr id="712706" name="Rectangle 2">
            <a:extLst>
              <a:ext uri="{FF2B5EF4-FFF2-40B4-BE49-F238E27FC236}">
                <a16:creationId xmlns:a16="http://schemas.microsoft.com/office/drawing/2014/main" id="{A7D19BB9-D892-3BEB-795C-A7F9CB83B08C}"/>
              </a:ext>
            </a:extLst>
          </p:cNvPr>
          <p:cNvSpPr>
            <a:spLocks noRot="1" noChangeArrowheads="1" noTextEdit="1"/>
          </p:cNvSpPr>
          <p:nvPr>
            <p:ph type="sldImg"/>
          </p:nvPr>
        </p:nvSpPr>
        <p:spPr>
          <a:ln/>
        </p:spPr>
      </p:sp>
      <p:sp>
        <p:nvSpPr>
          <p:cNvPr id="712707" name="Rectangle 3">
            <a:extLst>
              <a:ext uri="{FF2B5EF4-FFF2-40B4-BE49-F238E27FC236}">
                <a16:creationId xmlns:a16="http://schemas.microsoft.com/office/drawing/2014/main" id="{2290DC54-C666-24FE-9557-8C1E0E7BEEC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F3C84B6-F60D-D346-A01E-56724D47464A}"/>
              </a:ext>
            </a:extLst>
          </p:cNvPr>
          <p:cNvSpPr>
            <a:spLocks noGrp="1" noChangeArrowheads="1"/>
          </p:cNvSpPr>
          <p:nvPr>
            <p:ph type="sldNum" sz="quarter" idx="5"/>
          </p:nvPr>
        </p:nvSpPr>
        <p:spPr>
          <a:ln/>
        </p:spPr>
        <p:txBody>
          <a:bodyPr/>
          <a:lstStyle/>
          <a:p>
            <a:fld id="{E61A14B9-03FE-214C-8B96-5AE929322BB9}" type="slidenum">
              <a:rPr lang="en-US" altLang="th-TH"/>
              <a:pPr/>
              <a:t>26</a:t>
            </a:fld>
            <a:endParaRPr lang="en-US" altLang="th-TH"/>
          </a:p>
        </p:txBody>
      </p:sp>
      <p:sp>
        <p:nvSpPr>
          <p:cNvPr id="713730" name="Rectangle 2">
            <a:extLst>
              <a:ext uri="{FF2B5EF4-FFF2-40B4-BE49-F238E27FC236}">
                <a16:creationId xmlns:a16="http://schemas.microsoft.com/office/drawing/2014/main" id="{494340E1-DD15-F6E7-7BF5-053C034D3FCE}"/>
              </a:ext>
            </a:extLst>
          </p:cNvPr>
          <p:cNvSpPr>
            <a:spLocks noRot="1" noChangeArrowheads="1" noTextEdit="1"/>
          </p:cNvSpPr>
          <p:nvPr>
            <p:ph type="sldImg"/>
          </p:nvPr>
        </p:nvSpPr>
        <p:spPr>
          <a:ln/>
        </p:spPr>
      </p:sp>
      <p:sp>
        <p:nvSpPr>
          <p:cNvPr id="713731" name="Rectangle 3">
            <a:extLst>
              <a:ext uri="{FF2B5EF4-FFF2-40B4-BE49-F238E27FC236}">
                <a16:creationId xmlns:a16="http://schemas.microsoft.com/office/drawing/2014/main" id="{7623865E-8A21-98FD-29AD-4812A0B27F7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B4A8609-FA17-951D-5018-446CDF98B70D}"/>
              </a:ext>
            </a:extLst>
          </p:cNvPr>
          <p:cNvSpPr>
            <a:spLocks noGrp="1" noChangeArrowheads="1"/>
          </p:cNvSpPr>
          <p:nvPr>
            <p:ph type="sldNum" sz="quarter" idx="5"/>
          </p:nvPr>
        </p:nvSpPr>
        <p:spPr>
          <a:ln/>
        </p:spPr>
        <p:txBody>
          <a:bodyPr/>
          <a:lstStyle/>
          <a:p>
            <a:fld id="{631273D2-330C-B94A-A635-482C7C89D779}" type="slidenum">
              <a:rPr lang="en-US" altLang="th-TH"/>
              <a:pPr/>
              <a:t>27</a:t>
            </a:fld>
            <a:endParaRPr lang="en-US" altLang="th-TH"/>
          </a:p>
        </p:txBody>
      </p:sp>
      <p:sp>
        <p:nvSpPr>
          <p:cNvPr id="714754" name="Rectangle 2">
            <a:extLst>
              <a:ext uri="{FF2B5EF4-FFF2-40B4-BE49-F238E27FC236}">
                <a16:creationId xmlns:a16="http://schemas.microsoft.com/office/drawing/2014/main" id="{71596B13-8032-DC14-4F32-B0715AA6DD74}"/>
              </a:ext>
            </a:extLst>
          </p:cNvPr>
          <p:cNvSpPr>
            <a:spLocks noRot="1" noChangeArrowheads="1" noTextEdit="1"/>
          </p:cNvSpPr>
          <p:nvPr>
            <p:ph type="sldImg"/>
          </p:nvPr>
        </p:nvSpPr>
        <p:spPr>
          <a:ln/>
        </p:spPr>
      </p:sp>
      <p:sp>
        <p:nvSpPr>
          <p:cNvPr id="714755" name="Rectangle 3">
            <a:extLst>
              <a:ext uri="{FF2B5EF4-FFF2-40B4-BE49-F238E27FC236}">
                <a16:creationId xmlns:a16="http://schemas.microsoft.com/office/drawing/2014/main" id="{C76B04FB-C71A-079F-A147-329AD4270A6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3704890-BFBE-08E4-EB30-0180BD4FEA29}"/>
              </a:ext>
            </a:extLst>
          </p:cNvPr>
          <p:cNvSpPr>
            <a:spLocks noGrp="1" noChangeArrowheads="1"/>
          </p:cNvSpPr>
          <p:nvPr>
            <p:ph type="sldNum" sz="quarter" idx="5"/>
          </p:nvPr>
        </p:nvSpPr>
        <p:spPr>
          <a:ln/>
        </p:spPr>
        <p:txBody>
          <a:bodyPr/>
          <a:lstStyle/>
          <a:p>
            <a:fld id="{99D51F80-4C41-F546-BB54-4082F48025E6}" type="slidenum">
              <a:rPr lang="en-US" altLang="th-TH"/>
              <a:pPr/>
              <a:t>28</a:t>
            </a:fld>
            <a:endParaRPr lang="en-US" altLang="th-TH"/>
          </a:p>
        </p:txBody>
      </p:sp>
      <p:sp>
        <p:nvSpPr>
          <p:cNvPr id="715778" name="Rectangle 2">
            <a:extLst>
              <a:ext uri="{FF2B5EF4-FFF2-40B4-BE49-F238E27FC236}">
                <a16:creationId xmlns:a16="http://schemas.microsoft.com/office/drawing/2014/main" id="{1CC9CD5F-9AAA-068F-B99B-47B8A55712E4}"/>
              </a:ext>
            </a:extLst>
          </p:cNvPr>
          <p:cNvSpPr>
            <a:spLocks noRot="1" noChangeArrowheads="1" noTextEdit="1"/>
          </p:cNvSpPr>
          <p:nvPr>
            <p:ph type="sldImg"/>
          </p:nvPr>
        </p:nvSpPr>
        <p:spPr>
          <a:ln/>
        </p:spPr>
      </p:sp>
      <p:sp>
        <p:nvSpPr>
          <p:cNvPr id="715779" name="Rectangle 3">
            <a:extLst>
              <a:ext uri="{FF2B5EF4-FFF2-40B4-BE49-F238E27FC236}">
                <a16:creationId xmlns:a16="http://schemas.microsoft.com/office/drawing/2014/main" id="{1321A11B-6831-A3C8-A451-99132E6A1F7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3A99848-D6DE-AD89-D9FD-B1145D8EA159}"/>
              </a:ext>
            </a:extLst>
          </p:cNvPr>
          <p:cNvSpPr>
            <a:spLocks noGrp="1" noChangeArrowheads="1"/>
          </p:cNvSpPr>
          <p:nvPr>
            <p:ph type="sldNum" sz="quarter" idx="5"/>
          </p:nvPr>
        </p:nvSpPr>
        <p:spPr>
          <a:ln/>
        </p:spPr>
        <p:txBody>
          <a:bodyPr/>
          <a:lstStyle/>
          <a:p>
            <a:fld id="{AD307490-008C-804B-8283-DDEDD54FC4AC}" type="slidenum">
              <a:rPr lang="en-US" altLang="th-TH"/>
              <a:pPr/>
              <a:t>29</a:t>
            </a:fld>
            <a:endParaRPr lang="en-US" altLang="th-TH"/>
          </a:p>
        </p:txBody>
      </p:sp>
      <p:sp>
        <p:nvSpPr>
          <p:cNvPr id="716802" name="Rectangle 2">
            <a:extLst>
              <a:ext uri="{FF2B5EF4-FFF2-40B4-BE49-F238E27FC236}">
                <a16:creationId xmlns:a16="http://schemas.microsoft.com/office/drawing/2014/main" id="{A887606C-1F56-9DDF-5880-785974CD0665}"/>
              </a:ext>
            </a:extLst>
          </p:cNvPr>
          <p:cNvSpPr>
            <a:spLocks noRot="1" noChangeArrowheads="1" noTextEdit="1"/>
          </p:cNvSpPr>
          <p:nvPr>
            <p:ph type="sldImg"/>
          </p:nvPr>
        </p:nvSpPr>
        <p:spPr>
          <a:ln/>
        </p:spPr>
      </p:sp>
      <p:sp>
        <p:nvSpPr>
          <p:cNvPr id="716803" name="Rectangle 3">
            <a:extLst>
              <a:ext uri="{FF2B5EF4-FFF2-40B4-BE49-F238E27FC236}">
                <a16:creationId xmlns:a16="http://schemas.microsoft.com/office/drawing/2014/main" id="{1126C48A-B705-BD8C-2132-E36F2144598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800C3AA-8A3F-0166-D58D-A14EFED60965}"/>
              </a:ext>
            </a:extLst>
          </p:cNvPr>
          <p:cNvSpPr>
            <a:spLocks noGrp="1" noChangeArrowheads="1"/>
          </p:cNvSpPr>
          <p:nvPr>
            <p:ph type="sldNum" sz="quarter" idx="5"/>
          </p:nvPr>
        </p:nvSpPr>
        <p:spPr>
          <a:ln/>
        </p:spPr>
        <p:txBody>
          <a:bodyPr/>
          <a:lstStyle/>
          <a:p>
            <a:fld id="{C368209E-8CA9-9540-8F24-F178769483E5}" type="slidenum">
              <a:rPr lang="en-US" altLang="th-TH"/>
              <a:pPr/>
              <a:t>30</a:t>
            </a:fld>
            <a:endParaRPr lang="en-US" altLang="th-TH"/>
          </a:p>
        </p:txBody>
      </p:sp>
      <p:sp>
        <p:nvSpPr>
          <p:cNvPr id="717826" name="Rectangle 2">
            <a:extLst>
              <a:ext uri="{FF2B5EF4-FFF2-40B4-BE49-F238E27FC236}">
                <a16:creationId xmlns:a16="http://schemas.microsoft.com/office/drawing/2014/main" id="{5E4F5890-D859-F91E-1C70-4818E27BF106}"/>
              </a:ext>
            </a:extLst>
          </p:cNvPr>
          <p:cNvSpPr>
            <a:spLocks noRot="1" noChangeArrowheads="1" noTextEdit="1"/>
          </p:cNvSpPr>
          <p:nvPr>
            <p:ph type="sldImg"/>
          </p:nvPr>
        </p:nvSpPr>
        <p:spPr>
          <a:ln/>
        </p:spPr>
      </p:sp>
      <p:sp>
        <p:nvSpPr>
          <p:cNvPr id="717827" name="Rectangle 3">
            <a:extLst>
              <a:ext uri="{FF2B5EF4-FFF2-40B4-BE49-F238E27FC236}">
                <a16:creationId xmlns:a16="http://schemas.microsoft.com/office/drawing/2014/main" id="{A106A55F-0450-850C-ECA3-ED6AB7D077D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BFC94EB-CC5E-CE87-F8A8-FD684B8C7CA8}"/>
              </a:ext>
            </a:extLst>
          </p:cNvPr>
          <p:cNvSpPr>
            <a:spLocks noGrp="1" noChangeArrowheads="1"/>
          </p:cNvSpPr>
          <p:nvPr>
            <p:ph type="sldNum" sz="quarter" idx="5"/>
          </p:nvPr>
        </p:nvSpPr>
        <p:spPr>
          <a:ln/>
        </p:spPr>
        <p:txBody>
          <a:bodyPr/>
          <a:lstStyle/>
          <a:p>
            <a:fld id="{AC110B6C-EEDD-6743-92B5-03ABAD8713CB}" type="slidenum">
              <a:rPr lang="en-US" altLang="th-TH"/>
              <a:pPr/>
              <a:t>31</a:t>
            </a:fld>
            <a:endParaRPr lang="en-US" altLang="th-TH"/>
          </a:p>
        </p:txBody>
      </p:sp>
      <p:sp>
        <p:nvSpPr>
          <p:cNvPr id="718850" name="Rectangle 2">
            <a:extLst>
              <a:ext uri="{FF2B5EF4-FFF2-40B4-BE49-F238E27FC236}">
                <a16:creationId xmlns:a16="http://schemas.microsoft.com/office/drawing/2014/main" id="{BB54598A-13E3-399A-068E-42564D66D65F}"/>
              </a:ext>
            </a:extLst>
          </p:cNvPr>
          <p:cNvSpPr>
            <a:spLocks noRot="1" noChangeArrowheads="1" noTextEdit="1"/>
          </p:cNvSpPr>
          <p:nvPr>
            <p:ph type="sldImg"/>
          </p:nvPr>
        </p:nvSpPr>
        <p:spPr>
          <a:ln/>
        </p:spPr>
      </p:sp>
      <p:sp>
        <p:nvSpPr>
          <p:cNvPr id="718851" name="Rectangle 3">
            <a:extLst>
              <a:ext uri="{FF2B5EF4-FFF2-40B4-BE49-F238E27FC236}">
                <a16:creationId xmlns:a16="http://schemas.microsoft.com/office/drawing/2014/main" id="{26AA1C21-3621-9AA1-DF5A-56DEF06F463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0C3CE10-E8F4-3CDF-7E09-9D2BA4566E55}"/>
              </a:ext>
            </a:extLst>
          </p:cNvPr>
          <p:cNvSpPr>
            <a:spLocks noGrp="1" noChangeArrowheads="1"/>
          </p:cNvSpPr>
          <p:nvPr>
            <p:ph type="sldNum" sz="quarter" idx="5"/>
          </p:nvPr>
        </p:nvSpPr>
        <p:spPr>
          <a:ln/>
        </p:spPr>
        <p:txBody>
          <a:bodyPr/>
          <a:lstStyle/>
          <a:p>
            <a:fld id="{268B6082-3A90-7144-AB28-02BFB13C906B}" type="slidenum">
              <a:rPr lang="en-US" altLang="th-TH"/>
              <a:pPr/>
              <a:t>32</a:t>
            </a:fld>
            <a:endParaRPr lang="en-US" altLang="th-TH"/>
          </a:p>
        </p:txBody>
      </p:sp>
      <p:sp>
        <p:nvSpPr>
          <p:cNvPr id="719874" name="Rectangle 2">
            <a:extLst>
              <a:ext uri="{FF2B5EF4-FFF2-40B4-BE49-F238E27FC236}">
                <a16:creationId xmlns:a16="http://schemas.microsoft.com/office/drawing/2014/main" id="{E8587ECC-C826-486B-51DC-F8D4CA7910A4}"/>
              </a:ext>
            </a:extLst>
          </p:cNvPr>
          <p:cNvSpPr>
            <a:spLocks noRot="1" noChangeArrowheads="1" noTextEdit="1"/>
          </p:cNvSpPr>
          <p:nvPr>
            <p:ph type="sldImg"/>
          </p:nvPr>
        </p:nvSpPr>
        <p:spPr>
          <a:ln/>
        </p:spPr>
      </p:sp>
      <p:sp>
        <p:nvSpPr>
          <p:cNvPr id="719875" name="Rectangle 3">
            <a:extLst>
              <a:ext uri="{FF2B5EF4-FFF2-40B4-BE49-F238E27FC236}">
                <a16:creationId xmlns:a16="http://schemas.microsoft.com/office/drawing/2014/main" id="{3782D40D-0299-BCDB-117D-2952A43DB19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1B2B83B-2142-7381-DF54-7DD03A43985D}"/>
              </a:ext>
            </a:extLst>
          </p:cNvPr>
          <p:cNvSpPr>
            <a:spLocks noGrp="1" noChangeArrowheads="1"/>
          </p:cNvSpPr>
          <p:nvPr>
            <p:ph type="sldNum" sz="quarter" idx="5"/>
          </p:nvPr>
        </p:nvSpPr>
        <p:spPr>
          <a:ln/>
        </p:spPr>
        <p:txBody>
          <a:bodyPr/>
          <a:lstStyle/>
          <a:p>
            <a:fld id="{7614E369-3EA4-FA4A-BA65-85AC65133051}" type="slidenum">
              <a:rPr lang="en-US" altLang="th-TH"/>
              <a:pPr/>
              <a:t>33</a:t>
            </a:fld>
            <a:endParaRPr lang="en-US" altLang="th-TH"/>
          </a:p>
        </p:txBody>
      </p:sp>
      <p:sp>
        <p:nvSpPr>
          <p:cNvPr id="720898" name="Rectangle 2">
            <a:extLst>
              <a:ext uri="{FF2B5EF4-FFF2-40B4-BE49-F238E27FC236}">
                <a16:creationId xmlns:a16="http://schemas.microsoft.com/office/drawing/2014/main" id="{72D99F9C-2FF4-95EB-8786-700CE085E39C}"/>
              </a:ext>
            </a:extLst>
          </p:cNvPr>
          <p:cNvSpPr>
            <a:spLocks noRot="1" noChangeArrowheads="1" noTextEdit="1"/>
          </p:cNvSpPr>
          <p:nvPr>
            <p:ph type="sldImg"/>
          </p:nvPr>
        </p:nvSpPr>
        <p:spPr>
          <a:ln/>
        </p:spPr>
      </p:sp>
      <p:sp>
        <p:nvSpPr>
          <p:cNvPr id="720899" name="Rectangle 3">
            <a:extLst>
              <a:ext uri="{FF2B5EF4-FFF2-40B4-BE49-F238E27FC236}">
                <a16:creationId xmlns:a16="http://schemas.microsoft.com/office/drawing/2014/main" id="{EB5A179B-B418-F88D-B307-33D5E4F0456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2610782-8064-8075-D16D-B7474423208F}"/>
              </a:ext>
            </a:extLst>
          </p:cNvPr>
          <p:cNvSpPr>
            <a:spLocks noGrp="1" noChangeArrowheads="1"/>
          </p:cNvSpPr>
          <p:nvPr>
            <p:ph type="sldNum" sz="quarter" idx="5"/>
          </p:nvPr>
        </p:nvSpPr>
        <p:spPr>
          <a:ln/>
        </p:spPr>
        <p:txBody>
          <a:bodyPr/>
          <a:lstStyle/>
          <a:p>
            <a:fld id="{C91C3083-7DCE-CE4E-B0B4-F1330E516CE4}" type="slidenum">
              <a:rPr lang="en-US" altLang="th-TH"/>
              <a:pPr/>
              <a:t>34</a:t>
            </a:fld>
            <a:endParaRPr lang="en-US" altLang="th-TH"/>
          </a:p>
        </p:txBody>
      </p:sp>
      <p:sp>
        <p:nvSpPr>
          <p:cNvPr id="721922" name="Rectangle 2">
            <a:extLst>
              <a:ext uri="{FF2B5EF4-FFF2-40B4-BE49-F238E27FC236}">
                <a16:creationId xmlns:a16="http://schemas.microsoft.com/office/drawing/2014/main" id="{71CDB0DB-01B0-0736-28F0-1942115CA1C3}"/>
              </a:ext>
            </a:extLst>
          </p:cNvPr>
          <p:cNvSpPr>
            <a:spLocks noRot="1" noChangeArrowheads="1" noTextEdit="1"/>
          </p:cNvSpPr>
          <p:nvPr>
            <p:ph type="sldImg"/>
          </p:nvPr>
        </p:nvSpPr>
        <p:spPr>
          <a:ln/>
        </p:spPr>
      </p:sp>
      <p:sp>
        <p:nvSpPr>
          <p:cNvPr id="721923" name="Rectangle 3">
            <a:extLst>
              <a:ext uri="{FF2B5EF4-FFF2-40B4-BE49-F238E27FC236}">
                <a16:creationId xmlns:a16="http://schemas.microsoft.com/office/drawing/2014/main" id="{D6A69E92-EA58-260F-5341-C8157E7C9D9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3427ADC-4C87-F321-0C5A-B5DC33611045}"/>
              </a:ext>
            </a:extLst>
          </p:cNvPr>
          <p:cNvSpPr>
            <a:spLocks noGrp="1" noChangeArrowheads="1"/>
          </p:cNvSpPr>
          <p:nvPr>
            <p:ph type="sldNum" sz="quarter" idx="5"/>
          </p:nvPr>
        </p:nvSpPr>
        <p:spPr>
          <a:ln/>
        </p:spPr>
        <p:txBody>
          <a:bodyPr/>
          <a:lstStyle/>
          <a:p>
            <a:fld id="{90C6B1AE-88EA-1E45-8753-472334A22594}" type="slidenum">
              <a:rPr lang="en-US" altLang="th-TH"/>
              <a:pPr/>
              <a:t>35</a:t>
            </a:fld>
            <a:endParaRPr lang="en-US" altLang="th-TH"/>
          </a:p>
        </p:txBody>
      </p:sp>
      <p:sp>
        <p:nvSpPr>
          <p:cNvPr id="722946" name="Rectangle 2">
            <a:extLst>
              <a:ext uri="{FF2B5EF4-FFF2-40B4-BE49-F238E27FC236}">
                <a16:creationId xmlns:a16="http://schemas.microsoft.com/office/drawing/2014/main" id="{144C185D-AF70-72EF-342B-9CCC8FA6D44A}"/>
              </a:ext>
            </a:extLst>
          </p:cNvPr>
          <p:cNvSpPr>
            <a:spLocks noRot="1" noChangeArrowheads="1" noTextEdit="1"/>
          </p:cNvSpPr>
          <p:nvPr>
            <p:ph type="sldImg"/>
          </p:nvPr>
        </p:nvSpPr>
        <p:spPr>
          <a:ln/>
        </p:spPr>
      </p:sp>
      <p:sp>
        <p:nvSpPr>
          <p:cNvPr id="722947" name="Rectangle 3">
            <a:extLst>
              <a:ext uri="{FF2B5EF4-FFF2-40B4-BE49-F238E27FC236}">
                <a16:creationId xmlns:a16="http://schemas.microsoft.com/office/drawing/2014/main" id="{E40EF8F2-3EC1-7B9C-D39B-3CB32A32069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F23B517-78E2-F894-B6C5-55B69753FE70}"/>
              </a:ext>
            </a:extLst>
          </p:cNvPr>
          <p:cNvSpPr>
            <a:spLocks noGrp="1" noChangeArrowheads="1"/>
          </p:cNvSpPr>
          <p:nvPr>
            <p:ph type="sldNum" sz="quarter" idx="5"/>
          </p:nvPr>
        </p:nvSpPr>
        <p:spPr>
          <a:ln/>
        </p:spPr>
        <p:txBody>
          <a:bodyPr/>
          <a:lstStyle/>
          <a:p>
            <a:fld id="{AD93A6EB-410F-2444-AAF3-326E23846E08}" type="slidenum">
              <a:rPr lang="en-US" altLang="th-TH"/>
              <a:pPr/>
              <a:t>36</a:t>
            </a:fld>
            <a:endParaRPr lang="en-US" altLang="th-TH"/>
          </a:p>
        </p:txBody>
      </p:sp>
      <p:sp>
        <p:nvSpPr>
          <p:cNvPr id="723970" name="Rectangle 2">
            <a:extLst>
              <a:ext uri="{FF2B5EF4-FFF2-40B4-BE49-F238E27FC236}">
                <a16:creationId xmlns:a16="http://schemas.microsoft.com/office/drawing/2014/main" id="{B3D6FACA-0405-CB47-D5D1-E46DC3F84FF7}"/>
              </a:ext>
            </a:extLst>
          </p:cNvPr>
          <p:cNvSpPr>
            <a:spLocks noRot="1" noChangeArrowheads="1" noTextEdit="1"/>
          </p:cNvSpPr>
          <p:nvPr>
            <p:ph type="sldImg"/>
          </p:nvPr>
        </p:nvSpPr>
        <p:spPr>
          <a:ln/>
        </p:spPr>
      </p:sp>
      <p:sp>
        <p:nvSpPr>
          <p:cNvPr id="723971" name="Rectangle 3">
            <a:extLst>
              <a:ext uri="{FF2B5EF4-FFF2-40B4-BE49-F238E27FC236}">
                <a16:creationId xmlns:a16="http://schemas.microsoft.com/office/drawing/2014/main" id="{8802B8EE-4B75-F545-5A44-1417EAF2EE1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A717A3C-6E86-CE7C-0D53-45C0B8FFD7BB}"/>
              </a:ext>
            </a:extLst>
          </p:cNvPr>
          <p:cNvSpPr>
            <a:spLocks noGrp="1" noChangeArrowheads="1"/>
          </p:cNvSpPr>
          <p:nvPr>
            <p:ph type="sldNum" sz="quarter" idx="5"/>
          </p:nvPr>
        </p:nvSpPr>
        <p:spPr>
          <a:ln/>
        </p:spPr>
        <p:txBody>
          <a:bodyPr/>
          <a:lstStyle/>
          <a:p>
            <a:fld id="{3AD04A7E-ADCD-2248-8AC8-2306C81C4EDB}" type="slidenum">
              <a:rPr lang="en-US" altLang="th-TH"/>
              <a:pPr/>
              <a:t>37</a:t>
            </a:fld>
            <a:endParaRPr lang="en-US" altLang="th-TH"/>
          </a:p>
        </p:txBody>
      </p:sp>
      <p:sp>
        <p:nvSpPr>
          <p:cNvPr id="724994" name="Rectangle 2">
            <a:extLst>
              <a:ext uri="{FF2B5EF4-FFF2-40B4-BE49-F238E27FC236}">
                <a16:creationId xmlns:a16="http://schemas.microsoft.com/office/drawing/2014/main" id="{8E463A62-F852-4B83-D929-71BA6727FDB1}"/>
              </a:ext>
            </a:extLst>
          </p:cNvPr>
          <p:cNvSpPr>
            <a:spLocks noRot="1" noChangeArrowheads="1" noTextEdit="1"/>
          </p:cNvSpPr>
          <p:nvPr>
            <p:ph type="sldImg"/>
          </p:nvPr>
        </p:nvSpPr>
        <p:spPr>
          <a:ln/>
        </p:spPr>
      </p:sp>
      <p:sp>
        <p:nvSpPr>
          <p:cNvPr id="724995" name="Rectangle 3">
            <a:extLst>
              <a:ext uri="{FF2B5EF4-FFF2-40B4-BE49-F238E27FC236}">
                <a16:creationId xmlns:a16="http://schemas.microsoft.com/office/drawing/2014/main" id="{8BB56F4D-D17C-13D4-5E77-5C719DEAC79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B7B2902-E18A-9177-CA34-145C81F58200}"/>
              </a:ext>
            </a:extLst>
          </p:cNvPr>
          <p:cNvSpPr>
            <a:spLocks noGrp="1" noChangeArrowheads="1"/>
          </p:cNvSpPr>
          <p:nvPr>
            <p:ph type="sldNum" sz="quarter" idx="5"/>
          </p:nvPr>
        </p:nvSpPr>
        <p:spPr>
          <a:ln/>
        </p:spPr>
        <p:txBody>
          <a:bodyPr/>
          <a:lstStyle/>
          <a:p>
            <a:fld id="{21739A9D-827D-D744-9ED1-590D929BB661}" type="slidenum">
              <a:rPr lang="en-US" altLang="th-TH"/>
              <a:pPr/>
              <a:t>38</a:t>
            </a:fld>
            <a:endParaRPr lang="en-US" altLang="th-TH"/>
          </a:p>
        </p:txBody>
      </p:sp>
      <p:sp>
        <p:nvSpPr>
          <p:cNvPr id="726018" name="Rectangle 2">
            <a:extLst>
              <a:ext uri="{FF2B5EF4-FFF2-40B4-BE49-F238E27FC236}">
                <a16:creationId xmlns:a16="http://schemas.microsoft.com/office/drawing/2014/main" id="{66B81E63-B418-5788-FA2D-CCBE17B356CA}"/>
              </a:ext>
            </a:extLst>
          </p:cNvPr>
          <p:cNvSpPr>
            <a:spLocks noRot="1" noChangeArrowheads="1" noTextEdit="1"/>
          </p:cNvSpPr>
          <p:nvPr>
            <p:ph type="sldImg"/>
          </p:nvPr>
        </p:nvSpPr>
        <p:spPr>
          <a:ln/>
        </p:spPr>
      </p:sp>
      <p:sp>
        <p:nvSpPr>
          <p:cNvPr id="726019" name="Rectangle 3">
            <a:extLst>
              <a:ext uri="{FF2B5EF4-FFF2-40B4-BE49-F238E27FC236}">
                <a16:creationId xmlns:a16="http://schemas.microsoft.com/office/drawing/2014/main" id="{65A6E4F6-22F2-A73B-BA90-01B5CF15AC7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1DDB451-73D8-6043-1515-184C45BB84D8}"/>
              </a:ext>
            </a:extLst>
          </p:cNvPr>
          <p:cNvSpPr>
            <a:spLocks noGrp="1" noChangeArrowheads="1"/>
          </p:cNvSpPr>
          <p:nvPr>
            <p:ph type="sldNum" sz="quarter" idx="5"/>
          </p:nvPr>
        </p:nvSpPr>
        <p:spPr>
          <a:ln/>
        </p:spPr>
        <p:txBody>
          <a:bodyPr/>
          <a:lstStyle/>
          <a:p>
            <a:fld id="{F4D78B5E-14CB-FE42-A82A-55A5CDFF8DE2}" type="slidenum">
              <a:rPr lang="en-US" altLang="th-TH"/>
              <a:pPr/>
              <a:t>39</a:t>
            </a:fld>
            <a:endParaRPr lang="en-US" altLang="th-TH"/>
          </a:p>
        </p:txBody>
      </p:sp>
      <p:sp>
        <p:nvSpPr>
          <p:cNvPr id="727042" name="Rectangle 2">
            <a:extLst>
              <a:ext uri="{FF2B5EF4-FFF2-40B4-BE49-F238E27FC236}">
                <a16:creationId xmlns:a16="http://schemas.microsoft.com/office/drawing/2014/main" id="{61E1B9D3-2B1E-9B6B-4CCA-BF8EED40E7EE}"/>
              </a:ext>
            </a:extLst>
          </p:cNvPr>
          <p:cNvSpPr>
            <a:spLocks noRot="1" noChangeArrowheads="1" noTextEdit="1"/>
          </p:cNvSpPr>
          <p:nvPr>
            <p:ph type="sldImg"/>
          </p:nvPr>
        </p:nvSpPr>
        <p:spPr>
          <a:ln/>
        </p:spPr>
      </p:sp>
      <p:sp>
        <p:nvSpPr>
          <p:cNvPr id="727043" name="Rectangle 3">
            <a:extLst>
              <a:ext uri="{FF2B5EF4-FFF2-40B4-BE49-F238E27FC236}">
                <a16:creationId xmlns:a16="http://schemas.microsoft.com/office/drawing/2014/main" id="{BF21913B-34DA-3BCC-0644-B920B7924FA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9B8FBD6-488C-B0CA-F6C2-EA23FEE48724}"/>
              </a:ext>
            </a:extLst>
          </p:cNvPr>
          <p:cNvSpPr>
            <a:spLocks noGrp="1" noChangeArrowheads="1"/>
          </p:cNvSpPr>
          <p:nvPr>
            <p:ph type="sldNum" sz="quarter" idx="5"/>
          </p:nvPr>
        </p:nvSpPr>
        <p:spPr>
          <a:ln/>
        </p:spPr>
        <p:txBody>
          <a:bodyPr/>
          <a:lstStyle/>
          <a:p>
            <a:fld id="{C935A7BE-F4B6-204C-A226-73C583206C99}" type="slidenum">
              <a:rPr lang="en-US" altLang="th-TH"/>
              <a:pPr/>
              <a:t>40</a:t>
            </a:fld>
            <a:endParaRPr lang="en-US" altLang="th-TH"/>
          </a:p>
        </p:txBody>
      </p:sp>
      <p:sp>
        <p:nvSpPr>
          <p:cNvPr id="728066" name="Rectangle 2">
            <a:extLst>
              <a:ext uri="{FF2B5EF4-FFF2-40B4-BE49-F238E27FC236}">
                <a16:creationId xmlns:a16="http://schemas.microsoft.com/office/drawing/2014/main" id="{EA16B9E2-DFC9-DACF-71ED-40C241E1729D}"/>
              </a:ext>
            </a:extLst>
          </p:cNvPr>
          <p:cNvSpPr>
            <a:spLocks noRot="1" noChangeArrowheads="1" noTextEdit="1"/>
          </p:cNvSpPr>
          <p:nvPr>
            <p:ph type="sldImg"/>
          </p:nvPr>
        </p:nvSpPr>
        <p:spPr>
          <a:ln/>
        </p:spPr>
      </p:sp>
      <p:sp>
        <p:nvSpPr>
          <p:cNvPr id="728067" name="Rectangle 3">
            <a:extLst>
              <a:ext uri="{FF2B5EF4-FFF2-40B4-BE49-F238E27FC236}">
                <a16:creationId xmlns:a16="http://schemas.microsoft.com/office/drawing/2014/main" id="{A5E32537-6051-E3F5-9BC0-4207251D737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2225294-F9C6-3C21-A10C-4BC762A27C2D}"/>
              </a:ext>
            </a:extLst>
          </p:cNvPr>
          <p:cNvSpPr>
            <a:spLocks noGrp="1" noChangeArrowheads="1"/>
          </p:cNvSpPr>
          <p:nvPr>
            <p:ph type="sldNum" sz="quarter" idx="5"/>
          </p:nvPr>
        </p:nvSpPr>
        <p:spPr>
          <a:ln/>
        </p:spPr>
        <p:txBody>
          <a:bodyPr/>
          <a:lstStyle/>
          <a:p>
            <a:fld id="{6B8B631C-7E55-DA4A-B088-CD849670130A}" type="slidenum">
              <a:rPr lang="en-US" altLang="th-TH"/>
              <a:pPr/>
              <a:t>41</a:t>
            </a:fld>
            <a:endParaRPr lang="en-US" altLang="th-TH"/>
          </a:p>
        </p:txBody>
      </p:sp>
      <p:sp>
        <p:nvSpPr>
          <p:cNvPr id="729090" name="Rectangle 2">
            <a:extLst>
              <a:ext uri="{FF2B5EF4-FFF2-40B4-BE49-F238E27FC236}">
                <a16:creationId xmlns:a16="http://schemas.microsoft.com/office/drawing/2014/main" id="{D8F9F680-0B8C-54AD-E45D-DFCA99E79196}"/>
              </a:ext>
            </a:extLst>
          </p:cNvPr>
          <p:cNvSpPr>
            <a:spLocks noRot="1" noChangeArrowheads="1" noTextEdit="1"/>
          </p:cNvSpPr>
          <p:nvPr>
            <p:ph type="sldImg"/>
          </p:nvPr>
        </p:nvSpPr>
        <p:spPr>
          <a:ln/>
        </p:spPr>
      </p:sp>
      <p:sp>
        <p:nvSpPr>
          <p:cNvPr id="729091" name="Rectangle 3">
            <a:extLst>
              <a:ext uri="{FF2B5EF4-FFF2-40B4-BE49-F238E27FC236}">
                <a16:creationId xmlns:a16="http://schemas.microsoft.com/office/drawing/2014/main" id="{2BC3F6CE-E9E3-DE6C-804F-1B9143E4944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B387534-DE8D-F880-07D6-A7B297425DDD}"/>
              </a:ext>
            </a:extLst>
          </p:cNvPr>
          <p:cNvSpPr>
            <a:spLocks noGrp="1" noChangeArrowheads="1"/>
          </p:cNvSpPr>
          <p:nvPr>
            <p:ph type="sldNum" sz="quarter" idx="5"/>
          </p:nvPr>
        </p:nvSpPr>
        <p:spPr>
          <a:ln/>
        </p:spPr>
        <p:txBody>
          <a:bodyPr/>
          <a:lstStyle/>
          <a:p>
            <a:fld id="{5E1350D8-F992-EC43-9887-681C23B14024}" type="slidenum">
              <a:rPr lang="en-US" altLang="th-TH"/>
              <a:pPr/>
              <a:t>42</a:t>
            </a:fld>
            <a:endParaRPr lang="en-US" altLang="th-TH"/>
          </a:p>
        </p:txBody>
      </p:sp>
      <p:sp>
        <p:nvSpPr>
          <p:cNvPr id="730114" name="Rectangle 2">
            <a:extLst>
              <a:ext uri="{FF2B5EF4-FFF2-40B4-BE49-F238E27FC236}">
                <a16:creationId xmlns:a16="http://schemas.microsoft.com/office/drawing/2014/main" id="{FBF81C0D-6E41-187D-EF21-B0C4875F8AAB}"/>
              </a:ext>
            </a:extLst>
          </p:cNvPr>
          <p:cNvSpPr>
            <a:spLocks noRot="1" noChangeArrowheads="1" noTextEdit="1"/>
          </p:cNvSpPr>
          <p:nvPr>
            <p:ph type="sldImg"/>
          </p:nvPr>
        </p:nvSpPr>
        <p:spPr>
          <a:ln/>
        </p:spPr>
      </p:sp>
      <p:sp>
        <p:nvSpPr>
          <p:cNvPr id="730115" name="Rectangle 3">
            <a:extLst>
              <a:ext uri="{FF2B5EF4-FFF2-40B4-BE49-F238E27FC236}">
                <a16:creationId xmlns:a16="http://schemas.microsoft.com/office/drawing/2014/main" id="{C2614761-BBF9-2A69-F754-CF576E95F397}"/>
              </a:ext>
            </a:extLst>
          </p:cNvPr>
          <p:cNvSpPr>
            <a:spLocks noGrp="1" noChangeArrowheads="1"/>
          </p:cNvSpPr>
          <p:nvPr>
            <p:ph type="body" idx="1"/>
          </p:nvPr>
        </p:nvSpPr>
        <p:spPr/>
        <p:txBody>
          <a:bodyPr/>
          <a:lstStyle/>
          <a:p>
            <a:endParaRPr lang="th-TH" altLang="th-TH"/>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สไลด์ชื่อเรื่อง">
    <p:spTree>
      <p:nvGrpSpPr>
        <p:cNvPr id="1" name=""/>
        <p:cNvGrpSpPr/>
        <p:nvPr/>
      </p:nvGrpSpPr>
      <p:grpSpPr>
        <a:xfrm>
          <a:off x="0" y="0"/>
          <a:ext cx="0" cy="0"/>
          <a:chOff x="0" y="0"/>
          <a:chExt cx="0" cy="0"/>
        </a:xfrm>
      </p:grpSpPr>
      <p:grpSp>
        <p:nvGrpSpPr>
          <p:cNvPr id="210946" name="Group 2">
            <a:extLst>
              <a:ext uri="{FF2B5EF4-FFF2-40B4-BE49-F238E27FC236}">
                <a16:creationId xmlns:a16="http://schemas.microsoft.com/office/drawing/2014/main" id="{25A5614D-74B3-22DB-46B9-256C9546B095}"/>
              </a:ext>
            </a:extLst>
          </p:cNvPr>
          <p:cNvGrpSpPr>
            <a:grpSpLocks/>
          </p:cNvGrpSpPr>
          <p:nvPr/>
        </p:nvGrpSpPr>
        <p:grpSpPr bwMode="auto">
          <a:xfrm>
            <a:off x="0" y="2438400"/>
            <a:ext cx="9009063" cy="1052513"/>
            <a:chOff x="0" y="1536"/>
            <a:chExt cx="5675" cy="663"/>
          </a:xfrm>
        </p:grpSpPr>
        <p:grpSp>
          <p:nvGrpSpPr>
            <p:cNvPr id="210947" name="Group 3">
              <a:extLst>
                <a:ext uri="{FF2B5EF4-FFF2-40B4-BE49-F238E27FC236}">
                  <a16:creationId xmlns:a16="http://schemas.microsoft.com/office/drawing/2014/main" id="{C4955840-F565-EA5A-AFAD-293729A2AD89}"/>
                </a:ext>
              </a:extLst>
            </p:cNvPr>
            <p:cNvGrpSpPr>
              <a:grpSpLocks/>
            </p:cNvGrpSpPr>
            <p:nvPr/>
          </p:nvGrpSpPr>
          <p:grpSpPr bwMode="auto">
            <a:xfrm>
              <a:off x="183" y="1604"/>
              <a:ext cx="448" cy="299"/>
              <a:chOff x="720" y="336"/>
              <a:chExt cx="624" cy="432"/>
            </a:xfrm>
          </p:grpSpPr>
          <p:sp>
            <p:nvSpPr>
              <p:cNvPr id="210948" name="Rectangle 4">
                <a:extLst>
                  <a:ext uri="{FF2B5EF4-FFF2-40B4-BE49-F238E27FC236}">
                    <a16:creationId xmlns:a16="http://schemas.microsoft.com/office/drawing/2014/main" id="{BC1E97DF-4C78-E4A4-365F-8A23B01DF6E7}"/>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49" name="Rectangle 5">
                <a:extLst>
                  <a:ext uri="{FF2B5EF4-FFF2-40B4-BE49-F238E27FC236}">
                    <a16:creationId xmlns:a16="http://schemas.microsoft.com/office/drawing/2014/main" id="{9DCFDA46-2CA8-8693-FD35-4D609460BC4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grpSp>
          <p:nvGrpSpPr>
            <p:cNvPr id="210950" name="Group 6">
              <a:extLst>
                <a:ext uri="{FF2B5EF4-FFF2-40B4-BE49-F238E27FC236}">
                  <a16:creationId xmlns:a16="http://schemas.microsoft.com/office/drawing/2014/main" id="{B6674669-3EE4-28C3-4378-25D98D855056}"/>
                </a:ext>
              </a:extLst>
            </p:cNvPr>
            <p:cNvGrpSpPr>
              <a:grpSpLocks/>
            </p:cNvGrpSpPr>
            <p:nvPr/>
          </p:nvGrpSpPr>
          <p:grpSpPr bwMode="auto">
            <a:xfrm>
              <a:off x="261" y="1870"/>
              <a:ext cx="465" cy="299"/>
              <a:chOff x="912" y="2640"/>
              <a:chExt cx="672" cy="432"/>
            </a:xfrm>
          </p:grpSpPr>
          <p:sp>
            <p:nvSpPr>
              <p:cNvPr id="210951" name="Rectangle 7">
                <a:extLst>
                  <a:ext uri="{FF2B5EF4-FFF2-40B4-BE49-F238E27FC236}">
                    <a16:creationId xmlns:a16="http://schemas.microsoft.com/office/drawing/2014/main" id="{45F6359C-FA29-17F4-E754-67DE70D8EEAA}"/>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2" name="Rectangle 8">
                <a:extLst>
                  <a:ext uri="{FF2B5EF4-FFF2-40B4-BE49-F238E27FC236}">
                    <a16:creationId xmlns:a16="http://schemas.microsoft.com/office/drawing/2014/main" id="{F2583FDB-78FA-963E-7E57-2C28A32B7E78}"/>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
          <p:nvSpPr>
            <p:cNvPr id="210953" name="Rectangle 9">
              <a:extLst>
                <a:ext uri="{FF2B5EF4-FFF2-40B4-BE49-F238E27FC236}">
                  <a16:creationId xmlns:a16="http://schemas.microsoft.com/office/drawing/2014/main" id="{D0556B37-4E59-956E-06FA-9EDFA72283BA}"/>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4" name="Rectangle 10">
              <a:extLst>
                <a:ext uri="{FF2B5EF4-FFF2-40B4-BE49-F238E27FC236}">
                  <a16:creationId xmlns:a16="http://schemas.microsoft.com/office/drawing/2014/main" id="{FC6DEB83-637D-4284-0121-2AE3519F29D4}"/>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5" name="Rectangle 11">
              <a:extLst>
                <a:ext uri="{FF2B5EF4-FFF2-40B4-BE49-F238E27FC236}">
                  <a16:creationId xmlns:a16="http://schemas.microsoft.com/office/drawing/2014/main" id="{6BBCCE34-7D5F-A65E-4B08-35E89D821B91}"/>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
        <p:nvSpPr>
          <p:cNvPr id="210956" name="Rectangle 12">
            <a:extLst>
              <a:ext uri="{FF2B5EF4-FFF2-40B4-BE49-F238E27FC236}">
                <a16:creationId xmlns:a16="http://schemas.microsoft.com/office/drawing/2014/main" id="{35BF7E54-07E6-B127-7636-51C74E10F18C}"/>
              </a:ext>
            </a:extLst>
          </p:cNvPr>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altLang="th-TH" noProof="0"/>
              <a:t>Click to edit Master title style</a:t>
            </a:r>
          </a:p>
        </p:txBody>
      </p:sp>
      <p:sp>
        <p:nvSpPr>
          <p:cNvPr id="210957" name="Rectangle 13">
            <a:extLst>
              <a:ext uri="{FF2B5EF4-FFF2-40B4-BE49-F238E27FC236}">
                <a16:creationId xmlns:a16="http://schemas.microsoft.com/office/drawing/2014/main" id="{170E19B9-19DB-0E1C-4C9B-275BFD554553}"/>
              </a:ext>
            </a:extLst>
          </p:cNvPr>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th-TH" noProof="0"/>
              <a:t>Click to edit Master subtitle style</a:t>
            </a:r>
          </a:p>
        </p:txBody>
      </p:sp>
      <p:sp>
        <p:nvSpPr>
          <p:cNvPr id="210958" name="Rectangle 14">
            <a:extLst>
              <a:ext uri="{FF2B5EF4-FFF2-40B4-BE49-F238E27FC236}">
                <a16:creationId xmlns:a16="http://schemas.microsoft.com/office/drawing/2014/main" id="{20CC368E-6AD8-D058-FAC7-32D40DC1B8B6}"/>
              </a:ext>
            </a:extLst>
          </p:cNvPr>
          <p:cNvSpPr>
            <a:spLocks noGrp="1" noChangeArrowheads="1"/>
          </p:cNvSpPr>
          <p:nvPr>
            <p:ph type="dt" sz="half" idx="2"/>
          </p:nvPr>
        </p:nvSpPr>
        <p:spPr bwMode="auto">
          <a:xfrm>
            <a:off x="9906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defRPr>
            </a:lvl1pPr>
          </a:lstStyle>
          <a:p>
            <a:endParaRPr lang="en-US" altLang="th-TH"/>
          </a:p>
        </p:txBody>
      </p:sp>
      <p:sp>
        <p:nvSpPr>
          <p:cNvPr id="210959" name="Rectangle 15">
            <a:extLst>
              <a:ext uri="{FF2B5EF4-FFF2-40B4-BE49-F238E27FC236}">
                <a16:creationId xmlns:a16="http://schemas.microsoft.com/office/drawing/2014/main" id="{1DD55EEC-3E21-C766-3C3C-6768B539F787}"/>
              </a:ext>
            </a:extLst>
          </p:cNvPr>
          <p:cNvSpPr>
            <a:spLocks noGrp="1" noChangeArrowheads="1"/>
          </p:cNvSpPr>
          <p:nvPr>
            <p:ph type="ftr" sz="quarter" idx="3"/>
          </p:nvPr>
        </p:nvSpPr>
        <p:spPr bwMode="auto">
          <a:xfrm>
            <a:off x="3429000" y="624840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defRPr>
            </a:lvl1pPr>
          </a:lstStyle>
          <a:p>
            <a:r>
              <a:rPr lang="en-US" altLang="th-TH"/>
              <a:t>2.#</a:t>
            </a:r>
          </a:p>
        </p:txBody>
      </p:sp>
      <p:sp>
        <p:nvSpPr>
          <p:cNvPr id="210960" name="Rectangle 16">
            <a:extLst>
              <a:ext uri="{FF2B5EF4-FFF2-40B4-BE49-F238E27FC236}">
                <a16:creationId xmlns:a16="http://schemas.microsoft.com/office/drawing/2014/main" id="{5E02B00D-7528-2120-4E19-BF57A9587CC8}"/>
              </a:ext>
            </a:extLst>
          </p:cNvPr>
          <p:cNvSpPr>
            <a:spLocks noGrp="1" noChangeArrowheads="1"/>
          </p:cNvSpPr>
          <p:nvPr>
            <p:ph type="sldNum" sz="quarter" idx="4"/>
          </p:nvPr>
        </p:nvSpPr>
        <p:spPr>
          <a:xfrm>
            <a:off x="6858000" y="6248400"/>
            <a:ext cx="1905000" cy="457200"/>
          </a:xfrm>
        </p:spPr>
        <p:txBody>
          <a:bodyPr/>
          <a:lstStyle>
            <a:lvl1pPr algn="r">
              <a:defRPr sz="1400" b="0">
                <a:solidFill>
                  <a:schemeClr val="bg2"/>
                </a:solidFill>
                <a:latin typeface="+mn-lt"/>
              </a:defRPr>
            </a:lvl1pPr>
          </a:lstStyle>
          <a:p>
            <a:fld id="{BD7345D3-2D01-984B-9436-CE32C5723A7B}" type="slidenum">
              <a:rPr lang="en-US" altLang="th-TH"/>
              <a:pPr/>
              <a:t>‹#›</a:t>
            </a:fld>
            <a:endParaRPr lang="en-US" altLang="th-TH"/>
          </a:p>
        </p:txBody>
      </p:sp>
      <p:sp>
        <p:nvSpPr>
          <p:cNvPr id="210961" name="Text Box 17">
            <a:extLst>
              <a:ext uri="{FF2B5EF4-FFF2-40B4-BE49-F238E27FC236}">
                <a16:creationId xmlns:a16="http://schemas.microsoft.com/office/drawing/2014/main" id="{2BF7249D-B30A-44E7-5223-153279B9DE77}"/>
              </a:ext>
            </a:extLst>
          </p:cNvPr>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400" b="0">
                <a:latin typeface="McGrawHill-Italic" pitchFamily="2" charset="0"/>
              </a:rPr>
              <a:t>McGraw-Hill</a:t>
            </a:r>
            <a:endParaRPr lang="en-US" altLang="en-US" sz="2400" b="0"/>
          </a:p>
        </p:txBody>
      </p:sp>
      <p:sp>
        <p:nvSpPr>
          <p:cNvPr id="210962" name="Text Box 18">
            <a:extLst>
              <a:ext uri="{FF2B5EF4-FFF2-40B4-BE49-F238E27FC236}">
                <a16:creationId xmlns:a16="http://schemas.microsoft.com/office/drawing/2014/main" id="{7CF0F5F3-E798-4DAE-4BF3-5CBAC848DB15}"/>
              </a:ext>
            </a:extLst>
          </p:cNvPr>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spcBef>
                <a:spcPct val="50000"/>
              </a:spcBef>
              <a:buFontTx/>
              <a:buChar char="©"/>
            </a:pPr>
            <a:r>
              <a:rPr lang="en-US" altLang="en-US" sz="1400" b="0">
                <a:latin typeface="McGrawHill-Italic" pitchFamily="2" charset="0"/>
              </a:rPr>
              <a:t>The McGraw-Hill Companies, Inc., 2000</a:t>
            </a:r>
            <a:endParaRPr lang="en-US" altLang="en-US" sz="2400" b="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ชื่อเรื่องและเนื้อหา">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E2743C39-5078-8B24-F303-C09C38B5022C}"/>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600D2AC0-618E-4805-5B4D-637136CBD6DD}"/>
              </a:ext>
            </a:extLst>
          </p:cNvPr>
          <p:cNvSpPr>
            <a:spLocks noGrp="1"/>
          </p:cNvSpPr>
          <p:nvPr>
            <p:ph idx="1"/>
          </p:nvPr>
        </p:nvSpPr>
        <p:spPr>
          <a:xfrm>
            <a:off x="628650" y="1825625"/>
            <a:ext cx="788670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EAE0CA51-AAB7-7CA3-4E32-014CCC7E53C6}"/>
              </a:ext>
            </a:extLst>
          </p:cNvPr>
          <p:cNvSpPr>
            <a:spLocks noGrp="1"/>
          </p:cNvSpPr>
          <p:nvPr>
            <p:ph type="sldNum" sz="quarter" idx="10"/>
          </p:nvPr>
        </p:nvSpPr>
        <p:spPr/>
        <p:txBody>
          <a:bodyPr/>
          <a:lstStyle>
            <a:lvl1pPr>
              <a:defRPr/>
            </a:lvl1pPr>
          </a:lstStyle>
          <a:p>
            <a:r>
              <a:rPr lang="en-US" altLang="th-TH"/>
              <a:t>2.</a:t>
            </a:r>
            <a:fld id="{6CC90CE5-DFA1-0F4F-9FC9-8F418321760C}" type="slidenum">
              <a:rPr lang="en-US" altLang="th-TH"/>
              <a:pPr/>
              <a:t>‹#›</a:t>
            </a:fld>
            <a:endParaRPr lang="en-US" altLang="th-TH"/>
          </a:p>
        </p:txBody>
      </p:sp>
    </p:spTree>
    <p:extLst>
      <p:ext uri="{BB962C8B-B14F-4D97-AF65-F5344CB8AC3E}">
        <p14:creationId xmlns:p14="http://schemas.microsoft.com/office/powerpoint/2010/main" val="1653191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ส่วนหัวของ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59B5A83B-D16E-EDEB-FF34-37AE7BAE52CB}"/>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60B8DDCF-ADA8-3238-9ACB-3326704B42A4}"/>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th-TH"/>
              <a:t>คลิกเพื่อแก้ไขสไตล์ของข้อความต้นแบบ</a:t>
            </a:r>
          </a:p>
        </p:txBody>
      </p:sp>
      <p:sp>
        <p:nvSpPr>
          <p:cNvPr id="4" name="ตัวแทนหมายเลขสไลด์ 3">
            <a:extLst>
              <a:ext uri="{FF2B5EF4-FFF2-40B4-BE49-F238E27FC236}">
                <a16:creationId xmlns:a16="http://schemas.microsoft.com/office/drawing/2014/main" id="{E7EFA6D1-D206-F47E-F070-A6F30E9139FA}"/>
              </a:ext>
            </a:extLst>
          </p:cNvPr>
          <p:cNvSpPr>
            <a:spLocks noGrp="1"/>
          </p:cNvSpPr>
          <p:nvPr>
            <p:ph type="sldNum" sz="quarter" idx="10"/>
          </p:nvPr>
        </p:nvSpPr>
        <p:spPr/>
        <p:txBody>
          <a:bodyPr/>
          <a:lstStyle>
            <a:lvl1pPr>
              <a:defRPr/>
            </a:lvl1pPr>
          </a:lstStyle>
          <a:p>
            <a:r>
              <a:rPr lang="en-US" altLang="th-TH"/>
              <a:t>2.</a:t>
            </a:r>
            <a:fld id="{81A38AF0-1D9E-C94A-9B4B-547880E2C491}" type="slidenum">
              <a:rPr lang="en-US" altLang="th-TH"/>
              <a:pPr/>
              <a:t>‹#›</a:t>
            </a:fld>
            <a:endParaRPr lang="en-US" altLang="th-TH"/>
          </a:p>
        </p:txBody>
      </p:sp>
    </p:spTree>
    <p:extLst>
      <p:ext uri="{BB962C8B-B14F-4D97-AF65-F5344CB8AC3E}">
        <p14:creationId xmlns:p14="http://schemas.microsoft.com/office/powerpoint/2010/main" val="370491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เนื้อหา 2 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B094B3A5-844F-F507-0196-5D3521506793}"/>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BE23F84C-AA42-A0BF-96FE-958BC5F5CCC2}"/>
              </a:ext>
            </a:extLst>
          </p:cNvPr>
          <p:cNvSpPr>
            <a:spLocks noGrp="1"/>
          </p:cNvSpPr>
          <p:nvPr>
            <p:ph sz="half" idx="1"/>
          </p:nvPr>
        </p:nvSpPr>
        <p:spPr>
          <a:xfrm>
            <a:off x="628650" y="1825625"/>
            <a:ext cx="386715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เนื้อหา 3">
            <a:extLst>
              <a:ext uri="{FF2B5EF4-FFF2-40B4-BE49-F238E27FC236}">
                <a16:creationId xmlns:a16="http://schemas.microsoft.com/office/drawing/2014/main" id="{5E96D71D-9C46-0848-2E7B-0D3F965103B1}"/>
              </a:ext>
            </a:extLst>
          </p:cNvPr>
          <p:cNvSpPr>
            <a:spLocks noGrp="1"/>
          </p:cNvSpPr>
          <p:nvPr>
            <p:ph sz="half" idx="2"/>
          </p:nvPr>
        </p:nvSpPr>
        <p:spPr>
          <a:xfrm>
            <a:off x="4648200" y="1825625"/>
            <a:ext cx="386715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หมายเลขสไลด์ 4">
            <a:extLst>
              <a:ext uri="{FF2B5EF4-FFF2-40B4-BE49-F238E27FC236}">
                <a16:creationId xmlns:a16="http://schemas.microsoft.com/office/drawing/2014/main" id="{DB232DD1-0E23-4CDA-368D-127E771AE26C}"/>
              </a:ext>
            </a:extLst>
          </p:cNvPr>
          <p:cNvSpPr>
            <a:spLocks noGrp="1"/>
          </p:cNvSpPr>
          <p:nvPr>
            <p:ph type="sldNum" sz="quarter" idx="10"/>
          </p:nvPr>
        </p:nvSpPr>
        <p:spPr/>
        <p:txBody>
          <a:bodyPr/>
          <a:lstStyle>
            <a:lvl1pPr>
              <a:defRPr/>
            </a:lvl1pPr>
          </a:lstStyle>
          <a:p>
            <a:r>
              <a:rPr lang="en-US" altLang="th-TH"/>
              <a:t>2.</a:t>
            </a:r>
            <a:fld id="{15090324-6CBE-8C4F-A2A6-8AC61C877B9C}" type="slidenum">
              <a:rPr lang="en-US" altLang="th-TH"/>
              <a:pPr/>
              <a:t>‹#›</a:t>
            </a:fld>
            <a:endParaRPr lang="en-US" altLang="th-TH"/>
          </a:p>
        </p:txBody>
      </p:sp>
    </p:spTree>
    <p:extLst>
      <p:ext uri="{BB962C8B-B14F-4D97-AF65-F5344CB8AC3E}">
        <p14:creationId xmlns:p14="http://schemas.microsoft.com/office/powerpoint/2010/main" val="3465304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การเปรียบเทียบ">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2FF3C916-A0E8-C23B-16A1-8BF05B425C3C}"/>
              </a:ext>
            </a:extLst>
          </p:cNvPr>
          <p:cNvSpPr>
            <a:spLocks noGrp="1"/>
          </p:cNvSpPr>
          <p:nvPr>
            <p:ph type="title"/>
          </p:nvPr>
        </p:nvSpPr>
        <p:spPr>
          <a:xfrm>
            <a:off x="630238" y="365125"/>
            <a:ext cx="7886700" cy="1325563"/>
          </a:xfrm>
          <a:prstGeom prst="rect">
            <a:avLst/>
          </a:prstGeom>
        </p:spPr>
        <p:txBody>
          <a:body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D8721165-658D-89EA-7287-8553B5D8FD75}"/>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4" name="ตัวแทนเนื้อหา 3">
            <a:extLst>
              <a:ext uri="{FF2B5EF4-FFF2-40B4-BE49-F238E27FC236}">
                <a16:creationId xmlns:a16="http://schemas.microsoft.com/office/drawing/2014/main" id="{A363E242-EAB5-754F-7524-93643785C4AD}"/>
              </a:ext>
            </a:extLst>
          </p:cNvPr>
          <p:cNvSpPr>
            <a:spLocks noGrp="1"/>
          </p:cNvSpPr>
          <p:nvPr>
            <p:ph sz="half" idx="2"/>
          </p:nvPr>
        </p:nvSpPr>
        <p:spPr>
          <a:xfrm>
            <a:off x="630238" y="2505075"/>
            <a:ext cx="3868737" cy="368458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ข้อความ 4">
            <a:extLst>
              <a:ext uri="{FF2B5EF4-FFF2-40B4-BE49-F238E27FC236}">
                <a16:creationId xmlns:a16="http://schemas.microsoft.com/office/drawing/2014/main" id="{A711CFD7-BD11-67BB-8A39-504E10DBA801}"/>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6" name="ตัวแทนเนื้อหา 5">
            <a:extLst>
              <a:ext uri="{FF2B5EF4-FFF2-40B4-BE49-F238E27FC236}">
                <a16:creationId xmlns:a16="http://schemas.microsoft.com/office/drawing/2014/main" id="{ECFC7233-A0A4-9DC7-B4E2-2A1D3316D8CE}"/>
              </a:ext>
            </a:extLst>
          </p:cNvPr>
          <p:cNvSpPr>
            <a:spLocks noGrp="1"/>
          </p:cNvSpPr>
          <p:nvPr>
            <p:ph sz="quarter" idx="4"/>
          </p:nvPr>
        </p:nvSpPr>
        <p:spPr>
          <a:xfrm>
            <a:off x="4629150" y="2505075"/>
            <a:ext cx="3887788" cy="368458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7" name="ตัวแทนหมายเลขสไลด์ 6">
            <a:extLst>
              <a:ext uri="{FF2B5EF4-FFF2-40B4-BE49-F238E27FC236}">
                <a16:creationId xmlns:a16="http://schemas.microsoft.com/office/drawing/2014/main" id="{956CB66B-4C11-472E-1946-BE90D89A309E}"/>
              </a:ext>
            </a:extLst>
          </p:cNvPr>
          <p:cNvSpPr>
            <a:spLocks noGrp="1"/>
          </p:cNvSpPr>
          <p:nvPr>
            <p:ph type="sldNum" sz="quarter" idx="10"/>
          </p:nvPr>
        </p:nvSpPr>
        <p:spPr/>
        <p:txBody>
          <a:bodyPr/>
          <a:lstStyle>
            <a:lvl1pPr>
              <a:defRPr/>
            </a:lvl1pPr>
          </a:lstStyle>
          <a:p>
            <a:r>
              <a:rPr lang="en-US" altLang="th-TH"/>
              <a:t>2.</a:t>
            </a:r>
            <a:fld id="{3109278F-0EE9-7D41-9876-590F8035377B}" type="slidenum">
              <a:rPr lang="en-US" altLang="th-TH"/>
              <a:pPr/>
              <a:t>‹#›</a:t>
            </a:fld>
            <a:endParaRPr lang="en-US" altLang="th-TH"/>
          </a:p>
        </p:txBody>
      </p:sp>
    </p:spTree>
    <p:extLst>
      <p:ext uri="{BB962C8B-B14F-4D97-AF65-F5344CB8AC3E}">
        <p14:creationId xmlns:p14="http://schemas.microsoft.com/office/powerpoint/2010/main" val="4075226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เฉพาะชื่อเรื่อ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8424D0D0-DE88-00E3-E97B-F9CCDB8DC9C1}"/>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หมายเลขสไลด์ 2">
            <a:extLst>
              <a:ext uri="{FF2B5EF4-FFF2-40B4-BE49-F238E27FC236}">
                <a16:creationId xmlns:a16="http://schemas.microsoft.com/office/drawing/2014/main" id="{4EC36279-995E-9433-61C8-ABD514840D57}"/>
              </a:ext>
            </a:extLst>
          </p:cNvPr>
          <p:cNvSpPr>
            <a:spLocks noGrp="1"/>
          </p:cNvSpPr>
          <p:nvPr>
            <p:ph type="sldNum" sz="quarter" idx="10"/>
          </p:nvPr>
        </p:nvSpPr>
        <p:spPr/>
        <p:txBody>
          <a:bodyPr/>
          <a:lstStyle>
            <a:lvl1pPr>
              <a:defRPr/>
            </a:lvl1pPr>
          </a:lstStyle>
          <a:p>
            <a:r>
              <a:rPr lang="en-US" altLang="th-TH"/>
              <a:t>2.</a:t>
            </a:r>
            <a:fld id="{BCC1F0E2-2D30-5344-B95B-3FC4B6BBD2A6}" type="slidenum">
              <a:rPr lang="en-US" altLang="th-TH"/>
              <a:pPr/>
              <a:t>‹#›</a:t>
            </a:fld>
            <a:endParaRPr lang="en-US" altLang="th-TH"/>
          </a:p>
        </p:txBody>
      </p:sp>
    </p:spTree>
    <p:extLst>
      <p:ext uri="{BB962C8B-B14F-4D97-AF65-F5344CB8AC3E}">
        <p14:creationId xmlns:p14="http://schemas.microsoft.com/office/powerpoint/2010/main" val="4078999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ว่างเปล่า">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2A7E9EC-DF22-1B9A-9E00-69986708DDA2}"/>
              </a:ext>
            </a:extLst>
          </p:cNvPr>
          <p:cNvSpPr>
            <a:spLocks noGrp="1"/>
          </p:cNvSpPr>
          <p:nvPr>
            <p:ph type="sldNum" sz="quarter" idx="10"/>
          </p:nvPr>
        </p:nvSpPr>
        <p:spPr/>
        <p:txBody>
          <a:bodyPr/>
          <a:lstStyle>
            <a:lvl1pPr>
              <a:defRPr/>
            </a:lvl1pPr>
          </a:lstStyle>
          <a:p>
            <a:r>
              <a:rPr lang="en-US" altLang="th-TH"/>
              <a:t>2.</a:t>
            </a:r>
            <a:fld id="{4471B3D4-5DBC-B54B-BE32-1ADBD4E89060}" type="slidenum">
              <a:rPr lang="en-US" altLang="th-TH"/>
              <a:pPr/>
              <a:t>‹#›</a:t>
            </a:fld>
            <a:endParaRPr lang="en-US" altLang="th-TH"/>
          </a:p>
        </p:txBody>
      </p:sp>
    </p:spTree>
    <p:extLst>
      <p:ext uri="{BB962C8B-B14F-4D97-AF65-F5344CB8AC3E}">
        <p14:creationId xmlns:p14="http://schemas.microsoft.com/office/powerpoint/2010/main" val="1676607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เนื้อหา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087921D5-C089-3F3B-F930-8429D00F26AE}"/>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4FABFFEA-9452-2FDA-7661-E7EE6B2D66E6}"/>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ข้อความ 3">
            <a:extLst>
              <a:ext uri="{FF2B5EF4-FFF2-40B4-BE49-F238E27FC236}">
                <a16:creationId xmlns:a16="http://schemas.microsoft.com/office/drawing/2014/main" id="{5A0B68DE-CBC2-1E24-F4B7-D7031E530A79}"/>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หมายเลขสไลด์ 4">
            <a:extLst>
              <a:ext uri="{FF2B5EF4-FFF2-40B4-BE49-F238E27FC236}">
                <a16:creationId xmlns:a16="http://schemas.microsoft.com/office/drawing/2014/main" id="{680FE0FE-5C40-9B94-D87F-86E3B610ADEE}"/>
              </a:ext>
            </a:extLst>
          </p:cNvPr>
          <p:cNvSpPr>
            <a:spLocks noGrp="1"/>
          </p:cNvSpPr>
          <p:nvPr>
            <p:ph type="sldNum" sz="quarter" idx="10"/>
          </p:nvPr>
        </p:nvSpPr>
        <p:spPr/>
        <p:txBody>
          <a:bodyPr/>
          <a:lstStyle>
            <a:lvl1pPr>
              <a:defRPr/>
            </a:lvl1pPr>
          </a:lstStyle>
          <a:p>
            <a:r>
              <a:rPr lang="en-US" altLang="th-TH"/>
              <a:t>2.</a:t>
            </a:r>
            <a:fld id="{BD88CE0E-4D9F-BB4F-A7CC-8E4B28C74282}" type="slidenum">
              <a:rPr lang="en-US" altLang="th-TH"/>
              <a:pPr/>
              <a:t>‹#›</a:t>
            </a:fld>
            <a:endParaRPr lang="en-US" altLang="th-TH"/>
          </a:p>
        </p:txBody>
      </p:sp>
    </p:spTree>
    <p:extLst>
      <p:ext uri="{BB962C8B-B14F-4D97-AF65-F5344CB8AC3E}">
        <p14:creationId xmlns:p14="http://schemas.microsoft.com/office/powerpoint/2010/main" val="974583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รูปภาพ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338A829D-EB27-AFAC-EAD9-B9DF5ECF4219}"/>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th-TH"/>
              <a:t>คลิกเพื่อแก้ไขสไตล์ชื่อเรื่องต้นแบบ</a:t>
            </a:r>
          </a:p>
        </p:txBody>
      </p:sp>
      <p:sp>
        <p:nvSpPr>
          <p:cNvPr id="3" name="ตัวแทนรูปภาพ 2">
            <a:extLst>
              <a:ext uri="{FF2B5EF4-FFF2-40B4-BE49-F238E27FC236}">
                <a16:creationId xmlns:a16="http://schemas.microsoft.com/office/drawing/2014/main" id="{0F74EAAD-F2D7-5E1E-4DAC-1AE828350721}"/>
              </a:ext>
            </a:extLst>
          </p:cNvPr>
          <p:cNvSpPr>
            <a:spLocks noGrp="1" noChangeAspect="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ตัวแทนข้อความ 3">
            <a:extLst>
              <a:ext uri="{FF2B5EF4-FFF2-40B4-BE49-F238E27FC236}">
                <a16:creationId xmlns:a16="http://schemas.microsoft.com/office/drawing/2014/main" id="{943D39DC-C458-B62C-3E31-EF0579611BA5}"/>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หมายเลขสไลด์ 4">
            <a:extLst>
              <a:ext uri="{FF2B5EF4-FFF2-40B4-BE49-F238E27FC236}">
                <a16:creationId xmlns:a16="http://schemas.microsoft.com/office/drawing/2014/main" id="{46BCF7B4-A0BF-32B1-0909-E15C968A1BEC}"/>
              </a:ext>
            </a:extLst>
          </p:cNvPr>
          <p:cNvSpPr>
            <a:spLocks noGrp="1"/>
          </p:cNvSpPr>
          <p:nvPr>
            <p:ph type="sldNum" sz="quarter" idx="10"/>
          </p:nvPr>
        </p:nvSpPr>
        <p:spPr/>
        <p:txBody>
          <a:bodyPr/>
          <a:lstStyle>
            <a:lvl1pPr>
              <a:defRPr/>
            </a:lvl1pPr>
          </a:lstStyle>
          <a:p>
            <a:r>
              <a:rPr lang="en-US" altLang="th-TH"/>
              <a:t>2.</a:t>
            </a:r>
            <a:fld id="{A10DACEC-51DB-F64D-9EAC-A454DC9703C3}" type="slidenum">
              <a:rPr lang="en-US" altLang="th-TH"/>
              <a:pPr/>
              <a:t>‹#›</a:t>
            </a:fld>
            <a:endParaRPr lang="en-US" altLang="th-TH"/>
          </a:p>
        </p:txBody>
      </p:sp>
    </p:spTree>
    <p:extLst>
      <p:ext uri="{BB962C8B-B14F-4D97-AF65-F5344CB8AC3E}">
        <p14:creationId xmlns:p14="http://schemas.microsoft.com/office/powerpoint/2010/main" val="189037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ชื่อเรื่องและข้อความแนวตั้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026FF41D-8CE0-BE0E-D3E9-135AD236283B}"/>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DE030C40-AD80-0D2A-5DDB-DDAAADB148A9}"/>
              </a:ext>
            </a:extLst>
          </p:cNvPr>
          <p:cNvSpPr>
            <a:spLocks noGrp="1"/>
          </p:cNvSpPr>
          <p:nvPr>
            <p:ph type="body" orient="vert" idx="1"/>
          </p:nvPr>
        </p:nvSpPr>
        <p:spPr>
          <a:xfrm>
            <a:off x="628650" y="1825625"/>
            <a:ext cx="7886700" cy="4351338"/>
          </a:xfrm>
          <a:prstGeom prst="rect">
            <a:avLst/>
          </a:prstGeo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81719582-EBA0-EC4D-8280-58130B481CC4}"/>
              </a:ext>
            </a:extLst>
          </p:cNvPr>
          <p:cNvSpPr>
            <a:spLocks noGrp="1"/>
          </p:cNvSpPr>
          <p:nvPr>
            <p:ph type="sldNum" sz="quarter" idx="10"/>
          </p:nvPr>
        </p:nvSpPr>
        <p:spPr/>
        <p:txBody>
          <a:bodyPr/>
          <a:lstStyle>
            <a:lvl1pPr>
              <a:defRPr/>
            </a:lvl1pPr>
          </a:lstStyle>
          <a:p>
            <a:r>
              <a:rPr lang="en-US" altLang="th-TH"/>
              <a:t>2.</a:t>
            </a:r>
            <a:fld id="{CB85BD5A-0E31-1B48-9184-2FE8914092F4}" type="slidenum">
              <a:rPr lang="en-US" altLang="th-TH"/>
              <a:pPr/>
              <a:t>‹#›</a:t>
            </a:fld>
            <a:endParaRPr lang="en-US" altLang="th-TH"/>
          </a:p>
        </p:txBody>
      </p:sp>
    </p:spTree>
    <p:extLst>
      <p:ext uri="{BB962C8B-B14F-4D97-AF65-F5344CB8AC3E}">
        <p14:creationId xmlns:p14="http://schemas.microsoft.com/office/powerpoint/2010/main" val="411120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ข้อความและชื่อเรื่องแนวตั้ง">
    <p:spTree>
      <p:nvGrpSpPr>
        <p:cNvPr id="1" name=""/>
        <p:cNvGrpSpPr/>
        <p:nvPr/>
      </p:nvGrpSpPr>
      <p:grpSpPr>
        <a:xfrm>
          <a:off x="0" y="0"/>
          <a:ext cx="0" cy="0"/>
          <a:chOff x="0" y="0"/>
          <a:chExt cx="0" cy="0"/>
        </a:xfrm>
      </p:grpSpPr>
      <p:sp>
        <p:nvSpPr>
          <p:cNvPr id="2" name="ชื่อเรื่องแนวตั้ง 1">
            <a:extLst>
              <a:ext uri="{FF2B5EF4-FFF2-40B4-BE49-F238E27FC236}">
                <a16:creationId xmlns:a16="http://schemas.microsoft.com/office/drawing/2014/main" id="{76FDF289-4618-DE1B-2AA9-058B71251D3B}"/>
              </a:ext>
            </a:extLst>
          </p:cNvPr>
          <p:cNvSpPr>
            <a:spLocks noGrp="1"/>
          </p:cNvSpPr>
          <p:nvPr>
            <p:ph type="title" orient="vert"/>
          </p:nvPr>
        </p:nvSpPr>
        <p:spPr>
          <a:xfrm>
            <a:off x="6543675" y="365125"/>
            <a:ext cx="1971675" cy="5811838"/>
          </a:xfrm>
          <a:prstGeom prst="rect">
            <a:avLst/>
          </a:prstGeom>
        </p:spPr>
        <p:txBody>
          <a:bodyPr vert="eaVert"/>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012ECB8F-2867-A156-4F53-77C6E59FB53E}"/>
              </a:ext>
            </a:extLst>
          </p:cNvPr>
          <p:cNvSpPr>
            <a:spLocks noGrp="1"/>
          </p:cNvSpPr>
          <p:nvPr>
            <p:ph type="body" orient="vert" idx="1"/>
          </p:nvPr>
        </p:nvSpPr>
        <p:spPr>
          <a:xfrm>
            <a:off x="628650" y="365125"/>
            <a:ext cx="5762625" cy="5811838"/>
          </a:xfrm>
          <a:prstGeom prst="rect">
            <a:avLst/>
          </a:prstGeo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F5736A52-9C63-33FA-DB1F-77011A63F92D}"/>
              </a:ext>
            </a:extLst>
          </p:cNvPr>
          <p:cNvSpPr>
            <a:spLocks noGrp="1"/>
          </p:cNvSpPr>
          <p:nvPr>
            <p:ph type="sldNum" sz="quarter" idx="10"/>
          </p:nvPr>
        </p:nvSpPr>
        <p:spPr/>
        <p:txBody>
          <a:bodyPr/>
          <a:lstStyle>
            <a:lvl1pPr>
              <a:defRPr/>
            </a:lvl1pPr>
          </a:lstStyle>
          <a:p>
            <a:r>
              <a:rPr lang="en-US" altLang="th-TH"/>
              <a:t>2.</a:t>
            </a:r>
            <a:fld id="{7B3D679D-0AB6-4F41-9266-66598B156AF3}" type="slidenum">
              <a:rPr lang="en-US" altLang="th-TH"/>
              <a:pPr/>
              <a:t>‹#›</a:t>
            </a:fld>
            <a:endParaRPr lang="en-US" altLang="th-TH"/>
          </a:p>
        </p:txBody>
      </p:sp>
    </p:spTree>
    <p:extLst>
      <p:ext uri="{BB962C8B-B14F-4D97-AF65-F5344CB8AC3E}">
        <p14:creationId xmlns:p14="http://schemas.microsoft.com/office/powerpoint/2010/main" val="1993620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เนื้อหา">
    <p:spTree>
      <p:nvGrpSpPr>
        <p:cNvPr id="1" name=""/>
        <p:cNvGrpSpPr/>
        <p:nvPr/>
      </p:nvGrpSpPr>
      <p:grpSpPr>
        <a:xfrm>
          <a:off x="0" y="0"/>
          <a:ext cx="0" cy="0"/>
          <a:chOff x="0" y="0"/>
          <a:chExt cx="0" cy="0"/>
        </a:xfrm>
      </p:grpSpPr>
      <p:sp>
        <p:nvSpPr>
          <p:cNvPr id="2" name="ตัวแทนเนื้อหา 1">
            <a:extLst>
              <a:ext uri="{FF2B5EF4-FFF2-40B4-BE49-F238E27FC236}">
                <a16:creationId xmlns:a16="http://schemas.microsoft.com/office/drawing/2014/main" id="{CA72DBE6-2907-2072-C45C-43740F0D3EA4}"/>
              </a:ext>
            </a:extLst>
          </p:cNvPr>
          <p:cNvSpPr>
            <a:spLocks noGrp="1"/>
          </p:cNvSpPr>
          <p:nvPr>
            <p:ph/>
          </p:nvPr>
        </p:nvSpPr>
        <p:spPr>
          <a:xfrm>
            <a:off x="628650" y="365125"/>
            <a:ext cx="7886700" cy="58118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3" name="ตัวแทนหมายเลขสไลด์ 2">
            <a:extLst>
              <a:ext uri="{FF2B5EF4-FFF2-40B4-BE49-F238E27FC236}">
                <a16:creationId xmlns:a16="http://schemas.microsoft.com/office/drawing/2014/main" id="{0F8CC39E-1ECC-E894-D79B-92FF6961E353}"/>
              </a:ext>
            </a:extLst>
          </p:cNvPr>
          <p:cNvSpPr>
            <a:spLocks noGrp="1"/>
          </p:cNvSpPr>
          <p:nvPr>
            <p:ph type="sldNum" sz="quarter" idx="10"/>
          </p:nvPr>
        </p:nvSpPr>
        <p:spPr>
          <a:xfrm>
            <a:off x="0" y="6400800"/>
            <a:ext cx="1905000" cy="457200"/>
          </a:xfrm>
        </p:spPr>
        <p:txBody>
          <a:bodyPr/>
          <a:lstStyle>
            <a:lvl1pPr>
              <a:defRPr/>
            </a:lvl1pPr>
          </a:lstStyle>
          <a:p>
            <a:r>
              <a:rPr lang="en-US" altLang="th-TH"/>
              <a:t>2.</a:t>
            </a:r>
            <a:fld id="{A75F2603-61BE-C648-B9F6-1F3BF68DC392}" type="slidenum">
              <a:rPr lang="en-US" altLang="th-TH"/>
              <a:pPr/>
              <a:t>‹#›</a:t>
            </a:fld>
            <a:endParaRPr lang="en-US" altLang="th-TH"/>
          </a:p>
        </p:txBody>
      </p:sp>
    </p:spTree>
    <p:extLst>
      <p:ext uri="{BB962C8B-B14F-4D97-AF65-F5344CB8AC3E}">
        <p14:creationId xmlns:p14="http://schemas.microsoft.com/office/powerpoint/2010/main" val="3986163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3" name="Rectangle 13">
            <a:extLst>
              <a:ext uri="{FF2B5EF4-FFF2-40B4-BE49-F238E27FC236}">
                <a16:creationId xmlns:a16="http://schemas.microsoft.com/office/drawing/2014/main" id="{18CA47F7-014B-0E73-1E72-C1C33CD464CB}"/>
              </a:ext>
            </a:extLst>
          </p:cNvPr>
          <p:cNvSpPr>
            <a:spLocks noGrp="1" noChangeArrowheads="1"/>
          </p:cNvSpPr>
          <p:nvPr>
            <p:ph type="sldNum" sz="quarter" idx="4"/>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2000">
                <a:latin typeface="Arial" panose="020B0604020202020204" pitchFamily="34" charset="0"/>
              </a:defRPr>
            </a:lvl1pPr>
          </a:lstStyle>
          <a:p>
            <a:r>
              <a:rPr lang="en-US" altLang="th-TH"/>
              <a:t>2.</a:t>
            </a:r>
            <a:fld id="{75A5645B-0A5A-AD4D-9B4D-3DACE38B0103}" type="slidenum">
              <a:rPr lang="en-US" altLang="th-TH"/>
              <a:pPr/>
              <a:t>‹#›</a:t>
            </a:fld>
            <a:endParaRPr lang="en-US" altLang="th-TH"/>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anose="020B0604030504040204" pitchFamily="34" charset="0"/>
        </a:defRPr>
      </a:lvl2pPr>
      <a:lvl3pPr algn="l" rtl="0" fontAlgn="base">
        <a:spcBef>
          <a:spcPct val="0"/>
        </a:spcBef>
        <a:spcAft>
          <a:spcPct val="0"/>
        </a:spcAft>
        <a:defRPr sz="4400">
          <a:solidFill>
            <a:schemeClr val="tx2"/>
          </a:solidFill>
          <a:latin typeface="Tahoma" panose="020B0604030504040204" pitchFamily="34" charset="0"/>
        </a:defRPr>
      </a:lvl3pPr>
      <a:lvl4pPr algn="l" rtl="0" fontAlgn="base">
        <a:spcBef>
          <a:spcPct val="0"/>
        </a:spcBef>
        <a:spcAft>
          <a:spcPct val="0"/>
        </a:spcAft>
        <a:defRPr sz="4400">
          <a:solidFill>
            <a:schemeClr val="tx2"/>
          </a:solidFill>
          <a:latin typeface="Tahoma" panose="020B0604030504040204" pitchFamily="34" charset="0"/>
        </a:defRPr>
      </a:lvl4pPr>
      <a:lvl5pPr algn="l" rtl="0" fontAlgn="base">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2">
            <a:extLst>
              <a:ext uri="{FF2B5EF4-FFF2-40B4-BE49-F238E27FC236}">
                <a16:creationId xmlns:a16="http://schemas.microsoft.com/office/drawing/2014/main" id="{D2DE7C02-3209-1B6E-A489-0FA0A3A6DA27}"/>
              </a:ext>
            </a:extLst>
          </p:cNvPr>
          <p:cNvSpPr>
            <a:spLocks noGrp="1"/>
          </p:cNvSpPr>
          <p:nvPr>
            <p:ph type="sldNum" sz="quarter" idx="10"/>
          </p:nvPr>
        </p:nvSpPr>
        <p:spPr/>
        <p:txBody>
          <a:bodyPr/>
          <a:lstStyle/>
          <a:p>
            <a:r>
              <a:rPr lang="en-US" altLang="th-TH"/>
              <a:t>2.</a:t>
            </a:r>
            <a:fld id="{2268E3D8-E25F-2E45-A0C6-BA9909AD56A3}" type="slidenum">
              <a:rPr lang="en-US" altLang="th-TH"/>
              <a:pPr/>
              <a:t>1</a:t>
            </a:fld>
            <a:endParaRPr lang="en-US" altLang="th-TH"/>
          </a:p>
        </p:txBody>
      </p:sp>
      <p:pic>
        <p:nvPicPr>
          <p:cNvPr id="731138" name="Picture 2">
            <a:extLst>
              <a:ext uri="{FF2B5EF4-FFF2-40B4-BE49-F238E27FC236}">
                <a16:creationId xmlns:a16="http://schemas.microsoft.com/office/drawing/2014/main" id="{B826023D-2688-DCB3-47DC-1793146CADDC}"/>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096963"/>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1139" name="Rectangle 3">
            <a:extLst>
              <a:ext uri="{FF2B5EF4-FFF2-40B4-BE49-F238E27FC236}">
                <a16:creationId xmlns:a16="http://schemas.microsoft.com/office/drawing/2014/main" id="{B0BADCF9-880B-88F6-8224-0D0A0E473FA4}"/>
              </a:ext>
            </a:extLst>
          </p:cNvPr>
          <p:cNvSpPr>
            <a:spLocks noChangeArrowheads="1"/>
          </p:cNvSpPr>
          <p:nvPr/>
        </p:nvSpPr>
        <p:spPr bwMode="auto">
          <a:xfrm>
            <a:off x="1143000" y="2514600"/>
            <a:ext cx="6858000" cy="173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4400">
                <a:solidFill>
                  <a:schemeClr val="tx2"/>
                </a:solidFill>
                <a:latin typeface="Arial" panose="020B0604020202020204" pitchFamily="34" charset="0"/>
              </a:rPr>
              <a:t>Chapter 2</a:t>
            </a:r>
          </a:p>
          <a:p>
            <a:pPr algn="ctr"/>
            <a:endParaRPr lang="en-US" altLang="en-US" sz="2000">
              <a:solidFill>
                <a:schemeClr val="tx2"/>
              </a:solidFill>
              <a:latin typeface="Arial" panose="020B0604020202020204" pitchFamily="34" charset="0"/>
            </a:endParaRPr>
          </a:p>
          <a:p>
            <a:pPr algn="ctr"/>
            <a:r>
              <a:rPr lang="en-US" altLang="en-US" sz="4400">
                <a:latin typeface="Arial" panose="020B0604020202020204" pitchFamily="34" charset="0"/>
              </a:rPr>
              <a:t>Network Models</a:t>
            </a:r>
            <a:endParaRPr lang="en-US" altLang="th-TH" sz="4400">
              <a:latin typeface="Arial" panose="020B0604020202020204" pitchFamily="34" charset="0"/>
            </a:endParaRPr>
          </a:p>
        </p:txBody>
      </p:sp>
      <p:sp>
        <p:nvSpPr>
          <p:cNvPr id="731140" name="Text Box 4">
            <a:extLst>
              <a:ext uri="{FF2B5EF4-FFF2-40B4-BE49-F238E27FC236}">
                <a16:creationId xmlns:a16="http://schemas.microsoft.com/office/drawing/2014/main" id="{CA488973-764D-59F6-481A-5FA8E596FDBD}"/>
              </a:ext>
            </a:extLst>
          </p:cNvPr>
          <p:cNvSpPr txBox="1">
            <a:spLocks noChangeArrowheads="1"/>
          </p:cNvSpPr>
          <p:nvPr/>
        </p:nvSpPr>
        <p:spPr bwMode="auto">
          <a:xfrm>
            <a:off x="0" y="6507163"/>
            <a:ext cx="9144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th-TH" sz="1200" b="0"/>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8207C93-19C7-0F25-3AE8-6AAE853DB22A}"/>
              </a:ext>
            </a:extLst>
          </p:cNvPr>
          <p:cNvSpPr>
            <a:spLocks noGrp="1"/>
          </p:cNvSpPr>
          <p:nvPr>
            <p:ph type="sldNum" sz="quarter" idx="10"/>
          </p:nvPr>
        </p:nvSpPr>
        <p:spPr/>
        <p:txBody>
          <a:bodyPr/>
          <a:lstStyle/>
          <a:p>
            <a:r>
              <a:rPr lang="en-US" altLang="th-TH"/>
              <a:t>2.</a:t>
            </a:r>
            <a:fld id="{7E17482F-DD79-6641-8BF5-0BE3E1C7329D}" type="slidenum">
              <a:rPr lang="en-US" altLang="th-TH"/>
              <a:pPr/>
              <a:t>2</a:t>
            </a:fld>
            <a:endParaRPr lang="en-US" altLang="th-TH"/>
          </a:p>
        </p:txBody>
      </p:sp>
      <p:sp>
        <p:nvSpPr>
          <p:cNvPr id="565250" name="Rectangle 2">
            <a:extLst>
              <a:ext uri="{FF2B5EF4-FFF2-40B4-BE49-F238E27FC236}">
                <a16:creationId xmlns:a16="http://schemas.microsoft.com/office/drawing/2014/main" id="{6A068DBE-DA16-DA1B-EA01-6329C84EA4D0}"/>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id="{95BF9B42-B241-7BA0-AED5-5AFE6D337E10}"/>
              </a:ext>
            </a:extLst>
          </p:cNvPr>
          <p:cNvSpPr txBox="1">
            <a:spLocks noChangeArrowheads="1"/>
          </p:cNvSpPr>
          <p:nvPr/>
        </p:nvSpPr>
        <p:spPr bwMode="auto">
          <a:xfrm>
            <a:off x="228600" y="76200"/>
            <a:ext cx="44529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a:effectLst>
                  <a:outerShdw blurRad="38100" dist="38100" dir="2700000" algn="tl">
                    <a:srgbClr val="C0C0C0"/>
                  </a:outerShdw>
                </a:effectLst>
                <a:latin typeface="Times" pitchFamily="18" charset="0"/>
              </a:rPr>
              <a:t>2-1   LAYERED TASKS</a:t>
            </a:r>
          </a:p>
        </p:txBody>
      </p:sp>
      <p:sp>
        <p:nvSpPr>
          <p:cNvPr id="565252" name="Text Box 4">
            <a:extLst>
              <a:ext uri="{FF2B5EF4-FFF2-40B4-BE49-F238E27FC236}">
                <a16:creationId xmlns:a16="http://schemas.microsoft.com/office/drawing/2014/main" id="{F7C0AF9F-657A-0986-1C46-C21CFC407CD6}"/>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a:p>
        </p:txBody>
      </p:sp>
      <p:sp>
        <p:nvSpPr>
          <p:cNvPr id="565277" name="Rectangle 29">
            <a:extLst>
              <a:ext uri="{FF2B5EF4-FFF2-40B4-BE49-F238E27FC236}">
                <a16:creationId xmlns:a16="http://schemas.microsoft.com/office/drawing/2014/main" id="{C34821DE-5B24-4435-B884-FC9EBD1F2F06}"/>
              </a:ext>
            </a:extLst>
          </p:cNvPr>
          <p:cNvSpPr>
            <a:spLocks noChangeArrowheads="1"/>
          </p:cNvSpPr>
          <p:nvPr/>
        </p:nvSpPr>
        <p:spPr bwMode="auto">
          <a:xfrm>
            <a:off x="76200" y="1127125"/>
            <a:ext cx="8610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rPr>
              <a:t>We use the concept of </a:t>
            </a:r>
            <a:r>
              <a:rPr lang="en-US" altLang="th-TH" sz="2800" i="1">
                <a:solidFill>
                  <a:schemeClr val="hlink"/>
                </a:solidFill>
                <a:effectLst>
                  <a:outerShdw blurRad="38100" dist="38100" dir="2700000" algn="tl">
                    <a:srgbClr val="C0C0C0"/>
                  </a:outerShdw>
                </a:effectLst>
              </a:rPr>
              <a:t>layers</a:t>
            </a:r>
            <a:r>
              <a:rPr lang="en-US" altLang="th-TH" sz="2800" i="1">
                <a:effectLst>
                  <a:outerShdw blurRad="38100" dist="38100" dir="2700000" algn="tl">
                    <a:srgbClr val="C0C0C0"/>
                  </a:outerShdw>
                </a:effectLst>
              </a:rPr>
              <a:t> in our daily life. As an example, let us consider two friends who communicate through postal mail. The process of sending a letter to a friend would be complex if there were no services available from the post office. </a:t>
            </a:r>
          </a:p>
        </p:txBody>
      </p:sp>
      <p:sp>
        <p:nvSpPr>
          <p:cNvPr id="565278" name="Rectangle 30">
            <a:extLst>
              <a:ext uri="{FF2B5EF4-FFF2-40B4-BE49-F238E27FC236}">
                <a16:creationId xmlns:a16="http://schemas.microsoft.com/office/drawing/2014/main" id="{4E139ED8-B027-6119-C69A-84CD9D7A324E}"/>
              </a:ext>
            </a:extLst>
          </p:cNvPr>
          <p:cNvSpPr>
            <a:spLocks noChangeArrowheads="1"/>
          </p:cNvSpPr>
          <p:nvPr/>
        </p:nvSpPr>
        <p:spPr bwMode="auto">
          <a:xfrm>
            <a:off x="228600" y="4972050"/>
            <a:ext cx="5715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fr-FR" altLang="th-TH" sz="2400">
                <a:solidFill>
                  <a:srgbClr val="0033CC"/>
                </a:solidFill>
              </a:rPr>
              <a:t>Sender, Receiver, and Carrier</a:t>
            </a:r>
            <a:br>
              <a:rPr lang="fr-FR" altLang="th-TH" sz="2400">
                <a:solidFill>
                  <a:srgbClr val="0033CC"/>
                </a:solidFill>
              </a:rPr>
            </a:br>
            <a:r>
              <a:rPr lang="fr-FR" altLang="th-TH" sz="2400">
                <a:solidFill>
                  <a:srgbClr val="0033CC"/>
                </a:solidFill>
              </a:rPr>
              <a:t>Hierarchy</a:t>
            </a:r>
            <a:endParaRPr lang="en-US" altLang="th-TH" sz="2400">
              <a:solidFill>
                <a:srgbClr val="0033CC"/>
              </a:solidFill>
            </a:endParaRPr>
          </a:p>
        </p:txBody>
      </p:sp>
      <p:sp>
        <p:nvSpPr>
          <p:cNvPr id="565279" name="Text Box 31">
            <a:extLst>
              <a:ext uri="{FF2B5EF4-FFF2-40B4-BE49-F238E27FC236}">
                <a16:creationId xmlns:a16="http://schemas.microsoft.com/office/drawing/2014/main" id="{D6EB67EF-80FF-FF25-482A-C5936C9BAF09}"/>
              </a:ext>
            </a:extLst>
          </p:cNvPr>
          <p:cNvSpPr txBox="1">
            <a:spLocks noChangeArrowheads="1"/>
          </p:cNvSpPr>
          <p:nvPr/>
        </p:nvSpPr>
        <p:spPr bwMode="auto">
          <a:xfrm>
            <a:off x="241300" y="44958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B4D93A1-2566-7F93-7F42-CDE05D2882F4}"/>
              </a:ext>
            </a:extLst>
          </p:cNvPr>
          <p:cNvSpPr>
            <a:spLocks noGrp="1"/>
          </p:cNvSpPr>
          <p:nvPr>
            <p:ph type="sldNum" sz="quarter" idx="10"/>
          </p:nvPr>
        </p:nvSpPr>
        <p:spPr/>
        <p:txBody>
          <a:bodyPr/>
          <a:lstStyle/>
          <a:p>
            <a:r>
              <a:rPr lang="en-US" altLang="th-TH"/>
              <a:t>2.</a:t>
            </a:r>
            <a:fld id="{39F7E7CC-37FB-1F4A-9FB7-FB1E49511CC2}" type="slidenum">
              <a:rPr lang="en-US" altLang="th-TH"/>
              <a:pPr/>
              <a:t>3</a:t>
            </a:fld>
            <a:endParaRPr lang="en-US" altLang="th-TH"/>
          </a:p>
        </p:txBody>
      </p:sp>
      <p:sp>
        <p:nvSpPr>
          <p:cNvPr id="634882" name="Line 2">
            <a:extLst>
              <a:ext uri="{FF2B5EF4-FFF2-40B4-BE49-F238E27FC236}">
                <a16:creationId xmlns:a16="http://schemas.microsoft.com/office/drawing/2014/main" id="{73E6793E-EC09-9A1A-53DA-B7BFC6CDBEFF}"/>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34883" name="Line 3">
            <a:extLst>
              <a:ext uri="{FF2B5EF4-FFF2-40B4-BE49-F238E27FC236}">
                <a16:creationId xmlns:a16="http://schemas.microsoft.com/office/drawing/2014/main" id="{794A13FF-00BC-A360-D8E9-14818D5DC42B}"/>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34884" name="Text Box 4">
            <a:extLst>
              <a:ext uri="{FF2B5EF4-FFF2-40B4-BE49-F238E27FC236}">
                <a16:creationId xmlns:a16="http://schemas.microsoft.com/office/drawing/2014/main" id="{76008B8B-8049-3602-4B55-1B3E1F8D0D57}"/>
              </a:ext>
            </a:extLst>
          </p:cNvPr>
          <p:cNvSpPr txBox="1">
            <a:spLocks noChangeArrowheads="1"/>
          </p:cNvSpPr>
          <p:nvPr/>
        </p:nvSpPr>
        <p:spPr bwMode="auto">
          <a:xfrm>
            <a:off x="304800" y="381000"/>
            <a:ext cx="4913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2.1  </a:t>
            </a:r>
            <a:r>
              <a:rPr lang="en-US" altLang="th-TH"/>
              <a:t>Tasks involved in sending a letter</a:t>
            </a:r>
            <a:endParaRPr lang="en-US" altLang="th-TH" sz="2000" i="1"/>
          </a:p>
        </p:txBody>
      </p:sp>
      <p:sp>
        <p:nvSpPr>
          <p:cNvPr id="634885" name="Line 5">
            <a:extLst>
              <a:ext uri="{FF2B5EF4-FFF2-40B4-BE49-F238E27FC236}">
                <a16:creationId xmlns:a16="http://schemas.microsoft.com/office/drawing/2014/main" id="{3B398240-CD71-AEF1-9C7B-B00563DCB18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34886" name="Picture 6">
            <a:extLst>
              <a:ext uri="{FF2B5EF4-FFF2-40B4-BE49-F238E27FC236}">
                <a16:creationId xmlns:a16="http://schemas.microsoft.com/office/drawing/2014/main" id="{E2C8C123-0670-9B50-FA73-6B1D3DC082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3700" y="1219200"/>
            <a:ext cx="5575300" cy="479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BF6F04E-1684-A44D-6B4A-4D26EFFE9EF6}"/>
              </a:ext>
            </a:extLst>
          </p:cNvPr>
          <p:cNvSpPr>
            <a:spLocks noGrp="1"/>
          </p:cNvSpPr>
          <p:nvPr>
            <p:ph type="sldNum" sz="quarter" idx="10"/>
          </p:nvPr>
        </p:nvSpPr>
        <p:spPr/>
        <p:txBody>
          <a:bodyPr/>
          <a:lstStyle/>
          <a:p>
            <a:r>
              <a:rPr lang="en-US" altLang="th-TH"/>
              <a:t>2.</a:t>
            </a:r>
            <a:fld id="{6D34BE14-4B55-984C-A77B-3BF0D33F25EA}" type="slidenum">
              <a:rPr lang="en-US" altLang="th-TH"/>
              <a:pPr/>
              <a:t>4</a:t>
            </a:fld>
            <a:endParaRPr lang="en-US" altLang="th-TH"/>
          </a:p>
        </p:txBody>
      </p:sp>
      <p:sp>
        <p:nvSpPr>
          <p:cNvPr id="677890" name="Rectangle 2">
            <a:extLst>
              <a:ext uri="{FF2B5EF4-FFF2-40B4-BE49-F238E27FC236}">
                <a16:creationId xmlns:a16="http://schemas.microsoft.com/office/drawing/2014/main" id="{A66E1B35-8108-E80B-0A45-8B1A37EAFA94}"/>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sz="3200">
              <a:effectLst>
                <a:outerShdw blurRad="38100" dist="38100" dir="2700000" algn="tl">
                  <a:srgbClr val="FFFFFF"/>
                </a:outerShdw>
              </a:effectLst>
            </a:endParaRPr>
          </a:p>
        </p:txBody>
      </p:sp>
      <p:sp>
        <p:nvSpPr>
          <p:cNvPr id="677891" name="Text Box 3">
            <a:extLst>
              <a:ext uri="{FF2B5EF4-FFF2-40B4-BE49-F238E27FC236}">
                <a16:creationId xmlns:a16="http://schemas.microsoft.com/office/drawing/2014/main" id="{EF0F2DD1-58E6-E582-C0AA-72E428CF3728}"/>
              </a:ext>
            </a:extLst>
          </p:cNvPr>
          <p:cNvSpPr txBox="1">
            <a:spLocks noChangeArrowheads="1"/>
          </p:cNvSpPr>
          <p:nvPr/>
        </p:nvSpPr>
        <p:spPr bwMode="auto">
          <a:xfrm>
            <a:off x="228600" y="76200"/>
            <a:ext cx="43291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a:effectLst>
                  <a:outerShdw blurRad="38100" dist="38100" dir="2700000" algn="tl">
                    <a:srgbClr val="C0C0C0"/>
                  </a:outerShdw>
                </a:effectLst>
                <a:latin typeface="Times" pitchFamily="18" charset="0"/>
              </a:rPr>
              <a:t>2-2   THE OSI MODEL</a:t>
            </a:r>
          </a:p>
        </p:txBody>
      </p:sp>
      <p:sp>
        <p:nvSpPr>
          <p:cNvPr id="677892" name="Text Box 4">
            <a:extLst>
              <a:ext uri="{FF2B5EF4-FFF2-40B4-BE49-F238E27FC236}">
                <a16:creationId xmlns:a16="http://schemas.microsoft.com/office/drawing/2014/main" id="{A8E20741-E6BB-9129-6A4D-35A93CFE308D}"/>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a:p>
        </p:txBody>
      </p:sp>
      <p:sp>
        <p:nvSpPr>
          <p:cNvPr id="677893" name="Rectangle 5">
            <a:extLst>
              <a:ext uri="{FF2B5EF4-FFF2-40B4-BE49-F238E27FC236}">
                <a16:creationId xmlns:a16="http://schemas.microsoft.com/office/drawing/2014/main" id="{CFF30790-CEE8-F0B5-435F-7E4E4F5C39CD}"/>
              </a:ext>
            </a:extLst>
          </p:cNvPr>
          <p:cNvSpPr>
            <a:spLocks noChangeArrowheads="1"/>
          </p:cNvSpPr>
          <p:nvPr/>
        </p:nvSpPr>
        <p:spPr bwMode="auto">
          <a:xfrm>
            <a:off x="76200" y="850900"/>
            <a:ext cx="8610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rPr>
              <a:t>Established in 1947, the International Standards Organization (</a:t>
            </a:r>
            <a:r>
              <a:rPr lang="en-US" altLang="th-TH" sz="2800" i="1">
                <a:solidFill>
                  <a:schemeClr val="hlink"/>
                </a:solidFill>
                <a:effectLst>
                  <a:outerShdw blurRad="38100" dist="38100" dir="2700000" algn="tl">
                    <a:srgbClr val="C0C0C0"/>
                  </a:outerShdw>
                </a:effectLst>
              </a:rPr>
              <a:t>ISO</a:t>
            </a:r>
            <a:r>
              <a:rPr lang="en-US" altLang="th-TH" sz="2800" i="1">
                <a:effectLst>
                  <a:outerShdw blurRad="38100" dist="38100" dir="2700000" algn="tl">
                    <a:srgbClr val="C0C0C0"/>
                  </a:outerShdw>
                </a:effectLst>
              </a:rPr>
              <a:t>) is a multinational body dedicated to worldwide agreement on international standards. An ISO standard that covers all aspects of network communications is the Open Systems Interconnection (</a:t>
            </a:r>
            <a:r>
              <a:rPr lang="en-US" altLang="th-TH" sz="2800" i="1">
                <a:solidFill>
                  <a:schemeClr val="hlink"/>
                </a:solidFill>
                <a:effectLst>
                  <a:outerShdw blurRad="38100" dist="38100" dir="2700000" algn="tl">
                    <a:srgbClr val="C0C0C0"/>
                  </a:outerShdw>
                </a:effectLst>
              </a:rPr>
              <a:t>OSI</a:t>
            </a:r>
            <a:r>
              <a:rPr lang="en-US" altLang="th-TH" sz="2800" i="1">
                <a:effectLst>
                  <a:outerShdw blurRad="38100" dist="38100" dir="2700000" algn="tl">
                    <a:srgbClr val="C0C0C0"/>
                  </a:outerShdw>
                </a:effectLst>
              </a:rPr>
              <a:t>) model. It was first introduced in the late 1970s. </a:t>
            </a:r>
          </a:p>
        </p:txBody>
      </p:sp>
      <p:sp>
        <p:nvSpPr>
          <p:cNvPr id="677894" name="Rectangle 6">
            <a:extLst>
              <a:ext uri="{FF2B5EF4-FFF2-40B4-BE49-F238E27FC236}">
                <a16:creationId xmlns:a16="http://schemas.microsoft.com/office/drawing/2014/main" id="{C88EA6B8-32C3-6CEA-2FEF-E1D88232C7F3}"/>
              </a:ext>
            </a:extLst>
          </p:cNvPr>
          <p:cNvSpPr>
            <a:spLocks noChangeArrowheads="1"/>
          </p:cNvSpPr>
          <p:nvPr/>
        </p:nvSpPr>
        <p:spPr bwMode="auto">
          <a:xfrm>
            <a:off x="228600" y="4972050"/>
            <a:ext cx="5715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fr-FR" altLang="th-TH" sz="2400">
                <a:solidFill>
                  <a:srgbClr val="0033CC"/>
                </a:solidFill>
              </a:rPr>
              <a:t>Layered Architecture</a:t>
            </a:r>
            <a:br>
              <a:rPr lang="fr-FR" altLang="th-TH" sz="2400">
                <a:solidFill>
                  <a:srgbClr val="0033CC"/>
                </a:solidFill>
              </a:rPr>
            </a:br>
            <a:r>
              <a:rPr lang="fr-FR" altLang="th-TH" sz="2400">
                <a:solidFill>
                  <a:srgbClr val="0033CC"/>
                </a:solidFill>
              </a:rPr>
              <a:t>Peer-to-Peer Processes</a:t>
            </a:r>
          </a:p>
          <a:p>
            <a:pPr>
              <a:buClr>
                <a:schemeClr val="tx1"/>
              </a:buClr>
              <a:buSzPct val="117000"/>
              <a:buFont typeface="Wingdings" pitchFamily="2" charset="2"/>
              <a:buNone/>
            </a:pPr>
            <a:r>
              <a:rPr lang="en-US" altLang="th-TH" sz="2400">
                <a:solidFill>
                  <a:srgbClr val="0033CC"/>
                </a:solidFill>
              </a:rPr>
              <a:t>Encapsulation</a:t>
            </a:r>
          </a:p>
        </p:txBody>
      </p:sp>
      <p:sp>
        <p:nvSpPr>
          <p:cNvPr id="677895" name="Text Box 7">
            <a:extLst>
              <a:ext uri="{FF2B5EF4-FFF2-40B4-BE49-F238E27FC236}">
                <a16:creationId xmlns:a16="http://schemas.microsoft.com/office/drawing/2014/main" id="{695A910F-C93A-6A54-0782-89B9CA0526FC}"/>
              </a:ext>
            </a:extLst>
          </p:cNvPr>
          <p:cNvSpPr txBox="1">
            <a:spLocks noChangeArrowheads="1"/>
          </p:cNvSpPr>
          <p:nvPr/>
        </p:nvSpPr>
        <p:spPr bwMode="auto">
          <a:xfrm>
            <a:off x="241300" y="44958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199581F-7225-0BB4-4CB1-92E3B907D9FD}"/>
              </a:ext>
            </a:extLst>
          </p:cNvPr>
          <p:cNvSpPr>
            <a:spLocks noGrp="1"/>
          </p:cNvSpPr>
          <p:nvPr>
            <p:ph type="sldNum" sz="quarter" idx="10"/>
          </p:nvPr>
        </p:nvSpPr>
        <p:spPr/>
        <p:txBody>
          <a:bodyPr/>
          <a:lstStyle/>
          <a:p>
            <a:r>
              <a:rPr lang="en-US" altLang="th-TH"/>
              <a:t>2.</a:t>
            </a:r>
            <a:fld id="{B8592655-C7E4-F345-9927-61137656E08F}" type="slidenum">
              <a:rPr lang="en-US" altLang="th-TH"/>
              <a:pPr/>
              <a:t>5</a:t>
            </a:fld>
            <a:endParaRPr lang="en-US" altLang="th-TH"/>
          </a:p>
        </p:txBody>
      </p:sp>
      <p:sp>
        <p:nvSpPr>
          <p:cNvPr id="656386" name="Rectangle 2">
            <a:extLst>
              <a:ext uri="{FF2B5EF4-FFF2-40B4-BE49-F238E27FC236}">
                <a16:creationId xmlns:a16="http://schemas.microsoft.com/office/drawing/2014/main" id="{75755C93-24BE-AB5C-0AD4-25034651403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6387" name="Rectangle 3">
            <a:extLst>
              <a:ext uri="{FF2B5EF4-FFF2-40B4-BE49-F238E27FC236}">
                <a16:creationId xmlns:a16="http://schemas.microsoft.com/office/drawing/2014/main" id="{36E98667-162F-3369-9222-92B49EE9DB0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6388" name="Rectangle 4">
            <a:extLst>
              <a:ext uri="{FF2B5EF4-FFF2-40B4-BE49-F238E27FC236}">
                <a16:creationId xmlns:a16="http://schemas.microsoft.com/office/drawing/2014/main" id="{FD33A252-27AF-0430-3F72-1A7E5526C97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6389" name="Rectangle 5">
            <a:extLst>
              <a:ext uri="{FF2B5EF4-FFF2-40B4-BE49-F238E27FC236}">
                <a16:creationId xmlns:a16="http://schemas.microsoft.com/office/drawing/2014/main" id="{761F64EE-C3A9-0C8F-619F-0424C63EDCE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6390" name="Rectangle 6">
            <a:extLst>
              <a:ext uri="{FF2B5EF4-FFF2-40B4-BE49-F238E27FC236}">
                <a16:creationId xmlns:a16="http://schemas.microsoft.com/office/drawing/2014/main" id="{E7E20A13-9AC1-5A54-349C-D5A6A288F4B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6391" name="Rectangle 7">
            <a:extLst>
              <a:ext uri="{FF2B5EF4-FFF2-40B4-BE49-F238E27FC236}">
                <a16:creationId xmlns:a16="http://schemas.microsoft.com/office/drawing/2014/main" id="{735A3AA3-DD89-AA94-ACAD-5CD453AE5C5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6392" name="Rectangle 8">
            <a:extLst>
              <a:ext uri="{FF2B5EF4-FFF2-40B4-BE49-F238E27FC236}">
                <a16:creationId xmlns:a16="http://schemas.microsoft.com/office/drawing/2014/main" id="{274133AC-2D31-34C7-237D-F5D4C1396BD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6393" name="Line 9">
            <a:extLst>
              <a:ext uri="{FF2B5EF4-FFF2-40B4-BE49-F238E27FC236}">
                <a16:creationId xmlns:a16="http://schemas.microsoft.com/office/drawing/2014/main" id="{9D7C8793-A935-27C8-631E-40D5FEAAD00C}"/>
              </a:ext>
            </a:extLst>
          </p:cNvPr>
          <p:cNvSpPr>
            <a:spLocks noChangeShapeType="1"/>
          </p:cNvSpPr>
          <p:nvPr/>
        </p:nvSpPr>
        <p:spPr bwMode="auto">
          <a:xfrm>
            <a:off x="457200" y="2819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6394" name="Line 10">
            <a:extLst>
              <a:ext uri="{FF2B5EF4-FFF2-40B4-BE49-F238E27FC236}">
                <a16:creationId xmlns:a16="http://schemas.microsoft.com/office/drawing/2014/main" id="{30148301-4B7C-CAD4-5E55-EA3D2CED0728}"/>
              </a:ext>
            </a:extLst>
          </p:cNvPr>
          <p:cNvSpPr>
            <a:spLocks noChangeShapeType="1"/>
          </p:cNvSpPr>
          <p:nvPr/>
        </p:nvSpPr>
        <p:spPr bwMode="auto">
          <a:xfrm>
            <a:off x="458788" y="3810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6395" name="Rectangle 11">
            <a:extLst>
              <a:ext uri="{FF2B5EF4-FFF2-40B4-BE49-F238E27FC236}">
                <a16:creationId xmlns:a16="http://schemas.microsoft.com/office/drawing/2014/main" id="{98EAAD04-DA1B-0628-1E0B-BE9D56F9C494}"/>
              </a:ext>
            </a:extLst>
          </p:cNvPr>
          <p:cNvSpPr>
            <a:spLocks noChangeArrowheads="1"/>
          </p:cNvSpPr>
          <p:nvPr/>
        </p:nvSpPr>
        <p:spPr bwMode="auto">
          <a:xfrm>
            <a:off x="495300" y="29114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2400"/>
              <a:t>ISO is the organization.</a:t>
            </a:r>
            <a:br>
              <a:rPr lang="en-US" altLang="th-TH" sz="2400"/>
            </a:br>
            <a:r>
              <a:rPr lang="en-US" altLang="th-TH" sz="2400"/>
              <a:t>OSI is the model.</a:t>
            </a:r>
          </a:p>
        </p:txBody>
      </p:sp>
      <p:grpSp>
        <p:nvGrpSpPr>
          <p:cNvPr id="656401" name="Group 17">
            <a:extLst>
              <a:ext uri="{FF2B5EF4-FFF2-40B4-BE49-F238E27FC236}">
                <a16:creationId xmlns:a16="http://schemas.microsoft.com/office/drawing/2014/main" id="{2A285F26-CEDF-B6A3-FF18-07E5A268A589}"/>
              </a:ext>
            </a:extLst>
          </p:cNvPr>
          <p:cNvGrpSpPr>
            <a:grpSpLocks/>
          </p:cNvGrpSpPr>
          <p:nvPr/>
        </p:nvGrpSpPr>
        <p:grpSpPr bwMode="auto">
          <a:xfrm>
            <a:off x="457200" y="2133600"/>
            <a:ext cx="1143000" cy="566738"/>
            <a:chOff x="1200" y="1248"/>
            <a:chExt cx="720" cy="357"/>
          </a:xfrm>
        </p:grpSpPr>
        <p:pic>
          <p:nvPicPr>
            <p:cNvPr id="656402" name="Picture 18">
              <a:extLst>
                <a:ext uri="{FF2B5EF4-FFF2-40B4-BE49-F238E27FC236}">
                  <a16:creationId xmlns:a16="http://schemas.microsoft.com/office/drawing/2014/main" id="{B875753E-34A6-0779-9E9C-08F188BB9C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6403" name="Text Box 19">
              <a:extLst>
                <a:ext uri="{FF2B5EF4-FFF2-40B4-BE49-F238E27FC236}">
                  <a16:creationId xmlns:a16="http://schemas.microsoft.com/office/drawing/2014/main" id="{1089A2C4-91AE-D275-9B8F-DA7C2627D5F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rPr>
                <a:t>Note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C5070E6-AFDE-CB97-69C1-DDF09B28042E}"/>
              </a:ext>
            </a:extLst>
          </p:cNvPr>
          <p:cNvSpPr>
            <a:spLocks noGrp="1"/>
          </p:cNvSpPr>
          <p:nvPr>
            <p:ph type="sldNum" sz="quarter" idx="10"/>
          </p:nvPr>
        </p:nvSpPr>
        <p:spPr/>
        <p:txBody>
          <a:bodyPr/>
          <a:lstStyle/>
          <a:p>
            <a:r>
              <a:rPr lang="en-US" altLang="th-TH"/>
              <a:t>2.</a:t>
            </a:r>
            <a:fld id="{4B34C962-C162-954B-B88B-16757807324C}" type="slidenum">
              <a:rPr lang="en-US" altLang="th-TH"/>
              <a:pPr/>
              <a:t>6</a:t>
            </a:fld>
            <a:endParaRPr lang="en-US" altLang="th-TH"/>
          </a:p>
        </p:txBody>
      </p:sp>
      <p:sp>
        <p:nvSpPr>
          <p:cNvPr id="635906" name="Line 2">
            <a:extLst>
              <a:ext uri="{FF2B5EF4-FFF2-40B4-BE49-F238E27FC236}">
                <a16:creationId xmlns:a16="http://schemas.microsoft.com/office/drawing/2014/main" id="{631C3DA6-7E62-640D-82BB-4A96E91305C8}"/>
              </a:ext>
            </a:extLst>
          </p:cNvPr>
          <p:cNvSpPr>
            <a:spLocks noChangeShapeType="1"/>
          </p:cNvSpPr>
          <p:nvPr/>
        </p:nvSpPr>
        <p:spPr bwMode="auto">
          <a:xfrm>
            <a:off x="152400" y="228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35907" name="Line 3">
            <a:extLst>
              <a:ext uri="{FF2B5EF4-FFF2-40B4-BE49-F238E27FC236}">
                <a16:creationId xmlns:a16="http://schemas.microsoft.com/office/drawing/2014/main" id="{4534B00F-B17B-8C65-43C8-8FC3F229A5B4}"/>
              </a:ext>
            </a:extLst>
          </p:cNvPr>
          <p:cNvSpPr>
            <a:spLocks noChangeShapeType="1"/>
          </p:cNvSpPr>
          <p:nvPr/>
        </p:nvSpPr>
        <p:spPr bwMode="auto">
          <a:xfrm>
            <a:off x="152400" y="10668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35908" name="Text Box 4">
            <a:extLst>
              <a:ext uri="{FF2B5EF4-FFF2-40B4-BE49-F238E27FC236}">
                <a16:creationId xmlns:a16="http://schemas.microsoft.com/office/drawing/2014/main" id="{9F944ACD-C201-438F-72EB-2DED16E14B21}"/>
              </a:ext>
            </a:extLst>
          </p:cNvPr>
          <p:cNvSpPr txBox="1">
            <a:spLocks noChangeArrowheads="1"/>
          </p:cNvSpPr>
          <p:nvPr/>
        </p:nvSpPr>
        <p:spPr bwMode="auto">
          <a:xfrm>
            <a:off x="304800" y="457200"/>
            <a:ext cx="4805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2.2  </a:t>
            </a:r>
            <a:r>
              <a:rPr lang="en-US" altLang="th-TH" sz="2000" i="1"/>
              <a:t>Seven layers of the OSI model</a:t>
            </a:r>
          </a:p>
        </p:txBody>
      </p:sp>
      <p:sp>
        <p:nvSpPr>
          <p:cNvPr id="635909" name="Line 5">
            <a:extLst>
              <a:ext uri="{FF2B5EF4-FFF2-40B4-BE49-F238E27FC236}">
                <a16:creationId xmlns:a16="http://schemas.microsoft.com/office/drawing/2014/main" id="{6606066B-0886-8344-CB42-71C493E311E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35910" name="Picture 6">
            <a:extLst>
              <a:ext uri="{FF2B5EF4-FFF2-40B4-BE49-F238E27FC236}">
                <a16:creationId xmlns:a16="http://schemas.microsoft.com/office/drawing/2014/main" id="{92C2A09E-B16B-7462-BD00-F8A25176E0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9475" y="1427163"/>
            <a:ext cx="4251325" cy="436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49E07B7-6235-80A9-6C16-F79CEAF423C3}"/>
              </a:ext>
            </a:extLst>
          </p:cNvPr>
          <p:cNvSpPr>
            <a:spLocks noGrp="1"/>
          </p:cNvSpPr>
          <p:nvPr>
            <p:ph type="sldNum" sz="quarter" idx="10"/>
          </p:nvPr>
        </p:nvSpPr>
        <p:spPr/>
        <p:txBody>
          <a:bodyPr/>
          <a:lstStyle/>
          <a:p>
            <a:r>
              <a:rPr lang="en-US" altLang="th-TH"/>
              <a:t>2.</a:t>
            </a:r>
            <a:fld id="{8F5D288D-69D8-6A46-A0C9-D8138195BFB5}" type="slidenum">
              <a:rPr lang="en-US" altLang="th-TH"/>
              <a:pPr/>
              <a:t>7</a:t>
            </a:fld>
            <a:endParaRPr lang="en-US" altLang="th-TH"/>
          </a:p>
        </p:txBody>
      </p:sp>
      <p:sp>
        <p:nvSpPr>
          <p:cNvPr id="636930" name="Line 2">
            <a:extLst>
              <a:ext uri="{FF2B5EF4-FFF2-40B4-BE49-F238E27FC236}">
                <a16:creationId xmlns:a16="http://schemas.microsoft.com/office/drawing/2014/main" id="{97FAD03B-BECC-F363-3DDE-646526747E0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36931" name="Line 3">
            <a:extLst>
              <a:ext uri="{FF2B5EF4-FFF2-40B4-BE49-F238E27FC236}">
                <a16:creationId xmlns:a16="http://schemas.microsoft.com/office/drawing/2014/main" id="{9C6CBC06-3AA2-BBF2-3538-323FF436C70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36932" name="Text Box 4">
            <a:extLst>
              <a:ext uri="{FF2B5EF4-FFF2-40B4-BE49-F238E27FC236}">
                <a16:creationId xmlns:a16="http://schemas.microsoft.com/office/drawing/2014/main" id="{CD45C964-9DEB-CA5A-2E50-7EB1A57E1CFC}"/>
              </a:ext>
            </a:extLst>
          </p:cNvPr>
          <p:cNvSpPr txBox="1">
            <a:spLocks noChangeArrowheads="1"/>
          </p:cNvSpPr>
          <p:nvPr/>
        </p:nvSpPr>
        <p:spPr bwMode="auto">
          <a:xfrm>
            <a:off x="304800" y="381000"/>
            <a:ext cx="6707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2.3  </a:t>
            </a:r>
            <a:r>
              <a:rPr lang="en-US" altLang="th-TH" sz="2000" i="1"/>
              <a:t>The interaction between layers in the OSI model</a:t>
            </a:r>
          </a:p>
        </p:txBody>
      </p:sp>
      <p:sp>
        <p:nvSpPr>
          <p:cNvPr id="636933" name="Line 5">
            <a:extLst>
              <a:ext uri="{FF2B5EF4-FFF2-40B4-BE49-F238E27FC236}">
                <a16:creationId xmlns:a16="http://schemas.microsoft.com/office/drawing/2014/main" id="{715E91C2-26CB-686E-66E1-237F62B47AE6}"/>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36934" name="Picture 6">
            <a:extLst>
              <a:ext uri="{FF2B5EF4-FFF2-40B4-BE49-F238E27FC236}">
                <a16:creationId xmlns:a16="http://schemas.microsoft.com/office/drawing/2014/main" id="{10C0173F-9F6D-89D2-C28E-2CB7B9D9DD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650" y="1066800"/>
            <a:ext cx="6965950" cy="5160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CE4BC3D-301A-6140-8421-DAEDF0CA3AE5}"/>
              </a:ext>
            </a:extLst>
          </p:cNvPr>
          <p:cNvSpPr>
            <a:spLocks noGrp="1"/>
          </p:cNvSpPr>
          <p:nvPr>
            <p:ph type="sldNum" sz="quarter" idx="10"/>
          </p:nvPr>
        </p:nvSpPr>
        <p:spPr/>
        <p:txBody>
          <a:bodyPr/>
          <a:lstStyle/>
          <a:p>
            <a:r>
              <a:rPr lang="en-US" altLang="th-TH"/>
              <a:t>2.</a:t>
            </a:r>
            <a:fld id="{462DD7BC-787B-534A-8913-2511E0F3325D}" type="slidenum">
              <a:rPr lang="en-US" altLang="th-TH"/>
              <a:pPr/>
              <a:t>8</a:t>
            </a:fld>
            <a:endParaRPr lang="en-US" altLang="th-TH"/>
          </a:p>
        </p:txBody>
      </p:sp>
      <p:sp>
        <p:nvSpPr>
          <p:cNvPr id="637954" name="Line 2">
            <a:extLst>
              <a:ext uri="{FF2B5EF4-FFF2-40B4-BE49-F238E27FC236}">
                <a16:creationId xmlns:a16="http://schemas.microsoft.com/office/drawing/2014/main" id="{ECAC3FC4-DBDD-6747-485F-8542F1DB9655}"/>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37955" name="Line 3">
            <a:extLst>
              <a:ext uri="{FF2B5EF4-FFF2-40B4-BE49-F238E27FC236}">
                <a16:creationId xmlns:a16="http://schemas.microsoft.com/office/drawing/2014/main" id="{42B1655A-754A-B904-3501-10EF1DDEC12C}"/>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37956" name="Text Box 4">
            <a:extLst>
              <a:ext uri="{FF2B5EF4-FFF2-40B4-BE49-F238E27FC236}">
                <a16:creationId xmlns:a16="http://schemas.microsoft.com/office/drawing/2014/main" id="{B4C29E82-55EE-E240-6507-5B326247F6F2}"/>
              </a:ext>
            </a:extLst>
          </p:cNvPr>
          <p:cNvSpPr txBox="1">
            <a:spLocks noChangeArrowheads="1"/>
          </p:cNvSpPr>
          <p:nvPr/>
        </p:nvSpPr>
        <p:spPr bwMode="auto">
          <a:xfrm>
            <a:off x="304800" y="381000"/>
            <a:ext cx="5245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2.4  </a:t>
            </a:r>
            <a:r>
              <a:rPr lang="en-US" altLang="th-TH" sz="2000" i="1"/>
              <a:t>An exchange using the OSI model</a:t>
            </a:r>
          </a:p>
        </p:txBody>
      </p:sp>
      <p:sp>
        <p:nvSpPr>
          <p:cNvPr id="637957" name="Line 5">
            <a:extLst>
              <a:ext uri="{FF2B5EF4-FFF2-40B4-BE49-F238E27FC236}">
                <a16:creationId xmlns:a16="http://schemas.microsoft.com/office/drawing/2014/main" id="{871D1BE5-6278-C375-24FC-3D6BAD0B62D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37958" name="Picture 6">
            <a:extLst>
              <a:ext uri="{FF2B5EF4-FFF2-40B4-BE49-F238E27FC236}">
                <a16:creationId xmlns:a16="http://schemas.microsoft.com/office/drawing/2014/main" id="{DA06F735-0001-CBA2-37D7-A2AE154CDE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038" y="1200150"/>
            <a:ext cx="7523162" cy="481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51A2E16-E2F4-DA72-FD12-E1433E2B6624}"/>
              </a:ext>
            </a:extLst>
          </p:cNvPr>
          <p:cNvSpPr>
            <a:spLocks noGrp="1"/>
          </p:cNvSpPr>
          <p:nvPr>
            <p:ph type="sldNum" sz="quarter" idx="10"/>
          </p:nvPr>
        </p:nvSpPr>
        <p:spPr/>
        <p:txBody>
          <a:bodyPr/>
          <a:lstStyle/>
          <a:p>
            <a:r>
              <a:rPr lang="en-US" altLang="th-TH"/>
              <a:t>2.</a:t>
            </a:r>
            <a:fld id="{49F7EC95-B5D2-7542-ADE8-A0EDE5F46DFF}" type="slidenum">
              <a:rPr lang="en-US" altLang="th-TH"/>
              <a:pPr/>
              <a:t>9</a:t>
            </a:fld>
            <a:endParaRPr lang="en-US" altLang="th-TH"/>
          </a:p>
        </p:txBody>
      </p:sp>
      <p:sp>
        <p:nvSpPr>
          <p:cNvPr id="678914" name="Rectangle 2">
            <a:extLst>
              <a:ext uri="{FF2B5EF4-FFF2-40B4-BE49-F238E27FC236}">
                <a16:creationId xmlns:a16="http://schemas.microsoft.com/office/drawing/2014/main" id="{2C9EB4C8-4A4F-0F20-8AF4-5EBBA9368246}"/>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sz="3200">
              <a:effectLst>
                <a:outerShdw blurRad="38100" dist="38100" dir="2700000" algn="tl">
                  <a:srgbClr val="FFFFFF"/>
                </a:outerShdw>
              </a:effectLst>
            </a:endParaRPr>
          </a:p>
        </p:txBody>
      </p:sp>
      <p:sp>
        <p:nvSpPr>
          <p:cNvPr id="678915" name="Text Box 3">
            <a:extLst>
              <a:ext uri="{FF2B5EF4-FFF2-40B4-BE49-F238E27FC236}">
                <a16:creationId xmlns:a16="http://schemas.microsoft.com/office/drawing/2014/main" id="{62B56EA2-7BCB-1701-FABA-BCCE0125E029}"/>
              </a:ext>
            </a:extLst>
          </p:cNvPr>
          <p:cNvSpPr txBox="1">
            <a:spLocks noChangeArrowheads="1"/>
          </p:cNvSpPr>
          <p:nvPr/>
        </p:nvSpPr>
        <p:spPr bwMode="auto">
          <a:xfrm>
            <a:off x="228600" y="76200"/>
            <a:ext cx="66341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a:effectLst>
                  <a:outerShdw blurRad="38100" dist="38100" dir="2700000" algn="tl">
                    <a:srgbClr val="C0C0C0"/>
                  </a:outerShdw>
                </a:effectLst>
                <a:latin typeface="Times" pitchFamily="18" charset="0"/>
              </a:rPr>
              <a:t>2-3   LAYERS IN THE OSI MODEL</a:t>
            </a:r>
          </a:p>
        </p:txBody>
      </p:sp>
      <p:sp>
        <p:nvSpPr>
          <p:cNvPr id="678916" name="Text Box 4">
            <a:extLst>
              <a:ext uri="{FF2B5EF4-FFF2-40B4-BE49-F238E27FC236}">
                <a16:creationId xmlns:a16="http://schemas.microsoft.com/office/drawing/2014/main" id="{76D7BD05-FC39-B06F-5206-46A2DC2C1CDD}"/>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a:p>
        </p:txBody>
      </p:sp>
      <p:sp>
        <p:nvSpPr>
          <p:cNvPr id="678917" name="Rectangle 5">
            <a:extLst>
              <a:ext uri="{FF2B5EF4-FFF2-40B4-BE49-F238E27FC236}">
                <a16:creationId xmlns:a16="http://schemas.microsoft.com/office/drawing/2014/main" id="{6B844A5C-ED1B-F711-B188-6FC9DB3DE20A}"/>
              </a:ext>
            </a:extLst>
          </p:cNvPr>
          <p:cNvSpPr>
            <a:spLocks noChangeArrowheads="1"/>
          </p:cNvSpPr>
          <p:nvPr/>
        </p:nvSpPr>
        <p:spPr bwMode="auto">
          <a:xfrm>
            <a:off x="76200" y="987425"/>
            <a:ext cx="8610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rPr>
              <a:t>In this section we briefly describe the functions of each layer in the OSI model.</a:t>
            </a:r>
          </a:p>
        </p:txBody>
      </p:sp>
      <p:sp>
        <p:nvSpPr>
          <p:cNvPr id="678918" name="Rectangle 6">
            <a:extLst>
              <a:ext uri="{FF2B5EF4-FFF2-40B4-BE49-F238E27FC236}">
                <a16:creationId xmlns:a16="http://schemas.microsoft.com/office/drawing/2014/main" id="{E9EA293D-A42F-EB6C-5033-16592DE175E2}"/>
              </a:ext>
            </a:extLst>
          </p:cNvPr>
          <p:cNvSpPr>
            <a:spLocks noChangeArrowheads="1"/>
          </p:cNvSpPr>
          <p:nvPr/>
        </p:nvSpPr>
        <p:spPr bwMode="auto">
          <a:xfrm>
            <a:off x="228600" y="3295650"/>
            <a:ext cx="57150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fr-FR" altLang="th-TH" sz="2400">
                <a:solidFill>
                  <a:srgbClr val="0033CC"/>
                </a:solidFill>
              </a:rPr>
              <a:t>Physical Layer</a:t>
            </a:r>
            <a:br>
              <a:rPr lang="fr-FR" altLang="th-TH" sz="2400">
                <a:solidFill>
                  <a:srgbClr val="0033CC"/>
                </a:solidFill>
              </a:rPr>
            </a:br>
            <a:r>
              <a:rPr lang="fr-FR" altLang="th-TH" sz="2400">
                <a:solidFill>
                  <a:srgbClr val="0033CC"/>
                </a:solidFill>
              </a:rPr>
              <a:t>Data Link Layer</a:t>
            </a:r>
          </a:p>
          <a:p>
            <a:pPr>
              <a:buClr>
                <a:schemeClr val="tx1"/>
              </a:buClr>
              <a:buSzPct val="117000"/>
              <a:buFont typeface="Wingdings" pitchFamily="2" charset="2"/>
              <a:buNone/>
            </a:pPr>
            <a:r>
              <a:rPr lang="en-US" altLang="th-TH" sz="2400">
                <a:solidFill>
                  <a:srgbClr val="0033CC"/>
                </a:solidFill>
              </a:rPr>
              <a:t>Network Layer</a:t>
            </a:r>
          </a:p>
          <a:p>
            <a:pPr>
              <a:buClr>
                <a:schemeClr val="tx1"/>
              </a:buClr>
              <a:buSzPct val="117000"/>
              <a:buFont typeface="Wingdings" pitchFamily="2" charset="2"/>
              <a:buNone/>
            </a:pPr>
            <a:r>
              <a:rPr lang="en-US" altLang="th-TH" sz="2400">
                <a:solidFill>
                  <a:srgbClr val="0033CC"/>
                </a:solidFill>
              </a:rPr>
              <a:t>Transport Layer</a:t>
            </a:r>
          </a:p>
          <a:p>
            <a:pPr>
              <a:buClr>
                <a:schemeClr val="tx1"/>
              </a:buClr>
              <a:buSzPct val="117000"/>
              <a:buFont typeface="Wingdings" pitchFamily="2" charset="2"/>
              <a:buNone/>
            </a:pPr>
            <a:r>
              <a:rPr lang="en-US" altLang="th-TH" sz="2400">
                <a:solidFill>
                  <a:srgbClr val="0033CC"/>
                </a:solidFill>
              </a:rPr>
              <a:t>Session Layer</a:t>
            </a:r>
          </a:p>
          <a:p>
            <a:pPr>
              <a:buClr>
                <a:schemeClr val="tx1"/>
              </a:buClr>
              <a:buSzPct val="117000"/>
              <a:buFont typeface="Wingdings" pitchFamily="2" charset="2"/>
              <a:buNone/>
            </a:pPr>
            <a:r>
              <a:rPr lang="en-US" altLang="th-TH" sz="2400">
                <a:solidFill>
                  <a:srgbClr val="0033CC"/>
                </a:solidFill>
              </a:rPr>
              <a:t>Presentation Layer</a:t>
            </a:r>
          </a:p>
          <a:p>
            <a:pPr>
              <a:buClr>
                <a:schemeClr val="tx1"/>
              </a:buClr>
              <a:buSzPct val="117000"/>
              <a:buFont typeface="Wingdings" pitchFamily="2" charset="2"/>
              <a:buNone/>
            </a:pPr>
            <a:r>
              <a:rPr lang="en-US" altLang="th-TH" sz="2400">
                <a:solidFill>
                  <a:srgbClr val="0033CC"/>
                </a:solidFill>
              </a:rPr>
              <a:t>Application Layer</a:t>
            </a:r>
          </a:p>
        </p:txBody>
      </p:sp>
      <p:sp>
        <p:nvSpPr>
          <p:cNvPr id="678919" name="Text Box 7">
            <a:extLst>
              <a:ext uri="{FF2B5EF4-FFF2-40B4-BE49-F238E27FC236}">
                <a16:creationId xmlns:a16="http://schemas.microsoft.com/office/drawing/2014/main" id="{B98495BE-B6DB-29AB-7472-BC71166B7AE6}"/>
              </a:ext>
            </a:extLst>
          </p:cNvPr>
          <p:cNvSpPr txBox="1">
            <a:spLocks noChangeArrowheads="1"/>
          </p:cNvSpPr>
          <p:nvPr/>
        </p:nvSpPr>
        <p:spPr bwMode="auto">
          <a:xfrm>
            <a:off x="241300" y="28194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179F40C-862B-BAFD-7D40-7B7F473C93BC}"/>
              </a:ext>
            </a:extLst>
          </p:cNvPr>
          <p:cNvSpPr>
            <a:spLocks noGrp="1"/>
          </p:cNvSpPr>
          <p:nvPr>
            <p:ph type="sldNum" sz="quarter" idx="10"/>
          </p:nvPr>
        </p:nvSpPr>
        <p:spPr/>
        <p:txBody>
          <a:bodyPr/>
          <a:lstStyle/>
          <a:p>
            <a:r>
              <a:rPr lang="en-US" altLang="th-TH"/>
              <a:t>2.</a:t>
            </a:r>
            <a:fld id="{87C7FF39-98FD-2D49-9FAF-6B9779CC6575}" type="slidenum">
              <a:rPr lang="en-US" altLang="th-TH"/>
              <a:pPr/>
              <a:t>10</a:t>
            </a:fld>
            <a:endParaRPr lang="en-US" altLang="th-TH"/>
          </a:p>
        </p:txBody>
      </p:sp>
      <p:sp>
        <p:nvSpPr>
          <p:cNvPr id="638978" name="Line 2">
            <a:extLst>
              <a:ext uri="{FF2B5EF4-FFF2-40B4-BE49-F238E27FC236}">
                <a16:creationId xmlns:a16="http://schemas.microsoft.com/office/drawing/2014/main" id="{DEE2C277-5337-FA04-0BE9-0CB595AB5FF5}"/>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38979" name="Line 3">
            <a:extLst>
              <a:ext uri="{FF2B5EF4-FFF2-40B4-BE49-F238E27FC236}">
                <a16:creationId xmlns:a16="http://schemas.microsoft.com/office/drawing/2014/main" id="{6406F7C0-B9F2-A8E1-559A-1A1925F298DD}"/>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38980" name="Text Box 4">
            <a:extLst>
              <a:ext uri="{FF2B5EF4-FFF2-40B4-BE49-F238E27FC236}">
                <a16:creationId xmlns:a16="http://schemas.microsoft.com/office/drawing/2014/main" id="{23085E11-D387-8B53-8961-84FB329DCB0D}"/>
              </a:ext>
            </a:extLst>
          </p:cNvPr>
          <p:cNvSpPr txBox="1">
            <a:spLocks noChangeArrowheads="1"/>
          </p:cNvSpPr>
          <p:nvPr/>
        </p:nvSpPr>
        <p:spPr bwMode="auto">
          <a:xfrm>
            <a:off x="304800" y="381000"/>
            <a:ext cx="3127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2.5  </a:t>
            </a:r>
            <a:r>
              <a:rPr lang="en-US" altLang="th-TH" sz="2000" i="1"/>
              <a:t>Physical layer</a:t>
            </a:r>
          </a:p>
        </p:txBody>
      </p:sp>
      <p:sp>
        <p:nvSpPr>
          <p:cNvPr id="638981" name="Line 5">
            <a:extLst>
              <a:ext uri="{FF2B5EF4-FFF2-40B4-BE49-F238E27FC236}">
                <a16:creationId xmlns:a16="http://schemas.microsoft.com/office/drawing/2014/main" id="{4CE15D23-BFC6-4642-585E-A5F9DE442319}"/>
              </a:ext>
            </a:extLst>
          </p:cNvPr>
          <p:cNvSpPr>
            <a:spLocks noChangeShapeType="1"/>
          </p:cNvSpPr>
          <p:nvPr/>
        </p:nvSpPr>
        <p:spPr bwMode="auto">
          <a:xfrm>
            <a:off x="152400" y="6172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38982" name="Picture 6">
            <a:extLst>
              <a:ext uri="{FF2B5EF4-FFF2-40B4-BE49-F238E27FC236}">
                <a16:creationId xmlns:a16="http://schemas.microsoft.com/office/drawing/2014/main" id="{B9F254E2-43BB-7D00-661B-D8B0F48731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 y="2349500"/>
            <a:ext cx="8629650" cy="275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86B3F0F-C461-6466-3D80-0FCF06A4816F}"/>
              </a:ext>
            </a:extLst>
          </p:cNvPr>
          <p:cNvSpPr>
            <a:spLocks noGrp="1"/>
          </p:cNvSpPr>
          <p:nvPr>
            <p:ph type="sldNum" sz="quarter" idx="10"/>
          </p:nvPr>
        </p:nvSpPr>
        <p:spPr/>
        <p:txBody>
          <a:bodyPr/>
          <a:lstStyle/>
          <a:p>
            <a:r>
              <a:rPr lang="en-US" altLang="th-TH"/>
              <a:t>2.</a:t>
            </a:r>
            <a:fld id="{3230E8DB-35E8-9A47-8E0B-0A5819D82B6D}" type="slidenum">
              <a:rPr lang="en-US" altLang="th-TH"/>
              <a:pPr/>
              <a:t>11</a:t>
            </a:fld>
            <a:endParaRPr lang="en-US" altLang="th-TH"/>
          </a:p>
        </p:txBody>
      </p:sp>
      <p:sp>
        <p:nvSpPr>
          <p:cNvPr id="657410" name="Rectangle 2">
            <a:extLst>
              <a:ext uri="{FF2B5EF4-FFF2-40B4-BE49-F238E27FC236}">
                <a16:creationId xmlns:a16="http://schemas.microsoft.com/office/drawing/2014/main" id="{EA0BD906-47E8-6191-501A-E3FBB546D47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7411" name="Rectangle 3">
            <a:extLst>
              <a:ext uri="{FF2B5EF4-FFF2-40B4-BE49-F238E27FC236}">
                <a16:creationId xmlns:a16="http://schemas.microsoft.com/office/drawing/2014/main" id="{78AAE9B0-AC5D-B006-A1C0-5CA28FF13A9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7412" name="Rectangle 4">
            <a:extLst>
              <a:ext uri="{FF2B5EF4-FFF2-40B4-BE49-F238E27FC236}">
                <a16:creationId xmlns:a16="http://schemas.microsoft.com/office/drawing/2014/main" id="{EB2A9CE3-23D3-3A53-E662-47079C11D8C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7413" name="Rectangle 5">
            <a:extLst>
              <a:ext uri="{FF2B5EF4-FFF2-40B4-BE49-F238E27FC236}">
                <a16:creationId xmlns:a16="http://schemas.microsoft.com/office/drawing/2014/main" id="{59454D14-4F72-B67C-E598-B55B480F07B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7414" name="Rectangle 6">
            <a:extLst>
              <a:ext uri="{FF2B5EF4-FFF2-40B4-BE49-F238E27FC236}">
                <a16:creationId xmlns:a16="http://schemas.microsoft.com/office/drawing/2014/main" id="{88F1D806-D0EB-F5D4-7562-AFFAB50F9E3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7415" name="Rectangle 7">
            <a:extLst>
              <a:ext uri="{FF2B5EF4-FFF2-40B4-BE49-F238E27FC236}">
                <a16:creationId xmlns:a16="http://schemas.microsoft.com/office/drawing/2014/main" id="{537F723B-6597-AB86-5ECD-79272EA52C6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7416" name="Rectangle 8">
            <a:extLst>
              <a:ext uri="{FF2B5EF4-FFF2-40B4-BE49-F238E27FC236}">
                <a16:creationId xmlns:a16="http://schemas.microsoft.com/office/drawing/2014/main" id="{91A46A7D-C721-DED8-C6F4-53DAF08990D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7417" name="Line 9">
            <a:extLst>
              <a:ext uri="{FF2B5EF4-FFF2-40B4-BE49-F238E27FC236}">
                <a16:creationId xmlns:a16="http://schemas.microsoft.com/office/drawing/2014/main" id="{DA21497D-D12C-BCDD-E45F-E1874E01F173}"/>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7418" name="Line 10">
            <a:extLst>
              <a:ext uri="{FF2B5EF4-FFF2-40B4-BE49-F238E27FC236}">
                <a16:creationId xmlns:a16="http://schemas.microsoft.com/office/drawing/2014/main" id="{221D7027-6BA1-19EA-7EC8-0C8139485F6A}"/>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7419" name="Rectangle 11">
            <a:extLst>
              <a:ext uri="{FF2B5EF4-FFF2-40B4-BE49-F238E27FC236}">
                <a16:creationId xmlns:a16="http://schemas.microsoft.com/office/drawing/2014/main" id="{924EB7B7-8165-9E19-003D-32303F0101B6}"/>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2400"/>
              <a:t>The physical layer is responsible for movements of</a:t>
            </a:r>
          </a:p>
          <a:p>
            <a:pPr algn="ctr"/>
            <a:r>
              <a:rPr lang="en-US" altLang="th-TH" sz="2400"/>
              <a:t>individual bits from one hop (node) to the next.</a:t>
            </a:r>
          </a:p>
        </p:txBody>
      </p:sp>
      <p:grpSp>
        <p:nvGrpSpPr>
          <p:cNvPr id="657423" name="Group 15">
            <a:extLst>
              <a:ext uri="{FF2B5EF4-FFF2-40B4-BE49-F238E27FC236}">
                <a16:creationId xmlns:a16="http://schemas.microsoft.com/office/drawing/2014/main" id="{EF8C24C6-216B-D796-0172-A6DAB90B94CB}"/>
              </a:ext>
            </a:extLst>
          </p:cNvPr>
          <p:cNvGrpSpPr>
            <a:grpSpLocks/>
          </p:cNvGrpSpPr>
          <p:nvPr/>
        </p:nvGrpSpPr>
        <p:grpSpPr bwMode="auto">
          <a:xfrm>
            <a:off x="457200" y="2286000"/>
            <a:ext cx="1143000" cy="566738"/>
            <a:chOff x="1200" y="1248"/>
            <a:chExt cx="720" cy="357"/>
          </a:xfrm>
        </p:grpSpPr>
        <p:pic>
          <p:nvPicPr>
            <p:cNvPr id="657424" name="Picture 16">
              <a:extLst>
                <a:ext uri="{FF2B5EF4-FFF2-40B4-BE49-F238E27FC236}">
                  <a16:creationId xmlns:a16="http://schemas.microsoft.com/office/drawing/2014/main" id="{B2EDF2AE-7D80-6905-D38D-85498D6354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7425" name="Text Box 17">
              <a:extLst>
                <a:ext uri="{FF2B5EF4-FFF2-40B4-BE49-F238E27FC236}">
                  <a16:creationId xmlns:a16="http://schemas.microsoft.com/office/drawing/2014/main" id="{5D7260AB-4C57-1CEE-E423-50702A283C3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rPr>
                <a:t>Note</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3B4FC45-68F0-25D5-87AB-348F7C631994}"/>
              </a:ext>
            </a:extLst>
          </p:cNvPr>
          <p:cNvSpPr>
            <a:spLocks noGrp="1"/>
          </p:cNvSpPr>
          <p:nvPr>
            <p:ph type="sldNum" sz="quarter" idx="10"/>
          </p:nvPr>
        </p:nvSpPr>
        <p:spPr/>
        <p:txBody>
          <a:bodyPr/>
          <a:lstStyle/>
          <a:p>
            <a:r>
              <a:rPr lang="en-US" altLang="th-TH"/>
              <a:t>2.</a:t>
            </a:r>
            <a:fld id="{98EFD20C-FED1-E94C-9233-2356D77C0A22}" type="slidenum">
              <a:rPr lang="en-US" altLang="th-TH"/>
              <a:pPr/>
              <a:t>12</a:t>
            </a:fld>
            <a:endParaRPr lang="en-US" altLang="th-TH"/>
          </a:p>
        </p:txBody>
      </p:sp>
      <p:sp>
        <p:nvSpPr>
          <p:cNvPr id="640002" name="Line 2">
            <a:extLst>
              <a:ext uri="{FF2B5EF4-FFF2-40B4-BE49-F238E27FC236}">
                <a16:creationId xmlns:a16="http://schemas.microsoft.com/office/drawing/2014/main" id="{9708CA4F-08F7-0AF4-7032-B45D0D3228DC}"/>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0003" name="Line 3">
            <a:extLst>
              <a:ext uri="{FF2B5EF4-FFF2-40B4-BE49-F238E27FC236}">
                <a16:creationId xmlns:a16="http://schemas.microsoft.com/office/drawing/2014/main" id="{3BD3BBA3-9339-238D-B15B-EF001AC00713}"/>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0004" name="Text Box 4">
            <a:extLst>
              <a:ext uri="{FF2B5EF4-FFF2-40B4-BE49-F238E27FC236}">
                <a16:creationId xmlns:a16="http://schemas.microsoft.com/office/drawing/2014/main" id="{21833B71-3397-3A84-C5BB-E7E0769D138F}"/>
              </a:ext>
            </a:extLst>
          </p:cNvPr>
          <p:cNvSpPr txBox="1">
            <a:spLocks noChangeArrowheads="1"/>
          </p:cNvSpPr>
          <p:nvPr/>
        </p:nvSpPr>
        <p:spPr bwMode="auto">
          <a:xfrm>
            <a:off x="304800" y="381000"/>
            <a:ext cx="3219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2.6  </a:t>
            </a:r>
            <a:r>
              <a:rPr lang="en-US" altLang="th-TH" sz="2000" i="1"/>
              <a:t>Data link layer</a:t>
            </a:r>
          </a:p>
        </p:txBody>
      </p:sp>
      <p:sp>
        <p:nvSpPr>
          <p:cNvPr id="640005" name="Line 5">
            <a:extLst>
              <a:ext uri="{FF2B5EF4-FFF2-40B4-BE49-F238E27FC236}">
                <a16:creationId xmlns:a16="http://schemas.microsoft.com/office/drawing/2014/main" id="{956D9040-8D85-12DD-A805-C30FAE1FFD0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40006" name="Picture 6">
            <a:extLst>
              <a:ext uri="{FF2B5EF4-FFF2-40B4-BE49-F238E27FC236}">
                <a16:creationId xmlns:a16="http://schemas.microsoft.com/office/drawing/2014/main" id="{CEB6A1EB-69A4-F75B-E95A-A96EEA6C75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88" y="2057400"/>
            <a:ext cx="8418512" cy="279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5B18672-91E6-941E-F863-260281B86CEB}"/>
              </a:ext>
            </a:extLst>
          </p:cNvPr>
          <p:cNvSpPr>
            <a:spLocks noGrp="1"/>
          </p:cNvSpPr>
          <p:nvPr>
            <p:ph type="sldNum" sz="quarter" idx="10"/>
          </p:nvPr>
        </p:nvSpPr>
        <p:spPr/>
        <p:txBody>
          <a:bodyPr/>
          <a:lstStyle/>
          <a:p>
            <a:r>
              <a:rPr lang="en-US" altLang="th-TH"/>
              <a:t>2.</a:t>
            </a:r>
            <a:fld id="{1F951564-2238-E14C-A6F8-1C24B2C8AEF0}" type="slidenum">
              <a:rPr lang="en-US" altLang="th-TH"/>
              <a:pPr/>
              <a:t>13</a:t>
            </a:fld>
            <a:endParaRPr lang="en-US" altLang="th-TH"/>
          </a:p>
        </p:txBody>
      </p:sp>
      <p:sp>
        <p:nvSpPr>
          <p:cNvPr id="658434" name="Rectangle 2">
            <a:extLst>
              <a:ext uri="{FF2B5EF4-FFF2-40B4-BE49-F238E27FC236}">
                <a16:creationId xmlns:a16="http://schemas.microsoft.com/office/drawing/2014/main" id="{B403F47B-EC69-167E-B408-3EEED853015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8435" name="Rectangle 3">
            <a:extLst>
              <a:ext uri="{FF2B5EF4-FFF2-40B4-BE49-F238E27FC236}">
                <a16:creationId xmlns:a16="http://schemas.microsoft.com/office/drawing/2014/main" id="{0D0FDFF6-B728-08AF-F51D-D4425CA9713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8436" name="Rectangle 4">
            <a:extLst>
              <a:ext uri="{FF2B5EF4-FFF2-40B4-BE49-F238E27FC236}">
                <a16:creationId xmlns:a16="http://schemas.microsoft.com/office/drawing/2014/main" id="{2CEC586F-64AA-6738-659F-08FC95B0DA9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8437" name="Rectangle 5">
            <a:extLst>
              <a:ext uri="{FF2B5EF4-FFF2-40B4-BE49-F238E27FC236}">
                <a16:creationId xmlns:a16="http://schemas.microsoft.com/office/drawing/2014/main" id="{B7CC0D7C-89A6-0982-F7FA-CBFCDB8CBDD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8438" name="Rectangle 6">
            <a:extLst>
              <a:ext uri="{FF2B5EF4-FFF2-40B4-BE49-F238E27FC236}">
                <a16:creationId xmlns:a16="http://schemas.microsoft.com/office/drawing/2014/main" id="{05FE62B2-D732-5370-F10D-0A76A9C45F3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8439" name="Rectangle 7">
            <a:extLst>
              <a:ext uri="{FF2B5EF4-FFF2-40B4-BE49-F238E27FC236}">
                <a16:creationId xmlns:a16="http://schemas.microsoft.com/office/drawing/2014/main" id="{6873A8EE-8C61-EE2E-E249-772A5A46AB5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8440" name="Rectangle 8">
            <a:extLst>
              <a:ext uri="{FF2B5EF4-FFF2-40B4-BE49-F238E27FC236}">
                <a16:creationId xmlns:a16="http://schemas.microsoft.com/office/drawing/2014/main" id="{855CEB53-AC0C-F49C-71CA-B7CA873E730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8441" name="Line 9">
            <a:extLst>
              <a:ext uri="{FF2B5EF4-FFF2-40B4-BE49-F238E27FC236}">
                <a16:creationId xmlns:a16="http://schemas.microsoft.com/office/drawing/2014/main" id="{6C6902CD-0F69-4F32-B9D0-36F3C89DD399}"/>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8442" name="Line 10">
            <a:extLst>
              <a:ext uri="{FF2B5EF4-FFF2-40B4-BE49-F238E27FC236}">
                <a16:creationId xmlns:a16="http://schemas.microsoft.com/office/drawing/2014/main" id="{6A7C037E-EC3F-CF29-139A-BC1CDC9A6C5A}"/>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8443" name="Rectangle 11">
            <a:extLst>
              <a:ext uri="{FF2B5EF4-FFF2-40B4-BE49-F238E27FC236}">
                <a16:creationId xmlns:a16="http://schemas.microsoft.com/office/drawing/2014/main" id="{D6C70A81-E958-71B3-83AA-B83404BA0BE6}"/>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2400"/>
              <a:t>The data link layer is responsible for moving </a:t>
            </a:r>
            <a:br>
              <a:rPr lang="en-US" altLang="th-TH" sz="2400"/>
            </a:br>
            <a:r>
              <a:rPr lang="en-US" altLang="th-TH" sz="2400"/>
              <a:t>frames from one hop (node) to the next.</a:t>
            </a:r>
          </a:p>
        </p:txBody>
      </p:sp>
      <p:grpSp>
        <p:nvGrpSpPr>
          <p:cNvPr id="658447" name="Group 15">
            <a:extLst>
              <a:ext uri="{FF2B5EF4-FFF2-40B4-BE49-F238E27FC236}">
                <a16:creationId xmlns:a16="http://schemas.microsoft.com/office/drawing/2014/main" id="{312E84E9-B659-8B60-2AF6-C2D8EDBC42F9}"/>
              </a:ext>
            </a:extLst>
          </p:cNvPr>
          <p:cNvGrpSpPr>
            <a:grpSpLocks/>
          </p:cNvGrpSpPr>
          <p:nvPr/>
        </p:nvGrpSpPr>
        <p:grpSpPr bwMode="auto">
          <a:xfrm>
            <a:off x="457200" y="2286000"/>
            <a:ext cx="1143000" cy="566738"/>
            <a:chOff x="1200" y="1248"/>
            <a:chExt cx="720" cy="357"/>
          </a:xfrm>
        </p:grpSpPr>
        <p:pic>
          <p:nvPicPr>
            <p:cNvPr id="658448" name="Picture 16">
              <a:extLst>
                <a:ext uri="{FF2B5EF4-FFF2-40B4-BE49-F238E27FC236}">
                  <a16:creationId xmlns:a16="http://schemas.microsoft.com/office/drawing/2014/main" id="{8F28D17B-A752-A1B4-63A7-CBE59CE32A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8449" name="Text Box 17">
              <a:extLst>
                <a:ext uri="{FF2B5EF4-FFF2-40B4-BE49-F238E27FC236}">
                  <a16:creationId xmlns:a16="http://schemas.microsoft.com/office/drawing/2014/main" id="{CF93C13A-E5F2-789D-F489-1656ACBEA634}"/>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rPr>
                <a:t>Note</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17667DF-76B8-F433-662B-1EECDDCDB2BF}"/>
              </a:ext>
            </a:extLst>
          </p:cNvPr>
          <p:cNvSpPr>
            <a:spLocks noGrp="1"/>
          </p:cNvSpPr>
          <p:nvPr>
            <p:ph type="sldNum" sz="quarter" idx="10"/>
          </p:nvPr>
        </p:nvSpPr>
        <p:spPr/>
        <p:txBody>
          <a:bodyPr/>
          <a:lstStyle/>
          <a:p>
            <a:r>
              <a:rPr lang="en-US" altLang="th-TH"/>
              <a:t>2.</a:t>
            </a:r>
            <a:fld id="{2CE09BE5-911F-5C45-B648-0E3AD805849A}" type="slidenum">
              <a:rPr lang="en-US" altLang="th-TH"/>
              <a:pPr/>
              <a:t>14</a:t>
            </a:fld>
            <a:endParaRPr lang="en-US" altLang="th-TH"/>
          </a:p>
        </p:txBody>
      </p:sp>
      <p:sp>
        <p:nvSpPr>
          <p:cNvPr id="641026" name="Line 2">
            <a:extLst>
              <a:ext uri="{FF2B5EF4-FFF2-40B4-BE49-F238E27FC236}">
                <a16:creationId xmlns:a16="http://schemas.microsoft.com/office/drawing/2014/main" id="{FE31278B-58D5-731A-8697-79D373F9B3C5}"/>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1027" name="Line 3">
            <a:extLst>
              <a:ext uri="{FF2B5EF4-FFF2-40B4-BE49-F238E27FC236}">
                <a16:creationId xmlns:a16="http://schemas.microsoft.com/office/drawing/2014/main" id="{FD5387D1-AE13-CB80-0155-62E7AEBC6B2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1028" name="Text Box 4">
            <a:extLst>
              <a:ext uri="{FF2B5EF4-FFF2-40B4-BE49-F238E27FC236}">
                <a16:creationId xmlns:a16="http://schemas.microsoft.com/office/drawing/2014/main" id="{3F730155-BDDA-A964-9446-517743A428FE}"/>
              </a:ext>
            </a:extLst>
          </p:cNvPr>
          <p:cNvSpPr txBox="1">
            <a:spLocks noChangeArrowheads="1"/>
          </p:cNvSpPr>
          <p:nvPr/>
        </p:nvSpPr>
        <p:spPr bwMode="auto">
          <a:xfrm>
            <a:off x="304800" y="381000"/>
            <a:ext cx="3746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2.7  </a:t>
            </a:r>
            <a:r>
              <a:rPr lang="en-US" altLang="th-TH" sz="2000" i="1"/>
              <a:t>Hop-to-hop delivery</a:t>
            </a:r>
          </a:p>
        </p:txBody>
      </p:sp>
      <p:sp>
        <p:nvSpPr>
          <p:cNvPr id="641029" name="Line 5">
            <a:extLst>
              <a:ext uri="{FF2B5EF4-FFF2-40B4-BE49-F238E27FC236}">
                <a16:creationId xmlns:a16="http://schemas.microsoft.com/office/drawing/2014/main" id="{A1BCE78B-5F8F-920A-4DD9-BBCB31B893F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41030" name="Picture 6">
            <a:extLst>
              <a:ext uri="{FF2B5EF4-FFF2-40B4-BE49-F238E27FC236}">
                <a16:creationId xmlns:a16="http://schemas.microsoft.com/office/drawing/2014/main" id="{BA31A23F-F344-DEC3-DC5D-12EAA5F35D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143000"/>
            <a:ext cx="6216650" cy="457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D8F8A56-90CB-84E4-BF2E-FAA43B68D93E}"/>
              </a:ext>
            </a:extLst>
          </p:cNvPr>
          <p:cNvSpPr>
            <a:spLocks noGrp="1"/>
          </p:cNvSpPr>
          <p:nvPr>
            <p:ph type="sldNum" sz="quarter" idx="10"/>
          </p:nvPr>
        </p:nvSpPr>
        <p:spPr/>
        <p:txBody>
          <a:bodyPr/>
          <a:lstStyle/>
          <a:p>
            <a:r>
              <a:rPr lang="en-US" altLang="th-TH"/>
              <a:t>2.</a:t>
            </a:r>
            <a:fld id="{AC747106-92DE-264A-9B77-190515FB6FE2}" type="slidenum">
              <a:rPr lang="en-US" altLang="th-TH"/>
              <a:pPr/>
              <a:t>15</a:t>
            </a:fld>
            <a:endParaRPr lang="en-US" altLang="th-TH"/>
          </a:p>
        </p:txBody>
      </p:sp>
      <p:sp>
        <p:nvSpPr>
          <p:cNvPr id="642050" name="Line 2">
            <a:extLst>
              <a:ext uri="{FF2B5EF4-FFF2-40B4-BE49-F238E27FC236}">
                <a16:creationId xmlns:a16="http://schemas.microsoft.com/office/drawing/2014/main" id="{51E63DF9-A84A-B70E-7487-E7CD36F9C73B}"/>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2051" name="Line 3">
            <a:extLst>
              <a:ext uri="{FF2B5EF4-FFF2-40B4-BE49-F238E27FC236}">
                <a16:creationId xmlns:a16="http://schemas.microsoft.com/office/drawing/2014/main" id="{21216B04-E835-542D-ADCE-55EEA29EA8A4}"/>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2052" name="Text Box 4">
            <a:extLst>
              <a:ext uri="{FF2B5EF4-FFF2-40B4-BE49-F238E27FC236}">
                <a16:creationId xmlns:a16="http://schemas.microsoft.com/office/drawing/2014/main" id="{8854AE10-53FE-45B0-1F20-F771FC157183}"/>
              </a:ext>
            </a:extLst>
          </p:cNvPr>
          <p:cNvSpPr txBox="1">
            <a:spLocks noChangeArrowheads="1"/>
          </p:cNvSpPr>
          <p:nvPr/>
        </p:nvSpPr>
        <p:spPr bwMode="auto">
          <a:xfrm>
            <a:off x="304800" y="381000"/>
            <a:ext cx="3128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2.8  </a:t>
            </a:r>
            <a:r>
              <a:rPr lang="en-US" altLang="th-TH" sz="2000" i="1"/>
              <a:t>Network layer</a:t>
            </a:r>
          </a:p>
        </p:txBody>
      </p:sp>
      <p:sp>
        <p:nvSpPr>
          <p:cNvPr id="642053" name="Line 5">
            <a:extLst>
              <a:ext uri="{FF2B5EF4-FFF2-40B4-BE49-F238E27FC236}">
                <a16:creationId xmlns:a16="http://schemas.microsoft.com/office/drawing/2014/main" id="{5B47B8C1-BC0F-79EA-2409-5315915E866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42054" name="Picture 6">
            <a:extLst>
              <a:ext uri="{FF2B5EF4-FFF2-40B4-BE49-F238E27FC236}">
                <a16:creationId xmlns:a16="http://schemas.microsoft.com/office/drawing/2014/main" id="{28213EBA-590E-2918-50F7-06A9E7A4FB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713" y="1963738"/>
            <a:ext cx="8675687" cy="291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5BA214A-063D-7CD5-05B7-734CCDB75E61}"/>
              </a:ext>
            </a:extLst>
          </p:cNvPr>
          <p:cNvSpPr>
            <a:spLocks noGrp="1"/>
          </p:cNvSpPr>
          <p:nvPr>
            <p:ph type="sldNum" sz="quarter" idx="10"/>
          </p:nvPr>
        </p:nvSpPr>
        <p:spPr/>
        <p:txBody>
          <a:bodyPr/>
          <a:lstStyle/>
          <a:p>
            <a:r>
              <a:rPr lang="en-US" altLang="th-TH"/>
              <a:t>2.</a:t>
            </a:r>
            <a:fld id="{197A8962-4393-2140-900F-C76121C3AEEC}" type="slidenum">
              <a:rPr lang="en-US" altLang="th-TH"/>
              <a:pPr/>
              <a:t>16</a:t>
            </a:fld>
            <a:endParaRPr lang="en-US" altLang="th-TH"/>
          </a:p>
        </p:txBody>
      </p:sp>
      <p:sp>
        <p:nvSpPr>
          <p:cNvPr id="659458" name="Rectangle 2">
            <a:extLst>
              <a:ext uri="{FF2B5EF4-FFF2-40B4-BE49-F238E27FC236}">
                <a16:creationId xmlns:a16="http://schemas.microsoft.com/office/drawing/2014/main" id="{BCE89CDD-2D11-B080-4F89-A196DEE3884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9459" name="Rectangle 3">
            <a:extLst>
              <a:ext uri="{FF2B5EF4-FFF2-40B4-BE49-F238E27FC236}">
                <a16:creationId xmlns:a16="http://schemas.microsoft.com/office/drawing/2014/main" id="{A5824EAF-63EA-1679-B8BC-819EF586F78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9460" name="Rectangle 4">
            <a:extLst>
              <a:ext uri="{FF2B5EF4-FFF2-40B4-BE49-F238E27FC236}">
                <a16:creationId xmlns:a16="http://schemas.microsoft.com/office/drawing/2014/main" id="{3F1FC9B3-9A09-7655-33F0-28086980815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9461" name="Rectangle 5">
            <a:extLst>
              <a:ext uri="{FF2B5EF4-FFF2-40B4-BE49-F238E27FC236}">
                <a16:creationId xmlns:a16="http://schemas.microsoft.com/office/drawing/2014/main" id="{1A316375-4A2B-9897-1E5D-4D3FBCAC485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9462" name="Rectangle 6">
            <a:extLst>
              <a:ext uri="{FF2B5EF4-FFF2-40B4-BE49-F238E27FC236}">
                <a16:creationId xmlns:a16="http://schemas.microsoft.com/office/drawing/2014/main" id="{C2D7FA65-B539-13E7-F6CD-EC7A9E26C04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9463" name="Rectangle 7">
            <a:extLst>
              <a:ext uri="{FF2B5EF4-FFF2-40B4-BE49-F238E27FC236}">
                <a16:creationId xmlns:a16="http://schemas.microsoft.com/office/drawing/2014/main" id="{34EA7ECC-428C-B22C-5C9B-2B134E0F3BA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9464" name="Rectangle 8">
            <a:extLst>
              <a:ext uri="{FF2B5EF4-FFF2-40B4-BE49-F238E27FC236}">
                <a16:creationId xmlns:a16="http://schemas.microsoft.com/office/drawing/2014/main" id="{D445EADE-C4DB-EEFC-8A13-3441E46C911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59465" name="Line 9">
            <a:extLst>
              <a:ext uri="{FF2B5EF4-FFF2-40B4-BE49-F238E27FC236}">
                <a16:creationId xmlns:a16="http://schemas.microsoft.com/office/drawing/2014/main" id="{A7B782D0-3368-EE56-09F5-1274A12D1921}"/>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9466" name="Line 10">
            <a:extLst>
              <a:ext uri="{FF2B5EF4-FFF2-40B4-BE49-F238E27FC236}">
                <a16:creationId xmlns:a16="http://schemas.microsoft.com/office/drawing/2014/main" id="{4F406254-EFCC-8505-B0CF-3765CF163BFC}"/>
              </a:ext>
            </a:extLst>
          </p:cNvPr>
          <p:cNvSpPr>
            <a:spLocks noChangeShapeType="1"/>
          </p:cNvSpPr>
          <p:nvPr/>
        </p:nvSpPr>
        <p:spPr bwMode="auto">
          <a:xfrm>
            <a:off x="458788" y="4343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9467" name="Rectangle 11">
            <a:extLst>
              <a:ext uri="{FF2B5EF4-FFF2-40B4-BE49-F238E27FC236}">
                <a16:creationId xmlns:a16="http://schemas.microsoft.com/office/drawing/2014/main" id="{2BCB5000-B291-9423-275A-5D2959F42274}"/>
              </a:ext>
            </a:extLst>
          </p:cNvPr>
          <p:cNvSpPr>
            <a:spLocks noChangeArrowheads="1"/>
          </p:cNvSpPr>
          <p:nvPr/>
        </p:nvSpPr>
        <p:spPr bwMode="auto">
          <a:xfrm>
            <a:off x="495300" y="3063875"/>
            <a:ext cx="8077200" cy="11874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2400"/>
              <a:t>The network layer is responsible for the </a:t>
            </a:r>
            <a:br>
              <a:rPr lang="en-US" altLang="th-TH" sz="2400"/>
            </a:br>
            <a:r>
              <a:rPr lang="en-US" altLang="th-TH" sz="2400"/>
              <a:t>delivery of individual packets from </a:t>
            </a:r>
          </a:p>
          <a:p>
            <a:pPr algn="ctr"/>
            <a:r>
              <a:rPr lang="en-US" altLang="th-TH" sz="2400"/>
              <a:t>the source host to the destination host.</a:t>
            </a:r>
          </a:p>
        </p:txBody>
      </p:sp>
      <p:grpSp>
        <p:nvGrpSpPr>
          <p:cNvPr id="659471" name="Group 15">
            <a:extLst>
              <a:ext uri="{FF2B5EF4-FFF2-40B4-BE49-F238E27FC236}">
                <a16:creationId xmlns:a16="http://schemas.microsoft.com/office/drawing/2014/main" id="{5710EAD0-F837-B02F-CDAD-301193885E00}"/>
              </a:ext>
            </a:extLst>
          </p:cNvPr>
          <p:cNvGrpSpPr>
            <a:grpSpLocks/>
          </p:cNvGrpSpPr>
          <p:nvPr/>
        </p:nvGrpSpPr>
        <p:grpSpPr bwMode="auto">
          <a:xfrm>
            <a:off x="533400" y="2286000"/>
            <a:ext cx="1143000" cy="566738"/>
            <a:chOff x="1200" y="1248"/>
            <a:chExt cx="720" cy="357"/>
          </a:xfrm>
        </p:grpSpPr>
        <p:pic>
          <p:nvPicPr>
            <p:cNvPr id="659472" name="Picture 16">
              <a:extLst>
                <a:ext uri="{FF2B5EF4-FFF2-40B4-BE49-F238E27FC236}">
                  <a16:creationId xmlns:a16="http://schemas.microsoft.com/office/drawing/2014/main" id="{5A2AF178-E43F-A16F-9DF4-2BDD54B7D9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9473" name="Text Box 17">
              <a:extLst>
                <a:ext uri="{FF2B5EF4-FFF2-40B4-BE49-F238E27FC236}">
                  <a16:creationId xmlns:a16="http://schemas.microsoft.com/office/drawing/2014/main" id="{D3FF2ABE-913E-F27B-7C24-445DECA88EDB}"/>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rPr>
                <a:t>Note</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1CABECE-74B1-1F1C-3B46-9B3BD4ECFABB}"/>
              </a:ext>
            </a:extLst>
          </p:cNvPr>
          <p:cNvSpPr>
            <a:spLocks noGrp="1"/>
          </p:cNvSpPr>
          <p:nvPr>
            <p:ph type="sldNum" sz="quarter" idx="10"/>
          </p:nvPr>
        </p:nvSpPr>
        <p:spPr/>
        <p:txBody>
          <a:bodyPr/>
          <a:lstStyle/>
          <a:p>
            <a:r>
              <a:rPr lang="en-US" altLang="th-TH"/>
              <a:t>2.</a:t>
            </a:r>
            <a:fld id="{CDA8D4CB-B48A-0940-8A14-227D7A02CC3C}" type="slidenum">
              <a:rPr lang="en-US" altLang="th-TH"/>
              <a:pPr/>
              <a:t>17</a:t>
            </a:fld>
            <a:endParaRPr lang="en-US" altLang="th-TH"/>
          </a:p>
        </p:txBody>
      </p:sp>
      <p:sp>
        <p:nvSpPr>
          <p:cNvPr id="643074" name="Line 2">
            <a:extLst>
              <a:ext uri="{FF2B5EF4-FFF2-40B4-BE49-F238E27FC236}">
                <a16:creationId xmlns:a16="http://schemas.microsoft.com/office/drawing/2014/main" id="{6E5A0992-8F7D-8863-76F8-0C1215FB7CD2}"/>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3075" name="Line 3">
            <a:extLst>
              <a:ext uri="{FF2B5EF4-FFF2-40B4-BE49-F238E27FC236}">
                <a16:creationId xmlns:a16="http://schemas.microsoft.com/office/drawing/2014/main" id="{FF6C2980-B2AA-646E-6758-F35FEC1DCB48}"/>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3076" name="Text Box 4">
            <a:extLst>
              <a:ext uri="{FF2B5EF4-FFF2-40B4-BE49-F238E27FC236}">
                <a16:creationId xmlns:a16="http://schemas.microsoft.com/office/drawing/2014/main" id="{81777918-CB0B-3777-660D-FF9FB2557AD6}"/>
              </a:ext>
            </a:extLst>
          </p:cNvPr>
          <p:cNvSpPr txBox="1">
            <a:spLocks noChangeArrowheads="1"/>
          </p:cNvSpPr>
          <p:nvPr/>
        </p:nvSpPr>
        <p:spPr bwMode="auto">
          <a:xfrm>
            <a:off x="304800" y="381000"/>
            <a:ext cx="4787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2.9  </a:t>
            </a:r>
            <a:r>
              <a:rPr lang="en-US" altLang="th-TH" sz="2000" i="1"/>
              <a:t>Source-to-destination delivery</a:t>
            </a:r>
          </a:p>
        </p:txBody>
      </p:sp>
      <p:sp>
        <p:nvSpPr>
          <p:cNvPr id="643077" name="Line 5">
            <a:extLst>
              <a:ext uri="{FF2B5EF4-FFF2-40B4-BE49-F238E27FC236}">
                <a16:creationId xmlns:a16="http://schemas.microsoft.com/office/drawing/2014/main" id="{FE2DC216-9011-9D4A-E40F-72A38CAE50F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43078" name="Picture 6">
            <a:extLst>
              <a:ext uri="{FF2B5EF4-FFF2-40B4-BE49-F238E27FC236}">
                <a16:creationId xmlns:a16="http://schemas.microsoft.com/office/drawing/2014/main" id="{679E1398-53FF-C61F-0AD8-410D8D9590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625" y="1195388"/>
            <a:ext cx="5083175" cy="4824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03FFE41-AD38-E6D5-2F20-4CE87A34943F}"/>
              </a:ext>
            </a:extLst>
          </p:cNvPr>
          <p:cNvSpPr>
            <a:spLocks noGrp="1"/>
          </p:cNvSpPr>
          <p:nvPr>
            <p:ph type="sldNum" sz="quarter" idx="10"/>
          </p:nvPr>
        </p:nvSpPr>
        <p:spPr/>
        <p:txBody>
          <a:bodyPr/>
          <a:lstStyle/>
          <a:p>
            <a:r>
              <a:rPr lang="en-US" altLang="th-TH"/>
              <a:t>2.</a:t>
            </a:r>
            <a:fld id="{B57BD25E-6B04-794C-9FC7-70C15A5202D1}" type="slidenum">
              <a:rPr lang="en-US" altLang="th-TH"/>
              <a:pPr/>
              <a:t>18</a:t>
            </a:fld>
            <a:endParaRPr lang="en-US" altLang="th-TH"/>
          </a:p>
        </p:txBody>
      </p:sp>
      <p:sp>
        <p:nvSpPr>
          <p:cNvPr id="644098" name="Line 2">
            <a:extLst>
              <a:ext uri="{FF2B5EF4-FFF2-40B4-BE49-F238E27FC236}">
                <a16:creationId xmlns:a16="http://schemas.microsoft.com/office/drawing/2014/main" id="{E1EBF832-5B39-E3CC-FF10-A0C538F023F8}"/>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4099" name="Line 3">
            <a:extLst>
              <a:ext uri="{FF2B5EF4-FFF2-40B4-BE49-F238E27FC236}">
                <a16:creationId xmlns:a16="http://schemas.microsoft.com/office/drawing/2014/main" id="{6CA656CA-941D-715F-9C4F-D94B7056EB2E}"/>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4100" name="Text Box 4">
            <a:extLst>
              <a:ext uri="{FF2B5EF4-FFF2-40B4-BE49-F238E27FC236}">
                <a16:creationId xmlns:a16="http://schemas.microsoft.com/office/drawing/2014/main" id="{4DA33884-1395-4FFA-7BCD-2B0241D782B6}"/>
              </a:ext>
            </a:extLst>
          </p:cNvPr>
          <p:cNvSpPr txBox="1">
            <a:spLocks noChangeArrowheads="1"/>
          </p:cNvSpPr>
          <p:nvPr/>
        </p:nvSpPr>
        <p:spPr bwMode="auto">
          <a:xfrm>
            <a:off x="304800" y="304800"/>
            <a:ext cx="3435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2.10  </a:t>
            </a:r>
            <a:r>
              <a:rPr lang="en-US" altLang="th-TH" sz="2000" i="1"/>
              <a:t>Transport layer</a:t>
            </a:r>
          </a:p>
        </p:txBody>
      </p:sp>
      <p:sp>
        <p:nvSpPr>
          <p:cNvPr id="644101" name="Line 5">
            <a:extLst>
              <a:ext uri="{FF2B5EF4-FFF2-40B4-BE49-F238E27FC236}">
                <a16:creationId xmlns:a16="http://schemas.microsoft.com/office/drawing/2014/main" id="{322BC55B-C043-2F23-1858-2349B400A8B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44102" name="Picture 6">
            <a:extLst>
              <a:ext uri="{FF2B5EF4-FFF2-40B4-BE49-F238E27FC236}">
                <a16:creationId xmlns:a16="http://schemas.microsoft.com/office/drawing/2014/main" id="{6E8D7D9F-99E6-AF8F-C0F4-E3499358C2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774825"/>
            <a:ext cx="8693150" cy="302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780F5DB-8196-2524-9BF2-B4AA96343930}"/>
              </a:ext>
            </a:extLst>
          </p:cNvPr>
          <p:cNvSpPr>
            <a:spLocks noGrp="1"/>
          </p:cNvSpPr>
          <p:nvPr>
            <p:ph type="sldNum" sz="quarter" idx="10"/>
          </p:nvPr>
        </p:nvSpPr>
        <p:spPr/>
        <p:txBody>
          <a:bodyPr/>
          <a:lstStyle/>
          <a:p>
            <a:r>
              <a:rPr lang="en-US" altLang="th-TH"/>
              <a:t>2.</a:t>
            </a:r>
            <a:fld id="{315DD5AC-1B06-6B4C-A91F-68FBC7FAD653}" type="slidenum">
              <a:rPr lang="en-US" altLang="th-TH"/>
              <a:pPr/>
              <a:t>19</a:t>
            </a:fld>
            <a:endParaRPr lang="en-US" altLang="th-TH"/>
          </a:p>
        </p:txBody>
      </p:sp>
      <p:sp>
        <p:nvSpPr>
          <p:cNvPr id="660482" name="Rectangle 2">
            <a:extLst>
              <a:ext uri="{FF2B5EF4-FFF2-40B4-BE49-F238E27FC236}">
                <a16:creationId xmlns:a16="http://schemas.microsoft.com/office/drawing/2014/main" id="{7DA64BCC-BE7F-4528-5CE8-A49AE1ECE81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0483" name="Rectangle 3">
            <a:extLst>
              <a:ext uri="{FF2B5EF4-FFF2-40B4-BE49-F238E27FC236}">
                <a16:creationId xmlns:a16="http://schemas.microsoft.com/office/drawing/2014/main" id="{9E5DCEA6-4D62-47EF-C976-6179DC761F0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0484" name="Rectangle 4">
            <a:extLst>
              <a:ext uri="{FF2B5EF4-FFF2-40B4-BE49-F238E27FC236}">
                <a16:creationId xmlns:a16="http://schemas.microsoft.com/office/drawing/2014/main" id="{C249E1F0-6287-ABC1-C295-50F9D345518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0485" name="Rectangle 5">
            <a:extLst>
              <a:ext uri="{FF2B5EF4-FFF2-40B4-BE49-F238E27FC236}">
                <a16:creationId xmlns:a16="http://schemas.microsoft.com/office/drawing/2014/main" id="{2F1CF5FF-A956-40D3-5EBE-97020268E54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0486" name="Rectangle 6">
            <a:extLst>
              <a:ext uri="{FF2B5EF4-FFF2-40B4-BE49-F238E27FC236}">
                <a16:creationId xmlns:a16="http://schemas.microsoft.com/office/drawing/2014/main" id="{078E489E-7EF4-4879-F594-30E899BCB61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0487" name="Rectangle 7">
            <a:extLst>
              <a:ext uri="{FF2B5EF4-FFF2-40B4-BE49-F238E27FC236}">
                <a16:creationId xmlns:a16="http://schemas.microsoft.com/office/drawing/2014/main" id="{3F8A0A37-F915-AE01-2ECE-786228DDEFE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0488" name="Rectangle 8">
            <a:extLst>
              <a:ext uri="{FF2B5EF4-FFF2-40B4-BE49-F238E27FC236}">
                <a16:creationId xmlns:a16="http://schemas.microsoft.com/office/drawing/2014/main" id="{A53E9BBB-DB1A-7266-9CEE-DDF1AA3A9A8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0489" name="Line 9">
            <a:extLst>
              <a:ext uri="{FF2B5EF4-FFF2-40B4-BE49-F238E27FC236}">
                <a16:creationId xmlns:a16="http://schemas.microsoft.com/office/drawing/2014/main" id="{55CD10FE-AC38-5369-E941-4C54E186F176}"/>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60490" name="Line 10">
            <a:extLst>
              <a:ext uri="{FF2B5EF4-FFF2-40B4-BE49-F238E27FC236}">
                <a16:creationId xmlns:a16="http://schemas.microsoft.com/office/drawing/2014/main" id="{4806F401-8C51-229E-FA20-31FA440A4210}"/>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60491" name="Rectangle 11">
            <a:extLst>
              <a:ext uri="{FF2B5EF4-FFF2-40B4-BE49-F238E27FC236}">
                <a16:creationId xmlns:a16="http://schemas.microsoft.com/office/drawing/2014/main" id="{698E98CE-EF28-1AC7-FEC5-D83B135063E0}"/>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2400"/>
              <a:t>The transport layer is responsible for the delivery </a:t>
            </a:r>
            <a:br>
              <a:rPr lang="en-US" altLang="th-TH" sz="2400"/>
            </a:br>
            <a:r>
              <a:rPr lang="en-US" altLang="th-TH" sz="2400"/>
              <a:t>of a message from one process to another.</a:t>
            </a:r>
          </a:p>
        </p:txBody>
      </p:sp>
      <p:grpSp>
        <p:nvGrpSpPr>
          <p:cNvPr id="660495" name="Group 15">
            <a:extLst>
              <a:ext uri="{FF2B5EF4-FFF2-40B4-BE49-F238E27FC236}">
                <a16:creationId xmlns:a16="http://schemas.microsoft.com/office/drawing/2014/main" id="{3FD9B2B0-9042-AA76-A305-56DD2BEFEE14}"/>
              </a:ext>
            </a:extLst>
          </p:cNvPr>
          <p:cNvGrpSpPr>
            <a:grpSpLocks/>
          </p:cNvGrpSpPr>
          <p:nvPr/>
        </p:nvGrpSpPr>
        <p:grpSpPr bwMode="auto">
          <a:xfrm>
            <a:off x="533400" y="2286000"/>
            <a:ext cx="1143000" cy="566738"/>
            <a:chOff x="1200" y="1248"/>
            <a:chExt cx="720" cy="357"/>
          </a:xfrm>
        </p:grpSpPr>
        <p:pic>
          <p:nvPicPr>
            <p:cNvPr id="660496" name="Picture 16">
              <a:extLst>
                <a:ext uri="{FF2B5EF4-FFF2-40B4-BE49-F238E27FC236}">
                  <a16:creationId xmlns:a16="http://schemas.microsoft.com/office/drawing/2014/main" id="{F9C224D3-81EE-73D8-844D-58D5685D4E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0497" name="Text Box 17">
              <a:extLst>
                <a:ext uri="{FF2B5EF4-FFF2-40B4-BE49-F238E27FC236}">
                  <a16:creationId xmlns:a16="http://schemas.microsoft.com/office/drawing/2014/main" id="{3BEC455B-DAA2-D76E-6226-29A11D8E70B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rPr>
                <a:t>Note</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C59805A-9551-7091-F155-7CC97A9652AE}"/>
              </a:ext>
            </a:extLst>
          </p:cNvPr>
          <p:cNvSpPr>
            <a:spLocks noGrp="1"/>
          </p:cNvSpPr>
          <p:nvPr>
            <p:ph type="sldNum" sz="quarter" idx="10"/>
          </p:nvPr>
        </p:nvSpPr>
        <p:spPr/>
        <p:txBody>
          <a:bodyPr/>
          <a:lstStyle/>
          <a:p>
            <a:r>
              <a:rPr lang="en-US" altLang="th-TH"/>
              <a:t>2.</a:t>
            </a:r>
            <a:fld id="{FE55A7F6-7502-C948-B899-F2C1A242B76B}" type="slidenum">
              <a:rPr lang="en-US" altLang="th-TH"/>
              <a:pPr/>
              <a:t>20</a:t>
            </a:fld>
            <a:endParaRPr lang="en-US" altLang="th-TH"/>
          </a:p>
        </p:txBody>
      </p:sp>
      <p:sp>
        <p:nvSpPr>
          <p:cNvPr id="645122" name="Line 2">
            <a:extLst>
              <a:ext uri="{FF2B5EF4-FFF2-40B4-BE49-F238E27FC236}">
                <a16:creationId xmlns:a16="http://schemas.microsoft.com/office/drawing/2014/main" id="{08CF24C5-1153-484F-AFED-A15E7B6D694C}"/>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5123" name="Line 3">
            <a:extLst>
              <a:ext uri="{FF2B5EF4-FFF2-40B4-BE49-F238E27FC236}">
                <a16:creationId xmlns:a16="http://schemas.microsoft.com/office/drawing/2014/main" id="{BE23AE86-3405-5AF5-045C-DCAF121B907C}"/>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5124" name="Text Box 4">
            <a:extLst>
              <a:ext uri="{FF2B5EF4-FFF2-40B4-BE49-F238E27FC236}">
                <a16:creationId xmlns:a16="http://schemas.microsoft.com/office/drawing/2014/main" id="{5BE1B6CD-3823-625D-F48E-B52847177ABB}"/>
              </a:ext>
            </a:extLst>
          </p:cNvPr>
          <p:cNvSpPr txBox="1">
            <a:spLocks noChangeArrowheads="1"/>
          </p:cNvSpPr>
          <p:nvPr/>
        </p:nvSpPr>
        <p:spPr bwMode="auto">
          <a:xfrm>
            <a:off x="304800" y="304800"/>
            <a:ext cx="692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2.11  </a:t>
            </a:r>
            <a:r>
              <a:rPr lang="en-US" altLang="th-TH" sz="2000" i="1"/>
              <a:t>Reliable process-to-process delivery of a message</a:t>
            </a:r>
          </a:p>
        </p:txBody>
      </p:sp>
      <p:sp>
        <p:nvSpPr>
          <p:cNvPr id="645125" name="Line 5">
            <a:extLst>
              <a:ext uri="{FF2B5EF4-FFF2-40B4-BE49-F238E27FC236}">
                <a16:creationId xmlns:a16="http://schemas.microsoft.com/office/drawing/2014/main" id="{6C70C8F0-6645-7137-73C3-20BCAD3DBF8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45126" name="Picture 6">
            <a:extLst>
              <a:ext uri="{FF2B5EF4-FFF2-40B4-BE49-F238E27FC236}">
                <a16:creationId xmlns:a16="http://schemas.microsoft.com/office/drawing/2014/main" id="{5054CC45-9ECC-3AB2-D6A7-48466D4DAE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025650"/>
            <a:ext cx="7623175" cy="313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256655D-E7F1-EB0B-4187-78BDD38CA962}"/>
              </a:ext>
            </a:extLst>
          </p:cNvPr>
          <p:cNvSpPr>
            <a:spLocks noGrp="1"/>
          </p:cNvSpPr>
          <p:nvPr>
            <p:ph type="sldNum" sz="quarter" idx="10"/>
          </p:nvPr>
        </p:nvSpPr>
        <p:spPr/>
        <p:txBody>
          <a:bodyPr/>
          <a:lstStyle/>
          <a:p>
            <a:r>
              <a:rPr lang="en-US" altLang="th-TH"/>
              <a:t>2.</a:t>
            </a:r>
            <a:fld id="{B7A3B166-E22F-D64E-81BB-5E2D58077D5D}" type="slidenum">
              <a:rPr lang="en-US" altLang="th-TH"/>
              <a:pPr/>
              <a:t>21</a:t>
            </a:fld>
            <a:endParaRPr lang="en-US" altLang="th-TH"/>
          </a:p>
        </p:txBody>
      </p:sp>
      <p:sp>
        <p:nvSpPr>
          <p:cNvPr id="646146" name="Line 2">
            <a:extLst>
              <a:ext uri="{FF2B5EF4-FFF2-40B4-BE49-F238E27FC236}">
                <a16:creationId xmlns:a16="http://schemas.microsoft.com/office/drawing/2014/main" id="{FA326785-D80D-3BFD-C9C1-F5E5FD8E19FD}"/>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6147" name="Line 3">
            <a:extLst>
              <a:ext uri="{FF2B5EF4-FFF2-40B4-BE49-F238E27FC236}">
                <a16:creationId xmlns:a16="http://schemas.microsoft.com/office/drawing/2014/main" id="{D99BA6D4-7660-DDFC-A370-B688C8022B7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6148" name="Text Box 4">
            <a:extLst>
              <a:ext uri="{FF2B5EF4-FFF2-40B4-BE49-F238E27FC236}">
                <a16:creationId xmlns:a16="http://schemas.microsoft.com/office/drawing/2014/main" id="{1EDF9608-7EF2-F933-DE13-C4CC1F1DA2D2}"/>
              </a:ext>
            </a:extLst>
          </p:cNvPr>
          <p:cNvSpPr txBox="1">
            <a:spLocks noChangeArrowheads="1"/>
          </p:cNvSpPr>
          <p:nvPr/>
        </p:nvSpPr>
        <p:spPr bwMode="auto">
          <a:xfrm>
            <a:off x="0" y="533400"/>
            <a:ext cx="3181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2.12  </a:t>
            </a:r>
            <a:r>
              <a:rPr lang="en-US" altLang="th-TH" sz="2000" i="1"/>
              <a:t>Session layer</a:t>
            </a:r>
          </a:p>
        </p:txBody>
      </p:sp>
      <p:sp>
        <p:nvSpPr>
          <p:cNvPr id="646149" name="Line 5">
            <a:extLst>
              <a:ext uri="{FF2B5EF4-FFF2-40B4-BE49-F238E27FC236}">
                <a16:creationId xmlns:a16="http://schemas.microsoft.com/office/drawing/2014/main" id="{4D9F67F7-1323-654C-1651-4DB033C5E22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46150" name="Picture 6">
            <a:extLst>
              <a:ext uri="{FF2B5EF4-FFF2-40B4-BE49-F238E27FC236}">
                <a16:creationId xmlns:a16="http://schemas.microsoft.com/office/drawing/2014/main" id="{C10D8A9C-0175-196C-A355-E2B39D22FB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 y="1665288"/>
            <a:ext cx="8556625" cy="397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9499428-036B-1969-E89A-3D11102C5396}"/>
              </a:ext>
            </a:extLst>
          </p:cNvPr>
          <p:cNvSpPr>
            <a:spLocks noGrp="1"/>
          </p:cNvSpPr>
          <p:nvPr>
            <p:ph type="sldNum" sz="quarter" idx="10"/>
          </p:nvPr>
        </p:nvSpPr>
        <p:spPr/>
        <p:txBody>
          <a:bodyPr/>
          <a:lstStyle/>
          <a:p>
            <a:r>
              <a:rPr lang="en-US" altLang="th-TH"/>
              <a:t>2.</a:t>
            </a:r>
            <a:fld id="{F1A74841-0A6C-5345-9A46-AFB6F700E2DE}" type="slidenum">
              <a:rPr lang="en-US" altLang="th-TH"/>
              <a:pPr/>
              <a:t>22</a:t>
            </a:fld>
            <a:endParaRPr lang="en-US" altLang="th-TH"/>
          </a:p>
        </p:txBody>
      </p:sp>
      <p:sp>
        <p:nvSpPr>
          <p:cNvPr id="671753" name="Line 9">
            <a:extLst>
              <a:ext uri="{FF2B5EF4-FFF2-40B4-BE49-F238E27FC236}">
                <a16:creationId xmlns:a16="http://schemas.microsoft.com/office/drawing/2014/main" id="{4A5E6614-4EDA-2F40-ED89-2FEE3E3E8037}"/>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71754" name="Line 10">
            <a:extLst>
              <a:ext uri="{FF2B5EF4-FFF2-40B4-BE49-F238E27FC236}">
                <a16:creationId xmlns:a16="http://schemas.microsoft.com/office/drawing/2014/main" id="{947F3ECD-B501-A610-38F8-11EF6EC72B7E}"/>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71755" name="Rectangle 11">
            <a:extLst>
              <a:ext uri="{FF2B5EF4-FFF2-40B4-BE49-F238E27FC236}">
                <a16:creationId xmlns:a16="http://schemas.microsoft.com/office/drawing/2014/main" id="{8180E447-C642-6FE4-D1C8-D4F2EA6050D3}"/>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2400"/>
              <a:t>The session layer is responsible for dialog </a:t>
            </a:r>
            <a:br>
              <a:rPr lang="en-US" altLang="th-TH" sz="2400"/>
            </a:br>
            <a:r>
              <a:rPr lang="en-US" altLang="th-TH" sz="2400"/>
              <a:t>control and synchronization.</a:t>
            </a:r>
          </a:p>
        </p:txBody>
      </p:sp>
      <p:grpSp>
        <p:nvGrpSpPr>
          <p:cNvPr id="671768" name="Group 24">
            <a:extLst>
              <a:ext uri="{FF2B5EF4-FFF2-40B4-BE49-F238E27FC236}">
                <a16:creationId xmlns:a16="http://schemas.microsoft.com/office/drawing/2014/main" id="{1A3ED96A-9279-BA30-6EA1-758492E8988F}"/>
              </a:ext>
            </a:extLst>
          </p:cNvPr>
          <p:cNvGrpSpPr>
            <a:grpSpLocks/>
          </p:cNvGrpSpPr>
          <p:nvPr/>
        </p:nvGrpSpPr>
        <p:grpSpPr bwMode="auto">
          <a:xfrm>
            <a:off x="533400" y="2286000"/>
            <a:ext cx="1143000" cy="566738"/>
            <a:chOff x="1200" y="1248"/>
            <a:chExt cx="720" cy="357"/>
          </a:xfrm>
        </p:grpSpPr>
        <p:pic>
          <p:nvPicPr>
            <p:cNvPr id="671767" name="Picture 23">
              <a:extLst>
                <a:ext uri="{FF2B5EF4-FFF2-40B4-BE49-F238E27FC236}">
                  <a16:creationId xmlns:a16="http://schemas.microsoft.com/office/drawing/2014/main" id="{8DA7FC46-D5DB-60C4-012D-03690B8C3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1757" name="Text Box 13">
              <a:extLst>
                <a:ext uri="{FF2B5EF4-FFF2-40B4-BE49-F238E27FC236}">
                  <a16:creationId xmlns:a16="http://schemas.microsoft.com/office/drawing/2014/main" id="{54C3E35A-2453-1D93-BE2B-15028F1B9C7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rPr>
                <a:t>Note</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B71D6F5-7A8B-81D6-EBA4-9A9D07D5B9A6}"/>
              </a:ext>
            </a:extLst>
          </p:cNvPr>
          <p:cNvSpPr>
            <a:spLocks noGrp="1"/>
          </p:cNvSpPr>
          <p:nvPr>
            <p:ph type="sldNum" sz="quarter" idx="10"/>
          </p:nvPr>
        </p:nvSpPr>
        <p:spPr/>
        <p:txBody>
          <a:bodyPr/>
          <a:lstStyle/>
          <a:p>
            <a:r>
              <a:rPr lang="en-US" altLang="th-TH"/>
              <a:t>2.</a:t>
            </a:r>
            <a:fld id="{29202FEF-1B31-734E-86D9-9079CDA885FD}" type="slidenum">
              <a:rPr lang="en-US" altLang="th-TH"/>
              <a:pPr/>
              <a:t>23</a:t>
            </a:fld>
            <a:endParaRPr lang="en-US" altLang="th-TH"/>
          </a:p>
        </p:txBody>
      </p:sp>
      <p:sp>
        <p:nvSpPr>
          <p:cNvPr id="647170" name="Line 2">
            <a:extLst>
              <a:ext uri="{FF2B5EF4-FFF2-40B4-BE49-F238E27FC236}">
                <a16:creationId xmlns:a16="http://schemas.microsoft.com/office/drawing/2014/main" id="{D8C45534-BE50-1F08-92B6-53864631B564}"/>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7171" name="Line 3">
            <a:extLst>
              <a:ext uri="{FF2B5EF4-FFF2-40B4-BE49-F238E27FC236}">
                <a16:creationId xmlns:a16="http://schemas.microsoft.com/office/drawing/2014/main" id="{B0CAC57D-52C7-2C64-7837-FFF2BE7B4BB9}"/>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7172" name="Text Box 4">
            <a:extLst>
              <a:ext uri="{FF2B5EF4-FFF2-40B4-BE49-F238E27FC236}">
                <a16:creationId xmlns:a16="http://schemas.microsoft.com/office/drawing/2014/main" id="{27601FE2-4A7F-766F-576A-6A8808D2A670}"/>
              </a:ext>
            </a:extLst>
          </p:cNvPr>
          <p:cNvSpPr txBox="1">
            <a:spLocks noChangeArrowheads="1"/>
          </p:cNvSpPr>
          <p:nvPr/>
        </p:nvSpPr>
        <p:spPr bwMode="auto">
          <a:xfrm>
            <a:off x="304800" y="381000"/>
            <a:ext cx="3716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2.13  </a:t>
            </a:r>
            <a:r>
              <a:rPr lang="en-US" altLang="th-TH" sz="2000" i="1"/>
              <a:t>Presentation layer</a:t>
            </a:r>
          </a:p>
        </p:txBody>
      </p:sp>
      <p:sp>
        <p:nvSpPr>
          <p:cNvPr id="647173" name="Line 5">
            <a:extLst>
              <a:ext uri="{FF2B5EF4-FFF2-40B4-BE49-F238E27FC236}">
                <a16:creationId xmlns:a16="http://schemas.microsoft.com/office/drawing/2014/main" id="{0AA57CCF-D40E-52FC-EB40-80D002F378E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47174" name="Picture 6">
            <a:extLst>
              <a:ext uri="{FF2B5EF4-FFF2-40B4-BE49-F238E27FC236}">
                <a16:creationId xmlns:a16="http://schemas.microsoft.com/office/drawing/2014/main" id="{2CD9DDD0-2E0E-E6E1-09E7-98E98BADE6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488" y="2014538"/>
            <a:ext cx="8418512" cy="286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3B32697-9E31-4637-4920-928022CABAC8}"/>
              </a:ext>
            </a:extLst>
          </p:cNvPr>
          <p:cNvSpPr>
            <a:spLocks noGrp="1"/>
          </p:cNvSpPr>
          <p:nvPr>
            <p:ph type="sldNum" sz="quarter" idx="10"/>
          </p:nvPr>
        </p:nvSpPr>
        <p:spPr/>
        <p:txBody>
          <a:bodyPr/>
          <a:lstStyle/>
          <a:p>
            <a:r>
              <a:rPr lang="en-US" altLang="th-TH"/>
              <a:t>2.</a:t>
            </a:r>
            <a:fld id="{E0C7D317-9710-A845-AC9D-8E4B7ECEFF53}" type="slidenum">
              <a:rPr lang="en-US" altLang="th-TH"/>
              <a:pPr/>
              <a:t>24</a:t>
            </a:fld>
            <a:endParaRPr lang="en-US" altLang="th-TH"/>
          </a:p>
        </p:txBody>
      </p:sp>
      <p:sp>
        <p:nvSpPr>
          <p:cNvPr id="661506" name="Rectangle 2">
            <a:extLst>
              <a:ext uri="{FF2B5EF4-FFF2-40B4-BE49-F238E27FC236}">
                <a16:creationId xmlns:a16="http://schemas.microsoft.com/office/drawing/2014/main" id="{A83F9D71-08A6-5329-9969-F8B04F2A529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1507" name="Rectangle 3">
            <a:extLst>
              <a:ext uri="{FF2B5EF4-FFF2-40B4-BE49-F238E27FC236}">
                <a16:creationId xmlns:a16="http://schemas.microsoft.com/office/drawing/2014/main" id="{030BDA5A-7A7E-8A91-DB18-4F77609A4ED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1508" name="Rectangle 4">
            <a:extLst>
              <a:ext uri="{FF2B5EF4-FFF2-40B4-BE49-F238E27FC236}">
                <a16:creationId xmlns:a16="http://schemas.microsoft.com/office/drawing/2014/main" id="{F9832BEB-EF24-8163-5F53-DEB2FFE8F7D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1509" name="Rectangle 5">
            <a:extLst>
              <a:ext uri="{FF2B5EF4-FFF2-40B4-BE49-F238E27FC236}">
                <a16:creationId xmlns:a16="http://schemas.microsoft.com/office/drawing/2014/main" id="{3BC7949E-39FA-891B-4A98-0BD7275AA6B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1510" name="Rectangle 6">
            <a:extLst>
              <a:ext uri="{FF2B5EF4-FFF2-40B4-BE49-F238E27FC236}">
                <a16:creationId xmlns:a16="http://schemas.microsoft.com/office/drawing/2014/main" id="{CF67BC5D-28E8-6710-BCC7-720B641A98A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1511" name="Rectangle 7">
            <a:extLst>
              <a:ext uri="{FF2B5EF4-FFF2-40B4-BE49-F238E27FC236}">
                <a16:creationId xmlns:a16="http://schemas.microsoft.com/office/drawing/2014/main" id="{C67949B0-94D1-231F-8D4C-5C17717EC83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1512" name="Rectangle 8">
            <a:extLst>
              <a:ext uri="{FF2B5EF4-FFF2-40B4-BE49-F238E27FC236}">
                <a16:creationId xmlns:a16="http://schemas.microsoft.com/office/drawing/2014/main" id="{3E613214-ABE1-D04D-4DA6-504337ECF95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1513" name="Line 9">
            <a:extLst>
              <a:ext uri="{FF2B5EF4-FFF2-40B4-BE49-F238E27FC236}">
                <a16:creationId xmlns:a16="http://schemas.microsoft.com/office/drawing/2014/main" id="{896FB444-57D2-3C45-2D78-085E545D7CBA}"/>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61514" name="Line 10">
            <a:extLst>
              <a:ext uri="{FF2B5EF4-FFF2-40B4-BE49-F238E27FC236}">
                <a16:creationId xmlns:a16="http://schemas.microsoft.com/office/drawing/2014/main" id="{7E22E805-A79A-5C13-0F26-C69F8B84F7BE}"/>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61515" name="Rectangle 11">
            <a:extLst>
              <a:ext uri="{FF2B5EF4-FFF2-40B4-BE49-F238E27FC236}">
                <a16:creationId xmlns:a16="http://schemas.microsoft.com/office/drawing/2014/main" id="{71DEE929-F557-00A0-76F1-590A799128CF}"/>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2400"/>
              <a:t>The presentation layer is responsible for translation, compression, and encryption.</a:t>
            </a:r>
          </a:p>
        </p:txBody>
      </p:sp>
      <p:grpSp>
        <p:nvGrpSpPr>
          <p:cNvPr id="661519" name="Group 15">
            <a:extLst>
              <a:ext uri="{FF2B5EF4-FFF2-40B4-BE49-F238E27FC236}">
                <a16:creationId xmlns:a16="http://schemas.microsoft.com/office/drawing/2014/main" id="{2309A8BC-DA47-B7EC-81AC-9E8C16D0385F}"/>
              </a:ext>
            </a:extLst>
          </p:cNvPr>
          <p:cNvGrpSpPr>
            <a:grpSpLocks/>
          </p:cNvGrpSpPr>
          <p:nvPr/>
        </p:nvGrpSpPr>
        <p:grpSpPr bwMode="auto">
          <a:xfrm>
            <a:off x="533400" y="2286000"/>
            <a:ext cx="1143000" cy="566738"/>
            <a:chOff x="1200" y="1248"/>
            <a:chExt cx="720" cy="357"/>
          </a:xfrm>
        </p:grpSpPr>
        <p:pic>
          <p:nvPicPr>
            <p:cNvPr id="661520" name="Picture 16">
              <a:extLst>
                <a:ext uri="{FF2B5EF4-FFF2-40B4-BE49-F238E27FC236}">
                  <a16:creationId xmlns:a16="http://schemas.microsoft.com/office/drawing/2014/main" id="{D0BEBE16-65AE-BDEE-CE8B-38BD4F868E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1521" name="Text Box 17">
              <a:extLst>
                <a:ext uri="{FF2B5EF4-FFF2-40B4-BE49-F238E27FC236}">
                  <a16:creationId xmlns:a16="http://schemas.microsoft.com/office/drawing/2014/main" id="{AF69D67D-4D0D-EA10-CE3A-0BB778E19D37}"/>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rPr>
                <a:t>Note</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2CD0860-7373-41EF-0332-C5C1AA72E7E5}"/>
              </a:ext>
            </a:extLst>
          </p:cNvPr>
          <p:cNvSpPr>
            <a:spLocks noGrp="1"/>
          </p:cNvSpPr>
          <p:nvPr>
            <p:ph type="sldNum" sz="quarter" idx="10"/>
          </p:nvPr>
        </p:nvSpPr>
        <p:spPr/>
        <p:txBody>
          <a:bodyPr/>
          <a:lstStyle/>
          <a:p>
            <a:r>
              <a:rPr lang="en-US" altLang="th-TH"/>
              <a:t>2.</a:t>
            </a:r>
            <a:fld id="{518AB75F-B113-9145-AA27-183D295A0FA5}" type="slidenum">
              <a:rPr lang="en-US" altLang="th-TH"/>
              <a:pPr/>
              <a:t>25</a:t>
            </a:fld>
            <a:endParaRPr lang="en-US" altLang="th-TH"/>
          </a:p>
        </p:txBody>
      </p:sp>
      <p:sp>
        <p:nvSpPr>
          <p:cNvPr id="648194" name="Line 2">
            <a:extLst>
              <a:ext uri="{FF2B5EF4-FFF2-40B4-BE49-F238E27FC236}">
                <a16:creationId xmlns:a16="http://schemas.microsoft.com/office/drawing/2014/main" id="{04187B7F-6F82-3B8C-F8AD-D26F973B183C}"/>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8195" name="Line 3">
            <a:extLst>
              <a:ext uri="{FF2B5EF4-FFF2-40B4-BE49-F238E27FC236}">
                <a16:creationId xmlns:a16="http://schemas.microsoft.com/office/drawing/2014/main" id="{698A3EAB-9DCE-A29C-EFE4-031D7F40C42B}"/>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8196" name="Text Box 4">
            <a:extLst>
              <a:ext uri="{FF2B5EF4-FFF2-40B4-BE49-F238E27FC236}">
                <a16:creationId xmlns:a16="http://schemas.microsoft.com/office/drawing/2014/main" id="{5BADDD52-B25C-621C-D19C-C4927E4A809D}"/>
              </a:ext>
            </a:extLst>
          </p:cNvPr>
          <p:cNvSpPr txBox="1">
            <a:spLocks noChangeArrowheads="1"/>
          </p:cNvSpPr>
          <p:nvPr/>
        </p:nvSpPr>
        <p:spPr bwMode="auto">
          <a:xfrm>
            <a:off x="304800" y="381000"/>
            <a:ext cx="360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2.14  </a:t>
            </a:r>
            <a:r>
              <a:rPr lang="en-US" altLang="th-TH" sz="2000" i="1"/>
              <a:t>Application layer</a:t>
            </a:r>
          </a:p>
        </p:txBody>
      </p:sp>
      <p:sp>
        <p:nvSpPr>
          <p:cNvPr id="648197" name="Line 5">
            <a:extLst>
              <a:ext uri="{FF2B5EF4-FFF2-40B4-BE49-F238E27FC236}">
                <a16:creationId xmlns:a16="http://schemas.microsoft.com/office/drawing/2014/main" id="{63EB1FA6-DD32-F285-BADF-F0EE0A3BDAD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48198" name="Picture 6">
            <a:extLst>
              <a:ext uri="{FF2B5EF4-FFF2-40B4-BE49-F238E27FC236}">
                <a16:creationId xmlns:a16="http://schemas.microsoft.com/office/drawing/2014/main" id="{1A2AA12F-D529-E7C6-BD49-DA17C07CDF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 y="1371600"/>
            <a:ext cx="8455025" cy="427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781A94F-1979-F4D5-6B99-8DDE43822EFC}"/>
              </a:ext>
            </a:extLst>
          </p:cNvPr>
          <p:cNvSpPr>
            <a:spLocks noGrp="1"/>
          </p:cNvSpPr>
          <p:nvPr>
            <p:ph type="sldNum" sz="quarter" idx="10"/>
          </p:nvPr>
        </p:nvSpPr>
        <p:spPr/>
        <p:txBody>
          <a:bodyPr/>
          <a:lstStyle/>
          <a:p>
            <a:r>
              <a:rPr lang="en-US" altLang="th-TH"/>
              <a:t>2.</a:t>
            </a:r>
            <a:fld id="{83A0623D-1793-9C42-9485-A1AF996A362E}" type="slidenum">
              <a:rPr lang="en-US" altLang="th-TH"/>
              <a:pPr/>
              <a:t>26</a:t>
            </a:fld>
            <a:endParaRPr lang="en-US" altLang="th-TH"/>
          </a:p>
        </p:txBody>
      </p:sp>
      <p:sp>
        <p:nvSpPr>
          <p:cNvPr id="662530" name="Rectangle 2">
            <a:extLst>
              <a:ext uri="{FF2B5EF4-FFF2-40B4-BE49-F238E27FC236}">
                <a16:creationId xmlns:a16="http://schemas.microsoft.com/office/drawing/2014/main" id="{F3A14C0F-65AB-F424-F6D5-4384BA21C5E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2531" name="Rectangle 3">
            <a:extLst>
              <a:ext uri="{FF2B5EF4-FFF2-40B4-BE49-F238E27FC236}">
                <a16:creationId xmlns:a16="http://schemas.microsoft.com/office/drawing/2014/main" id="{10D764FF-705E-0EB0-B8E6-478DFCD8499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2532" name="Rectangle 4">
            <a:extLst>
              <a:ext uri="{FF2B5EF4-FFF2-40B4-BE49-F238E27FC236}">
                <a16:creationId xmlns:a16="http://schemas.microsoft.com/office/drawing/2014/main" id="{E1B32FBE-B484-48E2-78AA-9D38D14F2E1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2533" name="Rectangle 5">
            <a:extLst>
              <a:ext uri="{FF2B5EF4-FFF2-40B4-BE49-F238E27FC236}">
                <a16:creationId xmlns:a16="http://schemas.microsoft.com/office/drawing/2014/main" id="{BE960374-A779-B13A-53AF-A5BFD6EC712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2534" name="Rectangle 6">
            <a:extLst>
              <a:ext uri="{FF2B5EF4-FFF2-40B4-BE49-F238E27FC236}">
                <a16:creationId xmlns:a16="http://schemas.microsoft.com/office/drawing/2014/main" id="{EA7FA09E-E75B-18FE-ADE7-6372A93A15A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2535" name="Rectangle 7">
            <a:extLst>
              <a:ext uri="{FF2B5EF4-FFF2-40B4-BE49-F238E27FC236}">
                <a16:creationId xmlns:a16="http://schemas.microsoft.com/office/drawing/2014/main" id="{EC59AF58-ACD0-0E79-A344-07E41739CD3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2536" name="Rectangle 8">
            <a:extLst>
              <a:ext uri="{FF2B5EF4-FFF2-40B4-BE49-F238E27FC236}">
                <a16:creationId xmlns:a16="http://schemas.microsoft.com/office/drawing/2014/main" id="{9A5FEE5E-E0C7-832B-E4FA-F23A02BEC19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2537" name="Line 9">
            <a:extLst>
              <a:ext uri="{FF2B5EF4-FFF2-40B4-BE49-F238E27FC236}">
                <a16:creationId xmlns:a16="http://schemas.microsoft.com/office/drawing/2014/main" id="{962124AC-9018-0C50-14BB-C7E0EAAC8DCE}"/>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62538" name="Line 10">
            <a:extLst>
              <a:ext uri="{FF2B5EF4-FFF2-40B4-BE49-F238E27FC236}">
                <a16:creationId xmlns:a16="http://schemas.microsoft.com/office/drawing/2014/main" id="{C0636EB5-5319-392D-F026-2D2229990761}"/>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62539" name="Rectangle 11">
            <a:extLst>
              <a:ext uri="{FF2B5EF4-FFF2-40B4-BE49-F238E27FC236}">
                <a16:creationId xmlns:a16="http://schemas.microsoft.com/office/drawing/2014/main" id="{511F2891-D00E-E246-5DA4-68ABE5029C50}"/>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2400"/>
              <a:t>The application layer is responsible for </a:t>
            </a:r>
            <a:br>
              <a:rPr lang="en-US" altLang="th-TH" sz="2400"/>
            </a:br>
            <a:r>
              <a:rPr lang="en-US" altLang="th-TH" sz="2400"/>
              <a:t>providing services to the user.</a:t>
            </a:r>
          </a:p>
        </p:txBody>
      </p:sp>
      <p:grpSp>
        <p:nvGrpSpPr>
          <p:cNvPr id="662543" name="Group 15">
            <a:extLst>
              <a:ext uri="{FF2B5EF4-FFF2-40B4-BE49-F238E27FC236}">
                <a16:creationId xmlns:a16="http://schemas.microsoft.com/office/drawing/2014/main" id="{3A59C9F2-84D0-53E8-7435-0DD17C018180}"/>
              </a:ext>
            </a:extLst>
          </p:cNvPr>
          <p:cNvGrpSpPr>
            <a:grpSpLocks/>
          </p:cNvGrpSpPr>
          <p:nvPr/>
        </p:nvGrpSpPr>
        <p:grpSpPr bwMode="auto">
          <a:xfrm>
            <a:off x="533400" y="2286000"/>
            <a:ext cx="1143000" cy="566738"/>
            <a:chOff x="1200" y="1248"/>
            <a:chExt cx="720" cy="357"/>
          </a:xfrm>
        </p:grpSpPr>
        <p:pic>
          <p:nvPicPr>
            <p:cNvPr id="662544" name="Picture 16">
              <a:extLst>
                <a:ext uri="{FF2B5EF4-FFF2-40B4-BE49-F238E27FC236}">
                  <a16:creationId xmlns:a16="http://schemas.microsoft.com/office/drawing/2014/main" id="{76DEEFD7-15F2-6CB6-8E10-6B72A335E6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2545" name="Text Box 17">
              <a:extLst>
                <a:ext uri="{FF2B5EF4-FFF2-40B4-BE49-F238E27FC236}">
                  <a16:creationId xmlns:a16="http://schemas.microsoft.com/office/drawing/2014/main" id="{9EC3AB4C-4D6F-DC52-2DB7-69EC98E82E8E}"/>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rPr>
                <a:t>Note</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04B8C78-2FC4-6B21-413E-3B9BFDB9C489}"/>
              </a:ext>
            </a:extLst>
          </p:cNvPr>
          <p:cNvSpPr>
            <a:spLocks noGrp="1"/>
          </p:cNvSpPr>
          <p:nvPr>
            <p:ph type="sldNum" sz="quarter" idx="10"/>
          </p:nvPr>
        </p:nvSpPr>
        <p:spPr/>
        <p:txBody>
          <a:bodyPr/>
          <a:lstStyle/>
          <a:p>
            <a:r>
              <a:rPr lang="en-US" altLang="th-TH"/>
              <a:t>2.</a:t>
            </a:r>
            <a:fld id="{48912C75-8226-F24B-A286-C595C14F1D16}" type="slidenum">
              <a:rPr lang="en-US" altLang="th-TH"/>
              <a:pPr/>
              <a:t>27</a:t>
            </a:fld>
            <a:endParaRPr lang="en-US" altLang="th-TH"/>
          </a:p>
        </p:txBody>
      </p:sp>
      <p:sp>
        <p:nvSpPr>
          <p:cNvPr id="649218" name="Line 2">
            <a:extLst>
              <a:ext uri="{FF2B5EF4-FFF2-40B4-BE49-F238E27FC236}">
                <a16:creationId xmlns:a16="http://schemas.microsoft.com/office/drawing/2014/main" id="{71A8D683-5459-AB8C-53D3-6DDC0D748651}"/>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9219" name="Line 3">
            <a:extLst>
              <a:ext uri="{FF2B5EF4-FFF2-40B4-BE49-F238E27FC236}">
                <a16:creationId xmlns:a16="http://schemas.microsoft.com/office/drawing/2014/main" id="{E8F01D74-A84A-2CFF-5C01-91A72C8BD56B}"/>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49220" name="Text Box 4">
            <a:extLst>
              <a:ext uri="{FF2B5EF4-FFF2-40B4-BE49-F238E27FC236}">
                <a16:creationId xmlns:a16="http://schemas.microsoft.com/office/drawing/2014/main" id="{F8E7D222-6687-C185-90C7-A07458C19053}"/>
              </a:ext>
            </a:extLst>
          </p:cNvPr>
          <p:cNvSpPr txBox="1">
            <a:spLocks noChangeArrowheads="1"/>
          </p:cNvSpPr>
          <p:nvPr/>
        </p:nvSpPr>
        <p:spPr bwMode="auto">
          <a:xfrm>
            <a:off x="304800" y="304800"/>
            <a:ext cx="3779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2.15  </a:t>
            </a:r>
            <a:r>
              <a:rPr lang="en-US" altLang="th-TH" sz="2000" i="1"/>
              <a:t>Summary of layers</a:t>
            </a:r>
          </a:p>
        </p:txBody>
      </p:sp>
      <p:sp>
        <p:nvSpPr>
          <p:cNvPr id="649221" name="Line 5">
            <a:extLst>
              <a:ext uri="{FF2B5EF4-FFF2-40B4-BE49-F238E27FC236}">
                <a16:creationId xmlns:a16="http://schemas.microsoft.com/office/drawing/2014/main" id="{1F8CCF4E-F8DC-98C5-060B-BD67EA74316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49222" name="Picture 6">
            <a:extLst>
              <a:ext uri="{FF2B5EF4-FFF2-40B4-BE49-F238E27FC236}">
                <a16:creationId xmlns:a16="http://schemas.microsoft.com/office/drawing/2014/main" id="{01A6934E-94B5-8BD7-536E-453E8B7ADB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488" y="1644650"/>
            <a:ext cx="8189912" cy="376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B7503A6-629C-FAA0-E2A8-78382CC6918F}"/>
              </a:ext>
            </a:extLst>
          </p:cNvPr>
          <p:cNvSpPr>
            <a:spLocks noGrp="1"/>
          </p:cNvSpPr>
          <p:nvPr>
            <p:ph type="sldNum" sz="quarter" idx="10"/>
          </p:nvPr>
        </p:nvSpPr>
        <p:spPr/>
        <p:txBody>
          <a:bodyPr/>
          <a:lstStyle/>
          <a:p>
            <a:r>
              <a:rPr lang="en-US" altLang="th-TH"/>
              <a:t>2.</a:t>
            </a:r>
            <a:fld id="{D982BA0A-5B6B-2843-9D90-EEDA442CF06D}" type="slidenum">
              <a:rPr lang="en-US" altLang="th-TH"/>
              <a:pPr/>
              <a:t>28</a:t>
            </a:fld>
            <a:endParaRPr lang="en-US" altLang="th-TH"/>
          </a:p>
        </p:txBody>
      </p:sp>
      <p:sp>
        <p:nvSpPr>
          <p:cNvPr id="679938" name="Rectangle 2">
            <a:extLst>
              <a:ext uri="{FF2B5EF4-FFF2-40B4-BE49-F238E27FC236}">
                <a16:creationId xmlns:a16="http://schemas.microsoft.com/office/drawing/2014/main" id="{F63F51C0-89E0-6E42-837A-A9E5F99DCC24}"/>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sz="3200">
              <a:effectLst>
                <a:outerShdw blurRad="38100" dist="38100" dir="2700000" algn="tl">
                  <a:srgbClr val="FFFFFF"/>
                </a:outerShdw>
              </a:effectLst>
            </a:endParaRPr>
          </a:p>
        </p:txBody>
      </p:sp>
      <p:sp>
        <p:nvSpPr>
          <p:cNvPr id="679939" name="Text Box 3">
            <a:extLst>
              <a:ext uri="{FF2B5EF4-FFF2-40B4-BE49-F238E27FC236}">
                <a16:creationId xmlns:a16="http://schemas.microsoft.com/office/drawing/2014/main" id="{CA64A97E-5680-A922-FA8D-ACFFA50D4A61}"/>
              </a:ext>
            </a:extLst>
          </p:cNvPr>
          <p:cNvSpPr txBox="1">
            <a:spLocks noChangeArrowheads="1"/>
          </p:cNvSpPr>
          <p:nvPr/>
        </p:nvSpPr>
        <p:spPr bwMode="auto">
          <a:xfrm>
            <a:off x="228600" y="76200"/>
            <a:ext cx="61118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a:effectLst>
                  <a:outerShdw blurRad="38100" dist="38100" dir="2700000" algn="tl">
                    <a:srgbClr val="C0C0C0"/>
                  </a:outerShdw>
                </a:effectLst>
                <a:latin typeface="Times" pitchFamily="18" charset="0"/>
              </a:rPr>
              <a:t>2-4   TCP/IP PROTOCOL SUITE</a:t>
            </a:r>
          </a:p>
        </p:txBody>
      </p:sp>
      <p:sp>
        <p:nvSpPr>
          <p:cNvPr id="679940" name="Text Box 4">
            <a:extLst>
              <a:ext uri="{FF2B5EF4-FFF2-40B4-BE49-F238E27FC236}">
                <a16:creationId xmlns:a16="http://schemas.microsoft.com/office/drawing/2014/main" id="{2A56C752-003B-76A1-F66C-B9D8F6D4C730}"/>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a:p>
        </p:txBody>
      </p:sp>
      <p:sp>
        <p:nvSpPr>
          <p:cNvPr id="679941" name="Rectangle 5">
            <a:extLst>
              <a:ext uri="{FF2B5EF4-FFF2-40B4-BE49-F238E27FC236}">
                <a16:creationId xmlns:a16="http://schemas.microsoft.com/office/drawing/2014/main" id="{674A9D61-0D8C-EE4A-B22C-A3E8C76A791E}"/>
              </a:ext>
            </a:extLst>
          </p:cNvPr>
          <p:cNvSpPr>
            <a:spLocks noChangeArrowheads="1"/>
          </p:cNvSpPr>
          <p:nvPr/>
        </p:nvSpPr>
        <p:spPr bwMode="auto">
          <a:xfrm>
            <a:off x="76200" y="990600"/>
            <a:ext cx="86106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rPr>
              <a:t>The layers in the </a:t>
            </a:r>
            <a:r>
              <a:rPr lang="en-US" altLang="th-TH" sz="2800" i="1">
                <a:solidFill>
                  <a:schemeClr val="hlink"/>
                </a:solidFill>
                <a:effectLst>
                  <a:outerShdw blurRad="38100" dist="38100" dir="2700000" algn="tl">
                    <a:srgbClr val="C0C0C0"/>
                  </a:outerShdw>
                </a:effectLst>
              </a:rPr>
              <a:t>TCP/IP protocol suite</a:t>
            </a:r>
            <a:r>
              <a:rPr lang="en-US" altLang="th-TH" sz="2800" i="1">
                <a:effectLst>
                  <a:outerShdw blurRad="38100" dist="38100" dir="2700000" algn="tl">
                    <a:srgbClr val="C0C0C0"/>
                  </a:outerShdw>
                </a:effectLst>
              </a:rPr>
              <a:t> do not exactly match those in the OSI model. The original TCP/IP protocol suite was defined as having four layers: </a:t>
            </a:r>
            <a:r>
              <a:rPr lang="en-US" altLang="th-TH" sz="2800" i="1">
                <a:solidFill>
                  <a:schemeClr val="folHlink"/>
                </a:solidFill>
                <a:effectLst>
                  <a:outerShdw blurRad="38100" dist="38100" dir="2700000" algn="tl">
                    <a:srgbClr val="C0C0C0"/>
                  </a:outerShdw>
                </a:effectLst>
              </a:rPr>
              <a:t>host-to-network</a:t>
            </a:r>
            <a:r>
              <a:rPr lang="en-US" altLang="th-TH" sz="2800" i="1">
                <a:effectLst>
                  <a:outerShdw blurRad="38100" dist="38100" dir="2700000" algn="tl">
                    <a:srgbClr val="C0C0C0"/>
                  </a:outerShdw>
                </a:effectLst>
              </a:rPr>
              <a:t>, </a:t>
            </a:r>
            <a:r>
              <a:rPr lang="en-US" altLang="th-TH" sz="2800" i="1">
                <a:solidFill>
                  <a:schemeClr val="folHlink"/>
                </a:solidFill>
                <a:effectLst>
                  <a:outerShdw blurRad="38100" dist="38100" dir="2700000" algn="tl">
                    <a:srgbClr val="C0C0C0"/>
                  </a:outerShdw>
                </a:effectLst>
              </a:rPr>
              <a:t>internet</a:t>
            </a:r>
            <a:r>
              <a:rPr lang="en-US" altLang="th-TH" sz="2800" i="1">
                <a:effectLst>
                  <a:outerShdw blurRad="38100" dist="38100" dir="2700000" algn="tl">
                    <a:srgbClr val="C0C0C0"/>
                  </a:outerShdw>
                </a:effectLst>
              </a:rPr>
              <a:t>, </a:t>
            </a:r>
            <a:r>
              <a:rPr lang="en-US" altLang="th-TH" sz="2800" i="1">
                <a:solidFill>
                  <a:schemeClr val="folHlink"/>
                </a:solidFill>
                <a:effectLst>
                  <a:outerShdw blurRad="38100" dist="38100" dir="2700000" algn="tl">
                    <a:srgbClr val="C0C0C0"/>
                  </a:outerShdw>
                </a:effectLst>
              </a:rPr>
              <a:t>transport</a:t>
            </a:r>
            <a:r>
              <a:rPr lang="en-US" altLang="th-TH" sz="2800" i="1">
                <a:effectLst>
                  <a:outerShdw blurRad="38100" dist="38100" dir="2700000" algn="tl">
                    <a:srgbClr val="C0C0C0"/>
                  </a:outerShdw>
                </a:effectLst>
              </a:rPr>
              <a:t>, and </a:t>
            </a:r>
            <a:r>
              <a:rPr lang="en-US" altLang="th-TH" sz="2800" i="1">
                <a:solidFill>
                  <a:schemeClr val="folHlink"/>
                </a:solidFill>
                <a:effectLst>
                  <a:outerShdw blurRad="38100" dist="38100" dir="2700000" algn="tl">
                    <a:srgbClr val="C0C0C0"/>
                  </a:outerShdw>
                </a:effectLst>
              </a:rPr>
              <a:t>application</a:t>
            </a:r>
            <a:r>
              <a:rPr lang="en-US" altLang="th-TH" sz="2800" i="1">
                <a:effectLst>
                  <a:outerShdw blurRad="38100" dist="38100" dir="2700000" algn="tl">
                    <a:srgbClr val="C0C0C0"/>
                  </a:outerShdw>
                </a:effectLst>
              </a:rPr>
              <a:t>. However, when TCP/IP is compared to OSI, we can say that the TCP/IP protocol suite is made of five layers: </a:t>
            </a:r>
            <a:r>
              <a:rPr lang="en-US" altLang="th-TH" sz="2800" i="1">
                <a:solidFill>
                  <a:schemeClr val="folHlink"/>
                </a:solidFill>
                <a:effectLst>
                  <a:outerShdw blurRad="38100" dist="38100" dir="2700000" algn="tl">
                    <a:srgbClr val="C0C0C0"/>
                  </a:outerShdw>
                </a:effectLst>
              </a:rPr>
              <a:t>physical</a:t>
            </a:r>
            <a:r>
              <a:rPr lang="en-US" altLang="th-TH" sz="2800" i="1">
                <a:effectLst>
                  <a:outerShdw blurRad="38100" dist="38100" dir="2700000" algn="tl">
                    <a:srgbClr val="C0C0C0"/>
                  </a:outerShdw>
                </a:effectLst>
              </a:rPr>
              <a:t>, </a:t>
            </a:r>
            <a:r>
              <a:rPr lang="en-US" altLang="th-TH" sz="2800" i="1">
                <a:solidFill>
                  <a:schemeClr val="folHlink"/>
                </a:solidFill>
                <a:effectLst>
                  <a:outerShdw blurRad="38100" dist="38100" dir="2700000" algn="tl">
                    <a:srgbClr val="C0C0C0"/>
                  </a:outerShdw>
                </a:effectLst>
              </a:rPr>
              <a:t>data link</a:t>
            </a:r>
            <a:r>
              <a:rPr lang="en-US" altLang="th-TH" sz="2800" i="1">
                <a:effectLst>
                  <a:outerShdw blurRad="38100" dist="38100" dir="2700000" algn="tl">
                    <a:srgbClr val="C0C0C0"/>
                  </a:outerShdw>
                </a:effectLst>
              </a:rPr>
              <a:t>, </a:t>
            </a:r>
            <a:r>
              <a:rPr lang="en-US" altLang="th-TH" sz="2800" i="1">
                <a:solidFill>
                  <a:schemeClr val="folHlink"/>
                </a:solidFill>
                <a:effectLst>
                  <a:outerShdw blurRad="38100" dist="38100" dir="2700000" algn="tl">
                    <a:srgbClr val="C0C0C0"/>
                  </a:outerShdw>
                </a:effectLst>
              </a:rPr>
              <a:t>network</a:t>
            </a:r>
            <a:r>
              <a:rPr lang="en-US" altLang="th-TH" sz="2800" i="1">
                <a:effectLst>
                  <a:outerShdw blurRad="38100" dist="38100" dir="2700000" algn="tl">
                    <a:srgbClr val="C0C0C0"/>
                  </a:outerShdw>
                </a:effectLst>
              </a:rPr>
              <a:t>, </a:t>
            </a:r>
            <a:r>
              <a:rPr lang="en-US" altLang="th-TH" sz="2800" i="1">
                <a:solidFill>
                  <a:schemeClr val="folHlink"/>
                </a:solidFill>
                <a:effectLst>
                  <a:outerShdw blurRad="38100" dist="38100" dir="2700000" algn="tl">
                    <a:srgbClr val="C0C0C0"/>
                  </a:outerShdw>
                </a:effectLst>
              </a:rPr>
              <a:t>transport</a:t>
            </a:r>
            <a:r>
              <a:rPr lang="en-US" altLang="th-TH" sz="2800" i="1">
                <a:effectLst>
                  <a:outerShdw blurRad="38100" dist="38100" dir="2700000" algn="tl">
                    <a:srgbClr val="C0C0C0"/>
                  </a:outerShdw>
                </a:effectLst>
              </a:rPr>
              <a:t>, and </a:t>
            </a:r>
            <a:r>
              <a:rPr lang="en-US" altLang="th-TH" sz="2800" i="1">
                <a:solidFill>
                  <a:schemeClr val="folHlink"/>
                </a:solidFill>
                <a:effectLst>
                  <a:outerShdw blurRad="38100" dist="38100" dir="2700000" algn="tl">
                    <a:srgbClr val="C0C0C0"/>
                  </a:outerShdw>
                </a:effectLst>
              </a:rPr>
              <a:t>application</a:t>
            </a:r>
            <a:r>
              <a:rPr lang="en-US" altLang="th-TH" sz="2800" i="1">
                <a:effectLst>
                  <a:outerShdw blurRad="38100" dist="38100" dir="2700000" algn="tl">
                    <a:srgbClr val="C0C0C0"/>
                  </a:outerShdw>
                </a:effectLst>
              </a:rPr>
              <a:t>.</a:t>
            </a:r>
          </a:p>
        </p:txBody>
      </p:sp>
      <p:sp>
        <p:nvSpPr>
          <p:cNvPr id="679942" name="Rectangle 6">
            <a:extLst>
              <a:ext uri="{FF2B5EF4-FFF2-40B4-BE49-F238E27FC236}">
                <a16:creationId xmlns:a16="http://schemas.microsoft.com/office/drawing/2014/main" id="{F41FF40B-FC36-F890-684A-DE01534410CA}"/>
              </a:ext>
            </a:extLst>
          </p:cNvPr>
          <p:cNvSpPr>
            <a:spLocks noChangeArrowheads="1"/>
          </p:cNvSpPr>
          <p:nvPr/>
        </p:nvSpPr>
        <p:spPr bwMode="auto">
          <a:xfrm>
            <a:off x="152400" y="4819650"/>
            <a:ext cx="57150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a:solidFill>
                  <a:srgbClr val="0033CC"/>
                </a:solidFill>
              </a:rPr>
              <a:t>Physical and Data Link Layers</a:t>
            </a:r>
            <a:br>
              <a:rPr lang="fr-FR" altLang="th-TH" sz="2400">
                <a:solidFill>
                  <a:srgbClr val="0033CC"/>
                </a:solidFill>
              </a:rPr>
            </a:br>
            <a:r>
              <a:rPr lang="fr-FR" altLang="th-TH" sz="2400">
                <a:solidFill>
                  <a:srgbClr val="0033CC"/>
                </a:solidFill>
              </a:rPr>
              <a:t>Network Layer</a:t>
            </a:r>
            <a:br>
              <a:rPr lang="fr-FR" altLang="th-TH" sz="2400">
                <a:solidFill>
                  <a:srgbClr val="0033CC"/>
                </a:solidFill>
              </a:rPr>
            </a:br>
            <a:r>
              <a:rPr lang="en-US" altLang="th-TH" sz="2400">
                <a:solidFill>
                  <a:srgbClr val="0033CC"/>
                </a:solidFill>
              </a:rPr>
              <a:t>Transport Layer</a:t>
            </a:r>
          </a:p>
          <a:p>
            <a:pPr>
              <a:buClr>
                <a:schemeClr val="tx1"/>
              </a:buClr>
              <a:buSzPct val="117000"/>
              <a:buFont typeface="Wingdings" pitchFamily="2" charset="2"/>
              <a:buNone/>
            </a:pPr>
            <a:r>
              <a:rPr lang="en-US" altLang="th-TH" sz="2400">
                <a:solidFill>
                  <a:srgbClr val="0033CC"/>
                </a:solidFill>
              </a:rPr>
              <a:t>Application Layer</a:t>
            </a:r>
          </a:p>
        </p:txBody>
      </p:sp>
      <p:sp>
        <p:nvSpPr>
          <p:cNvPr id="679943" name="Text Box 7">
            <a:extLst>
              <a:ext uri="{FF2B5EF4-FFF2-40B4-BE49-F238E27FC236}">
                <a16:creationId xmlns:a16="http://schemas.microsoft.com/office/drawing/2014/main" id="{8798DB17-7B18-29F8-281D-3164036FAC73}"/>
              </a:ext>
            </a:extLst>
          </p:cNvPr>
          <p:cNvSpPr txBox="1">
            <a:spLocks noChangeArrowheads="1"/>
          </p:cNvSpPr>
          <p:nvPr/>
        </p:nvSpPr>
        <p:spPr bwMode="auto">
          <a:xfrm>
            <a:off x="165100" y="43434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00AB085-3B59-7083-BC29-B3D948E5929E}"/>
              </a:ext>
            </a:extLst>
          </p:cNvPr>
          <p:cNvSpPr>
            <a:spLocks noGrp="1"/>
          </p:cNvSpPr>
          <p:nvPr>
            <p:ph type="sldNum" sz="quarter" idx="10"/>
          </p:nvPr>
        </p:nvSpPr>
        <p:spPr/>
        <p:txBody>
          <a:bodyPr/>
          <a:lstStyle/>
          <a:p>
            <a:r>
              <a:rPr lang="en-US" altLang="th-TH"/>
              <a:t>2.</a:t>
            </a:r>
            <a:fld id="{218E4BD0-080C-9A4B-8114-C8D356022A6B}" type="slidenum">
              <a:rPr lang="en-US" altLang="th-TH"/>
              <a:pPr/>
              <a:t>29</a:t>
            </a:fld>
            <a:endParaRPr lang="en-US" altLang="th-TH"/>
          </a:p>
        </p:txBody>
      </p:sp>
      <p:sp>
        <p:nvSpPr>
          <p:cNvPr id="650242" name="Line 2">
            <a:extLst>
              <a:ext uri="{FF2B5EF4-FFF2-40B4-BE49-F238E27FC236}">
                <a16:creationId xmlns:a16="http://schemas.microsoft.com/office/drawing/2014/main" id="{0F03FD69-4674-DBEE-A83E-21F1F6CB7A0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0243" name="Line 3">
            <a:extLst>
              <a:ext uri="{FF2B5EF4-FFF2-40B4-BE49-F238E27FC236}">
                <a16:creationId xmlns:a16="http://schemas.microsoft.com/office/drawing/2014/main" id="{E1C9F0C9-5F42-4B27-8D3E-7EF66E185D15}"/>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0244" name="Text Box 4">
            <a:extLst>
              <a:ext uri="{FF2B5EF4-FFF2-40B4-BE49-F238E27FC236}">
                <a16:creationId xmlns:a16="http://schemas.microsoft.com/office/drawing/2014/main" id="{F69C5BE9-5E4C-3CBF-737C-62ACE92526BA}"/>
              </a:ext>
            </a:extLst>
          </p:cNvPr>
          <p:cNvSpPr txBox="1">
            <a:spLocks noChangeArrowheads="1"/>
          </p:cNvSpPr>
          <p:nvPr/>
        </p:nvSpPr>
        <p:spPr bwMode="auto">
          <a:xfrm>
            <a:off x="304800" y="381000"/>
            <a:ext cx="425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2.16  </a:t>
            </a:r>
            <a:r>
              <a:rPr lang="en-US" altLang="th-TH" sz="2000" i="1"/>
              <a:t>TCP/IP and OSI model</a:t>
            </a:r>
          </a:p>
        </p:txBody>
      </p:sp>
      <p:sp>
        <p:nvSpPr>
          <p:cNvPr id="650245" name="Line 5">
            <a:extLst>
              <a:ext uri="{FF2B5EF4-FFF2-40B4-BE49-F238E27FC236}">
                <a16:creationId xmlns:a16="http://schemas.microsoft.com/office/drawing/2014/main" id="{901439F2-1C11-DB1D-7E53-497772CBE593}"/>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50247" name="Picture 7">
            <a:extLst>
              <a:ext uri="{FF2B5EF4-FFF2-40B4-BE49-F238E27FC236}">
                <a16:creationId xmlns:a16="http://schemas.microsoft.com/office/drawing/2014/main" id="{E75C77D5-22B1-A64C-14D0-94B83AD010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13" y="1143000"/>
            <a:ext cx="7532687" cy="500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41B876C-F11B-D659-6610-C9120397E09F}"/>
              </a:ext>
            </a:extLst>
          </p:cNvPr>
          <p:cNvSpPr>
            <a:spLocks noGrp="1"/>
          </p:cNvSpPr>
          <p:nvPr>
            <p:ph type="sldNum" sz="quarter" idx="10"/>
          </p:nvPr>
        </p:nvSpPr>
        <p:spPr/>
        <p:txBody>
          <a:bodyPr/>
          <a:lstStyle/>
          <a:p>
            <a:r>
              <a:rPr lang="en-US" altLang="th-TH"/>
              <a:t>2.</a:t>
            </a:r>
            <a:fld id="{E90018F6-6AC2-5443-928F-458F906905CF}" type="slidenum">
              <a:rPr lang="en-US" altLang="th-TH"/>
              <a:pPr/>
              <a:t>30</a:t>
            </a:fld>
            <a:endParaRPr lang="en-US" altLang="th-TH"/>
          </a:p>
        </p:txBody>
      </p:sp>
      <p:sp>
        <p:nvSpPr>
          <p:cNvPr id="680962" name="Rectangle 2">
            <a:extLst>
              <a:ext uri="{FF2B5EF4-FFF2-40B4-BE49-F238E27FC236}">
                <a16:creationId xmlns:a16="http://schemas.microsoft.com/office/drawing/2014/main" id="{6165DE93-36D4-DB02-CD0B-8AAC684C69D5}"/>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sz="3200">
              <a:effectLst>
                <a:outerShdw blurRad="38100" dist="38100" dir="2700000" algn="tl">
                  <a:srgbClr val="FFFFFF"/>
                </a:outerShdw>
              </a:effectLst>
            </a:endParaRPr>
          </a:p>
        </p:txBody>
      </p:sp>
      <p:sp>
        <p:nvSpPr>
          <p:cNvPr id="680963" name="Text Box 3">
            <a:extLst>
              <a:ext uri="{FF2B5EF4-FFF2-40B4-BE49-F238E27FC236}">
                <a16:creationId xmlns:a16="http://schemas.microsoft.com/office/drawing/2014/main" id="{F01DBC39-C88D-0167-AF7E-BC244710D267}"/>
              </a:ext>
            </a:extLst>
          </p:cNvPr>
          <p:cNvSpPr txBox="1">
            <a:spLocks noChangeArrowheads="1"/>
          </p:cNvSpPr>
          <p:nvPr/>
        </p:nvSpPr>
        <p:spPr bwMode="auto">
          <a:xfrm>
            <a:off x="228600" y="76200"/>
            <a:ext cx="36957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a:effectLst>
                  <a:outerShdw blurRad="38100" dist="38100" dir="2700000" algn="tl">
                    <a:srgbClr val="C0C0C0"/>
                  </a:outerShdw>
                </a:effectLst>
                <a:latin typeface="Times" pitchFamily="18" charset="0"/>
              </a:rPr>
              <a:t>2-5   ADDRESSING</a:t>
            </a:r>
          </a:p>
        </p:txBody>
      </p:sp>
      <p:sp>
        <p:nvSpPr>
          <p:cNvPr id="680964" name="Text Box 4">
            <a:extLst>
              <a:ext uri="{FF2B5EF4-FFF2-40B4-BE49-F238E27FC236}">
                <a16:creationId xmlns:a16="http://schemas.microsoft.com/office/drawing/2014/main" id="{72548BD2-740F-A6E7-487F-D7341C6CE082}"/>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a:p>
        </p:txBody>
      </p:sp>
      <p:sp>
        <p:nvSpPr>
          <p:cNvPr id="680965" name="Rectangle 5">
            <a:extLst>
              <a:ext uri="{FF2B5EF4-FFF2-40B4-BE49-F238E27FC236}">
                <a16:creationId xmlns:a16="http://schemas.microsoft.com/office/drawing/2014/main" id="{5FD5D2CD-BE78-C98C-5E7A-91139CCF9862}"/>
              </a:ext>
            </a:extLst>
          </p:cNvPr>
          <p:cNvSpPr>
            <a:spLocks noChangeArrowheads="1"/>
          </p:cNvSpPr>
          <p:nvPr/>
        </p:nvSpPr>
        <p:spPr bwMode="auto">
          <a:xfrm>
            <a:off x="76200" y="1066800"/>
            <a:ext cx="8915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rPr>
              <a:t>Four levels of addresses are used in an internet employing the TCP/IP protocols: </a:t>
            </a:r>
            <a:r>
              <a:rPr lang="en-US" altLang="th-TH" sz="2800" i="1">
                <a:solidFill>
                  <a:schemeClr val="hlink"/>
                </a:solidFill>
                <a:effectLst>
                  <a:outerShdw blurRad="38100" dist="38100" dir="2700000" algn="tl">
                    <a:srgbClr val="C0C0C0"/>
                  </a:outerShdw>
                </a:effectLst>
              </a:rPr>
              <a:t>physical</a:t>
            </a:r>
            <a:r>
              <a:rPr lang="en-US" altLang="th-TH" sz="2800" i="1">
                <a:effectLst>
                  <a:outerShdw blurRad="38100" dist="38100" dir="2700000" algn="tl">
                    <a:srgbClr val="C0C0C0"/>
                  </a:outerShdw>
                </a:effectLst>
              </a:rPr>
              <a:t>, </a:t>
            </a:r>
            <a:r>
              <a:rPr lang="en-US" altLang="th-TH" sz="2800" i="1">
                <a:solidFill>
                  <a:schemeClr val="hlink"/>
                </a:solidFill>
                <a:effectLst>
                  <a:outerShdw blurRad="38100" dist="38100" dir="2700000" algn="tl">
                    <a:srgbClr val="C0C0C0"/>
                  </a:outerShdw>
                </a:effectLst>
              </a:rPr>
              <a:t>logical</a:t>
            </a:r>
            <a:r>
              <a:rPr lang="en-US" altLang="th-TH" sz="2800" i="1">
                <a:effectLst>
                  <a:outerShdw blurRad="38100" dist="38100" dir="2700000" algn="tl">
                    <a:srgbClr val="C0C0C0"/>
                  </a:outerShdw>
                </a:effectLst>
              </a:rPr>
              <a:t>, </a:t>
            </a:r>
            <a:r>
              <a:rPr lang="en-US" altLang="th-TH" sz="2800" i="1">
                <a:solidFill>
                  <a:schemeClr val="hlink"/>
                </a:solidFill>
                <a:effectLst>
                  <a:outerShdw blurRad="38100" dist="38100" dir="2700000" algn="tl">
                    <a:srgbClr val="C0C0C0"/>
                  </a:outerShdw>
                </a:effectLst>
              </a:rPr>
              <a:t>port</a:t>
            </a:r>
            <a:r>
              <a:rPr lang="en-US" altLang="th-TH" sz="2800" i="1">
                <a:effectLst>
                  <a:outerShdw blurRad="38100" dist="38100" dir="2700000" algn="tl">
                    <a:srgbClr val="C0C0C0"/>
                  </a:outerShdw>
                </a:effectLst>
              </a:rPr>
              <a:t>, and </a:t>
            </a:r>
            <a:r>
              <a:rPr lang="en-US" altLang="th-TH" sz="2800" i="1">
                <a:solidFill>
                  <a:schemeClr val="hlink"/>
                </a:solidFill>
                <a:effectLst>
                  <a:outerShdw blurRad="38100" dist="38100" dir="2700000" algn="tl">
                    <a:srgbClr val="C0C0C0"/>
                  </a:outerShdw>
                </a:effectLst>
              </a:rPr>
              <a:t>specific</a:t>
            </a:r>
            <a:r>
              <a:rPr lang="en-US" altLang="th-TH" sz="2800" i="1">
                <a:effectLst>
                  <a:outerShdw blurRad="38100" dist="38100" dir="2700000" algn="tl">
                    <a:srgbClr val="C0C0C0"/>
                  </a:outerShdw>
                </a:effectLst>
              </a:rPr>
              <a:t>.</a:t>
            </a:r>
          </a:p>
        </p:txBody>
      </p:sp>
      <p:sp>
        <p:nvSpPr>
          <p:cNvPr id="680966" name="Rectangle 6">
            <a:extLst>
              <a:ext uri="{FF2B5EF4-FFF2-40B4-BE49-F238E27FC236}">
                <a16:creationId xmlns:a16="http://schemas.microsoft.com/office/drawing/2014/main" id="{4E55A6DA-D919-D475-371B-61BF9D9444FE}"/>
              </a:ext>
            </a:extLst>
          </p:cNvPr>
          <p:cNvSpPr>
            <a:spLocks noChangeArrowheads="1"/>
          </p:cNvSpPr>
          <p:nvPr/>
        </p:nvSpPr>
        <p:spPr bwMode="auto">
          <a:xfrm>
            <a:off x="228600" y="3933825"/>
            <a:ext cx="57150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fr-FR" altLang="th-TH" sz="2400">
                <a:solidFill>
                  <a:srgbClr val="0033CC"/>
                </a:solidFill>
              </a:rPr>
              <a:t>Physical Addresses</a:t>
            </a:r>
            <a:br>
              <a:rPr lang="fr-FR" altLang="th-TH" sz="2400">
                <a:solidFill>
                  <a:srgbClr val="0033CC"/>
                </a:solidFill>
              </a:rPr>
            </a:br>
            <a:r>
              <a:rPr lang="fr-FR" altLang="th-TH" sz="2400">
                <a:solidFill>
                  <a:srgbClr val="0033CC"/>
                </a:solidFill>
              </a:rPr>
              <a:t>Logical Addresses</a:t>
            </a:r>
            <a:br>
              <a:rPr lang="fr-FR" altLang="th-TH" sz="2400">
                <a:solidFill>
                  <a:srgbClr val="0033CC"/>
                </a:solidFill>
              </a:rPr>
            </a:br>
            <a:r>
              <a:rPr lang="en-US" altLang="th-TH" sz="2400">
                <a:solidFill>
                  <a:srgbClr val="0033CC"/>
                </a:solidFill>
              </a:rPr>
              <a:t>Port Addresses</a:t>
            </a:r>
            <a:br>
              <a:rPr lang="en-US" altLang="th-TH" sz="2400">
                <a:solidFill>
                  <a:srgbClr val="0033CC"/>
                </a:solidFill>
              </a:rPr>
            </a:br>
            <a:r>
              <a:rPr lang="en-US" altLang="th-TH" sz="2400">
                <a:solidFill>
                  <a:srgbClr val="0033CC"/>
                </a:solidFill>
              </a:rPr>
              <a:t>Specific Addresses</a:t>
            </a:r>
          </a:p>
        </p:txBody>
      </p:sp>
      <p:sp>
        <p:nvSpPr>
          <p:cNvPr id="680967" name="Text Box 7">
            <a:extLst>
              <a:ext uri="{FF2B5EF4-FFF2-40B4-BE49-F238E27FC236}">
                <a16:creationId xmlns:a16="http://schemas.microsoft.com/office/drawing/2014/main" id="{56065D90-21C3-A8D5-1EE6-D7AFC029BD25}"/>
              </a:ext>
            </a:extLst>
          </p:cNvPr>
          <p:cNvSpPr txBox="1">
            <a:spLocks noChangeArrowheads="1"/>
          </p:cNvSpPr>
          <p:nvPr/>
        </p:nvSpPr>
        <p:spPr bwMode="auto">
          <a:xfrm>
            <a:off x="241300" y="3457575"/>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B3B918C-4F03-4179-3F02-1E2BF38353BD}"/>
              </a:ext>
            </a:extLst>
          </p:cNvPr>
          <p:cNvSpPr>
            <a:spLocks noGrp="1"/>
          </p:cNvSpPr>
          <p:nvPr>
            <p:ph type="sldNum" sz="quarter" idx="10"/>
          </p:nvPr>
        </p:nvSpPr>
        <p:spPr/>
        <p:txBody>
          <a:bodyPr/>
          <a:lstStyle/>
          <a:p>
            <a:r>
              <a:rPr lang="en-US" altLang="th-TH"/>
              <a:t>2.</a:t>
            </a:r>
            <a:fld id="{D733E65F-6CFE-FC44-AA6A-510565638898}" type="slidenum">
              <a:rPr lang="en-US" altLang="th-TH"/>
              <a:pPr/>
              <a:t>31</a:t>
            </a:fld>
            <a:endParaRPr lang="en-US" altLang="th-TH"/>
          </a:p>
        </p:txBody>
      </p:sp>
      <p:sp>
        <p:nvSpPr>
          <p:cNvPr id="651266" name="Line 2">
            <a:extLst>
              <a:ext uri="{FF2B5EF4-FFF2-40B4-BE49-F238E27FC236}">
                <a16:creationId xmlns:a16="http://schemas.microsoft.com/office/drawing/2014/main" id="{285B38D7-94B3-41B2-AAB5-55560E4F8CC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1267" name="Line 3">
            <a:extLst>
              <a:ext uri="{FF2B5EF4-FFF2-40B4-BE49-F238E27FC236}">
                <a16:creationId xmlns:a16="http://schemas.microsoft.com/office/drawing/2014/main" id="{806BC392-6729-B4F7-2C4F-4C786B5AA03D}"/>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1268" name="Text Box 4">
            <a:extLst>
              <a:ext uri="{FF2B5EF4-FFF2-40B4-BE49-F238E27FC236}">
                <a16:creationId xmlns:a16="http://schemas.microsoft.com/office/drawing/2014/main" id="{7A6851D0-ABAE-A50B-28A6-B2AB571F132E}"/>
              </a:ext>
            </a:extLst>
          </p:cNvPr>
          <p:cNvSpPr txBox="1">
            <a:spLocks noChangeArrowheads="1"/>
          </p:cNvSpPr>
          <p:nvPr/>
        </p:nvSpPr>
        <p:spPr bwMode="auto">
          <a:xfrm>
            <a:off x="304800" y="381000"/>
            <a:ext cx="399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2.17  </a:t>
            </a:r>
            <a:r>
              <a:rPr lang="en-US" altLang="th-TH" sz="2000" i="1"/>
              <a:t>Addresses in TCP/IP</a:t>
            </a:r>
          </a:p>
        </p:txBody>
      </p:sp>
      <p:sp>
        <p:nvSpPr>
          <p:cNvPr id="651269" name="Line 5">
            <a:extLst>
              <a:ext uri="{FF2B5EF4-FFF2-40B4-BE49-F238E27FC236}">
                <a16:creationId xmlns:a16="http://schemas.microsoft.com/office/drawing/2014/main" id="{616F964C-E012-733C-7F7B-29FB63EB3CE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51270" name="Picture 6">
            <a:extLst>
              <a:ext uri="{FF2B5EF4-FFF2-40B4-BE49-F238E27FC236}">
                <a16:creationId xmlns:a16="http://schemas.microsoft.com/office/drawing/2014/main" id="{F76CDE95-2E5E-E287-99B0-AE19858D3B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2286000"/>
            <a:ext cx="7834312" cy="199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DF5E937-1280-9F80-242A-7F94D9274E15}"/>
              </a:ext>
            </a:extLst>
          </p:cNvPr>
          <p:cNvSpPr>
            <a:spLocks noGrp="1"/>
          </p:cNvSpPr>
          <p:nvPr>
            <p:ph type="sldNum" sz="quarter" idx="10"/>
          </p:nvPr>
        </p:nvSpPr>
        <p:spPr/>
        <p:txBody>
          <a:bodyPr/>
          <a:lstStyle/>
          <a:p>
            <a:r>
              <a:rPr lang="en-US" altLang="th-TH"/>
              <a:t>2.</a:t>
            </a:r>
            <a:fld id="{CB44E739-06C8-7545-A503-DE0A90122F6E}" type="slidenum">
              <a:rPr lang="en-US" altLang="th-TH"/>
              <a:pPr/>
              <a:t>32</a:t>
            </a:fld>
            <a:endParaRPr lang="en-US" altLang="th-TH"/>
          </a:p>
        </p:txBody>
      </p:sp>
      <p:sp>
        <p:nvSpPr>
          <p:cNvPr id="652290" name="Line 2">
            <a:extLst>
              <a:ext uri="{FF2B5EF4-FFF2-40B4-BE49-F238E27FC236}">
                <a16:creationId xmlns:a16="http://schemas.microsoft.com/office/drawing/2014/main" id="{CD0091FA-B03B-5052-5F0A-D13CEF1AD7A4}"/>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2291" name="Line 3">
            <a:extLst>
              <a:ext uri="{FF2B5EF4-FFF2-40B4-BE49-F238E27FC236}">
                <a16:creationId xmlns:a16="http://schemas.microsoft.com/office/drawing/2014/main" id="{0F95E002-1436-0D1F-77DA-12ED860CD939}"/>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2292" name="Text Box 4">
            <a:extLst>
              <a:ext uri="{FF2B5EF4-FFF2-40B4-BE49-F238E27FC236}">
                <a16:creationId xmlns:a16="http://schemas.microsoft.com/office/drawing/2014/main" id="{DBC89E72-0F52-C597-FD3A-E7692B1C4825}"/>
              </a:ext>
            </a:extLst>
          </p:cNvPr>
          <p:cNvSpPr txBox="1">
            <a:spLocks noChangeArrowheads="1"/>
          </p:cNvSpPr>
          <p:nvPr/>
        </p:nvSpPr>
        <p:spPr bwMode="auto">
          <a:xfrm>
            <a:off x="304800" y="381000"/>
            <a:ext cx="675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2.18  </a:t>
            </a:r>
            <a:r>
              <a:rPr lang="en-US" altLang="th-TH" sz="2000" i="1"/>
              <a:t>Relationship of layers and addresses in TCP/IP</a:t>
            </a:r>
          </a:p>
        </p:txBody>
      </p:sp>
      <p:sp>
        <p:nvSpPr>
          <p:cNvPr id="652293" name="Line 5">
            <a:extLst>
              <a:ext uri="{FF2B5EF4-FFF2-40B4-BE49-F238E27FC236}">
                <a16:creationId xmlns:a16="http://schemas.microsoft.com/office/drawing/2014/main" id="{575720B2-5E81-D6AF-37E9-C0D1A7D56DF3}"/>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52294" name="Picture 6">
            <a:extLst>
              <a:ext uri="{FF2B5EF4-FFF2-40B4-BE49-F238E27FC236}">
                <a16:creationId xmlns:a16="http://schemas.microsoft.com/office/drawing/2014/main" id="{44EA7545-5A9F-E932-7DF0-95143FE7F4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66825"/>
            <a:ext cx="7467600" cy="482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7BAB893-8B75-750C-EA8B-59161DF44461}"/>
              </a:ext>
            </a:extLst>
          </p:cNvPr>
          <p:cNvSpPr>
            <a:spLocks noGrp="1"/>
          </p:cNvSpPr>
          <p:nvPr>
            <p:ph type="sldNum" sz="quarter" idx="10"/>
          </p:nvPr>
        </p:nvSpPr>
        <p:spPr/>
        <p:txBody>
          <a:bodyPr/>
          <a:lstStyle/>
          <a:p>
            <a:r>
              <a:rPr lang="en-US" altLang="th-TH"/>
              <a:t>2.</a:t>
            </a:r>
            <a:fld id="{8C498279-052B-904F-AFE3-C9B6BCEF2169}" type="slidenum">
              <a:rPr lang="en-US" altLang="th-TH"/>
              <a:pPr/>
              <a:t>33</a:t>
            </a:fld>
            <a:endParaRPr lang="en-US" altLang="th-TH"/>
          </a:p>
        </p:txBody>
      </p:sp>
      <p:sp>
        <p:nvSpPr>
          <p:cNvPr id="665602" name="Rectangle 2">
            <a:extLst>
              <a:ext uri="{FF2B5EF4-FFF2-40B4-BE49-F238E27FC236}">
                <a16:creationId xmlns:a16="http://schemas.microsoft.com/office/drawing/2014/main" id="{230F80C7-112C-D49C-B40A-5457C1C0234F}"/>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5603" name="Rectangle 3">
            <a:extLst>
              <a:ext uri="{FF2B5EF4-FFF2-40B4-BE49-F238E27FC236}">
                <a16:creationId xmlns:a16="http://schemas.microsoft.com/office/drawing/2014/main" id="{15D1DC0A-1374-81EE-B604-022560AA06ED}"/>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grpSp>
        <p:nvGrpSpPr>
          <p:cNvPr id="665614" name="Group 14">
            <a:extLst>
              <a:ext uri="{FF2B5EF4-FFF2-40B4-BE49-F238E27FC236}">
                <a16:creationId xmlns:a16="http://schemas.microsoft.com/office/drawing/2014/main" id="{72D49F6A-A9E9-C6F9-A513-6E861025E70D}"/>
              </a:ext>
            </a:extLst>
          </p:cNvPr>
          <p:cNvGrpSpPr>
            <a:grpSpLocks/>
          </p:cNvGrpSpPr>
          <p:nvPr/>
        </p:nvGrpSpPr>
        <p:grpSpPr bwMode="auto">
          <a:xfrm>
            <a:off x="490538" y="773113"/>
            <a:ext cx="738187" cy="474662"/>
            <a:chOff x="309" y="487"/>
            <a:chExt cx="465" cy="299"/>
          </a:xfrm>
        </p:grpSpPr>
        <p:sp>
          <p:nvSpPr>
            <p:cNvPr id="665604" name="Rectangle 4">
              <a:extLst>
                <a:ext uri="{FF2B5EF4-FFF2-40B4-BE49-F238E27FC236}">
                  <a16:creationId xmlns:a16="http://schemas.microsoft.com/office/drawing/2014/main" id="{A4BC6ED0-65A7-AE37-4AD4-87B0738516EA}"/>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5605" name="Rectangle 5">
              <a:extLst>
                <a:ext uri="{FF2B5EF4-FFF2-40B4-BE49-F238E27FC236}">
                  <a16:creationId xmlns:a16="http://schemas.microsoft.com/office/drawing/2014/main" id="{EEE7025D-62B0-1933-905C-F553E1FA7911}"/>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grpSp>
      <p:sp>
        <p:nvSpPr>
          <p:cNvPr id="665606" name="Rectangle 6">
            <a:extLst>
              <a:ext uri="{FF2B5EF4-FFF2-40B4-BE49-F238E27FC236}">
                <a16:creationId xmlns:a16="http://schemas.microsoft.com/office/drawing/2014/main" id="{7AE2600A-9CB7-DFF5-045F-D58F18D9C00D}"/>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5607" name="Rectangle 7">
            <a:extLst>
              <a:ext uri="{FF2B5EF4-FFF2-40B4-BE49-F238E27FC236}">
                <a16:creationId xmlns:a16="http://schemas.microsoft.com/office/drawing/2014/main" id="{9CCFCFAA-4BF9-6B41-21E5-42FA68243758}"/>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5608" name="Rectangle 8">
            <a:extLst>
              <a:ext uri="{FF2B5EF4-FFF2-40B4-BE49-F238E27FC236}">
                <a16:creationId xmlns:a16="http://schemas.microsoft.com/office/drawing/2014/main" id="{69D8EB71-813F-1EDC-1D59-0BBC132CD261}"/>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5610" name="Rectangle 10">
            <a:extLst>
              <a:ext uri="{FF2B5EF4-FFF2-40B4-BE49-F238E27FC236}">
                <a16:creationId xmlns:a16="http://schemas.microsoft.com/office/drawing/2014/main" id="{CC882284-56A2-5309-709A-1A61C1FA288E}"/>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665611" name="Rectangle 11">
            <a:extLst>
              <a:ext uri="{FF2B5EF4-FFF2-40B4-BE49-F238E27FC236}">
                <a16:creationId xmlns:a16="http://schemas.microsoft.com/office/drawing/2014/main" id="{194B125D-6042-DC60-C826-1B36681FAFB0}"/>
              </a:ext>
            </a:extLst>
          </p:cNvPr>
          <p:cNvSpPr>
            <a:spLocks noChangeArrowheads="1"/>
          </p:cNvSpPr>
          <p:nvPr/>
        </p:nvSpPr>
        <p:spPr bwMode="auto">
          <a:xfrm>
            <a:off x="228600" y="14478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t>In Figure 2.19 a node with physical address 10 sends a frame to a node with physical address 87. The two nodes are connected by a link (bus topology LAN). As the figure shows, the computer with physical address </a:t>
            </a:r>
            <a:r>
              <a:rPr lang="en-US" altLang="th-TH" sz="2800" i="1">
                <a:solidFill>
                  <a:schemeClr val="hlink"/>
                </a:solidFill>
              </a:rPr>
              <a:t>10</a:t>
            </a:r>
            <a:r>
              <a:rPr lang="en-US" altLang="th-TH" sz="2800" i="1"/>
              <a:t> is the sender, and the computer with physical address </a:t>
            </a:r>
            <a:r>
              <a:rPr lang="en-US" altLang="th-TH" sz="2800" i="1">
                <a:solidFill>
                  <a:schemeClr val="hlink"/>
                </a:solidFill>
              </a:rPr>
              <a:t>87</a:t>
            </a:r>
            <a:r>
              <a:rPr lang="en-US" altLang="th-TH" sz="2800" i="1"/>
              <a:t> is the receiver.</a:t>
            </a:r>
          </a:p>
        </p:txBody>
      </p:sp>
      <p:sp>
        <p:nvSpPr>
          <p:cNvPr id="665613" name="Text Box 13">
            <a:extLst>
              <a:ext uri="{FF2B5EF4-FFF2-40B4-BE49-F238E27FC236}">
                <a16:creationId xmlns:a16="http://schemas.microsoft.com/office/drawing/2014/main" id="{9296AF30-07AC-2F99-6ED9-9F04C593DD05}"/>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i="1">
                <a:solidFill>
                  <a:schemeClr val="hlink"/>
                </a:solidFill>
              </a:rPr>
              <a:t>Example 2.1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9FD3B78-E368-B975-7E07-3376FB8DB2C4}"/>
              </a:ext>
            </a:extLst>
          </p:cNvPr>
          <p:cNvSpPr>
            <a:spLocks noGrp="1"/>
          </p:cNvSpPr>
          <p:nvPr>
            <p:ph type="sldNum" sz="quarter" idx="10"/>
          </p:nvPr>
        </p:nvSpPr>
        <p:spPr/>
        <p:txBody>
          <a:bodyPr/>
          <a:lstStyle/>
          <a:p>
            <a:r>
              <a:rPr lang="en-US" altLang="th-TH"/>
              <a:t>2.</a:t>
            </a:r>
            <a:fld id="{3C1988BD-FBFD-C945-9F14-E9D1F373EE84}" type="slidenum">
              <a:rPr lang="en-US" altLang="th-TH"/>
              <a:pPr/>
              <a:t>34</a:t>
            </a:fld>
            <a:endParaRPr lang="en-US" altLang="th-TH"/>
          </a:p>
        </p:txBody>
      </p:sp>
      <p:sp>
        <p:nvSpPr>
          <p:cNvPr id="653314" name="Line 2">
            <a:extLst>
              <a:ext uri="{FF2B5EF4-FFF2-40B4-BE49-F238E27FC236}">
                <a16:creationId xmlns:a16="http://schemas.microsoft.com/office/drawing/2014/main" id="{A929FC23-16CA-7436-002F-FB0B55A295FA}"/>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3315" name="Line 3">
            <a:extLst>
              <a:ext uri="{FF2B5EF4-FFF2-40B4-BE49-F238E27FC236}">
                <a16:creationId xmlns:a16="http://schemas.microsoft.com/office/drawing/2014/main" id="{25FBA912-BEBF-04D9-66CD-038182CE94D8}"/>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3316" name="Text Box 4">
            <a:extLst>
              <a:ext uri="{FF2B5EF4-FFF2-40B4-BE49-F238E27FC236}">
                <a16:creationId xmlns:a16="http://schemas.microsoft.com/office/drawing/2014/main" id="{2C126ACB-00F2-4C67-E649-9A11A7A60DA4}"/>
              </a:ext>
            </a:extLst>
          </p:cNvPr>
          <p:cNvSpPr txBox="1">
            <a:spLocks noChangeArrowheads="1"/>
          </p:cNvSpPr>
          <p:nvPr/>
        </p:nvSpPr>
        <p:spPr bwMode="auto">
          <a:xfrm>
            <a:off x="304800" y="381000"/>
            <a:ext cx="375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2.19  </a:t>
            </a:r>
            <a:r>
              <a:rPr lang="en-US" altLang="th-TH" sz="2000" i="1"/>
              <a:t>Physical addresses</a:t>
            </a:r>
          </a:p>
        </p:txBody>
      </p:sp>
      <p:sp>
        <p:nvSpPr>
          <p:cNvPr id="653317" name="Line 5">
            <a:extLst>
              <a:ext uri="{FF2B5EF4-FFF2-40B4-BE49-F238E27FC236}">
                <a16:creationId xmlns:a16="http://schemas.microsoft.com/office/drawing/2014/main" id="{F57AB0FC-23F0-4E4C-C3A1-D0C96D1A975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53318" name="Picture 6">
            <a:extLst>
              <a:ext uri="{FF2B5EF4-FFF2-40B4-BE49-F238E27FC236}">
                <a16:creationId xmlns:a16="http://schemas.microsoft.com/office/drawing/2014/main" id="{BD719887-1869-EDB5-9EB4-5961A215A5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013" y="2487613"/>
            <a:ext cx="8053387" cy="185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3839827-9F6D-D3A3-BA7F-155FB673247B}"/>
              </a:ext>
            </a:extLst>
          </p:cNvPr>
          <p:cNvSpPr>
            <a:spLocks noGrp="1"/>
          </p:cNvSpPr>
          <p:nvPr>
            <p:ph type="sldNum" sz="quarter" idx="10"/>
          </p:nvPr>
        </p:nvSpPr>
        <p:spPr/>
        <p:txBody>
          <a:bodyPr/>
          <a:lstStyle/>
          <a:p>
            <a:r>
              <a:rPr lang="en-US" altLang="th-TH"/>
              <a:t>2.</a:t>
            </a:r>
            <a:fld id="{208AA316-30F8-3245-A019-7B45CB631519}" type="slidenum">
              <a:rPr lang="en-US" altLang="th-TH"/>
              <a:pPr/>
              <a:t>35</a:t>
            </a:fld>
            <a:endParaRPr lang="en-US" altLang="th-TH"/>
          </a:p>
        </p:txBody>
      </p:sp>
      <p:sp>
        <p:nvSpPr>
          <p:cNvPr id="672770" name="Rectangle 2">
            <a:extLst>
              <a:ext uri="{FF2B5EF4-FFF2-40B4-BE49-F238E27FC236}">
                <a16:creationId xmlns:a16="http://schemas.microsoft.com/office/drawing/2014/main" id="{AF554608-1866-6D83-72B8-BD52EF01452C}"/>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2771" name="Rectangle 3">
            <a:extLst>
              <a:ext uri="{FF2B5EF4-FFF2-40B4-BE49-F238E27FC236}">
                <a16:creationId xmlns:a16="http://schemas.microsoft.com/office/drawing/2014/main" id="{F5442D5D-CBB7-ACD2-ED29-F7EEBDE70F8F}"/>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grpSp>
        <p:nvGrpSpPr>
          <p:cNvPr id="672772" name="Group 4">
            <a:extLst>
              <a:ext uri="{FF2B5EF4-FFF2-40B4-BE49-F238E27FC236}">
                <a16:creationId xmlns:a16="http://schemas.microsoft.com/office/drawing/2014/main" id="{6089231D-8484-0A13-4C0A-F13D079458DD}"/>
              </a:ext>
            </a:extLst>
          </p:cNvPr>
          <p:cNvGrpSpPr>
            <a:grpSpLocks/>
          </p:cNvGrpSpPr>
          <p:nvPr/>
        </p:nvGrpSpPr>
        <p:grpSpPr bwMode="auto">
          <a:xfrm>
            <a:off x="490538" y="773113"/>
            <a:ext cx="738187" cy="474662"/>
            <a:chOff x="309" y="487"/>
            <a:chExt cx="465" cy="299"/>
          </a:xfrm>
        </p:grpSpPr>
        <p:sp>
          <p:nvSpPr>
            <p:cNvPr id="672773" name="Rectangle 5">
              <a:extLst>
                <a:ext uri="{FF2B5EF4-FFF2-40B4-BE49-F238E27FC236}">
                  <a16:creationId xmlns:a16="http://schemas.microsoft.com/office/drawing/2014/main" id="{5113AE7F-BD9A-16CC-73F2-17FAC43A3BD0}"/>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2774" name="Rectangle 6">
              <a:extLst>
                <a:ext uri="{FF2B5EF4-FFF2-40B4-BE49-F238E27FC236}">
                  <a16:creationId xmlns:a16="http://schemas.microsoft.com/office/drawing/2014/main" id="{188B4421-18FA-A3F0-2246-3527EC7E4F56}"/>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grpSp>
      <p:sp>
        <p:nvSpPr>
          <p:cNvPr id="672775" name="Rectangle 7">
            <a:extLst>
              <a:ext uri="{FF2B5EF4-FFF2-40B4-BE49-F238E27FC236}">
                <a16:creationId xmlns:a16="http://schemas.microsoft.com/office/drawing/2014/main" id="{2AECFD2D-F3C1-846D-23B7-A8AC1AAF8695}"/>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2776" name="Rectangle 8">
            <a:extLst>
              <a:ext uri="{FF2B5EF4-FFF2-40B4-BE49-F238E27FC236}">
                <a16:creationId xmlns:a16="http://schemas.microsoft.com/office/drawing/2014/main" id="{6E66FA40-C471-9512-60F4-E63DA2BC8C78}"/>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2777" name="Rectangle 9">
            <a:extLst>
              <a:ext uri="{FF2B5EF4-FFF2-40B4-BE49-F238E27FC236}">
                <a16:creationId xmlns:a16="http://schemas.microsoft.com/office/drawing/2014/main" id="{C320ACF8-A088-9AF3-EA0E-DD094FE30E47}"/>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2778" name="Rectangle 10">
            <a:extLst>
              <a:ext uri="{FF2B5EF4-FFF2-40B4-BE49-F238E27FC236}">
                <a16:creationId xmlns:a16="http://schemas.microsoft.com/office/drawing/2014/main" id="{ED92987D-1179-5884-7B3E-96B28EC52796}"/>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672779" name="Rectangle 11">
            <a:extLst>
              <a:ext uri="{FF2B5EF4-FFF2-40B4-BE49-F238E27FC236}">
                <a16:creationId xmlns:a16="http://schemas.microsoft.com/office/drawing/2014/main" id="{EF92B103-F043-9CA7-5A09-53F6CA1A1FC9}"/>
              </a:ext>
            </a:extLst>
          </p:cNvPr>
          <p:cNvSpPr>
            <a:spLocks noChangeArrowheads="1"/>
          </p:cNvSpPr>
          <p:nvPr/>
        </p:nvSpPr>
        <p:spPr bwMode="auto">
          <a:xfrm>
            <a:off x="228600" y="14478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t>As we will see in Chapter 13, most local-area networks use a </a:t>
            </a:r>
            <a:r>
              <a:rPr lang="en-US" altLang="th-TH" sz="2800" i="1">
                <a:solidFill>
                  <a:schemeClr val="hlink"/>
                </a:solidFill>
              </a:rPr>
              <a:t>48-bit</a:t>
            </a:r>
            <a:r>
              <a:rPr lang="en-US" altLang="th-TH" sz="2800" i="1"/>
              <a:t> (6-byte) physical address written as 12 hexadecimal digits; every byte (2 hexadecimal digits) is separated by a colon, as shown below:</a:t>
            </a:r>
          </a:p>
        </p:txBody>
      </p:sp>
      <p:sp>
        <p:nvSpPr>
          <p:cNvPr id="672780" name="Text Box 12">
            <a:extLst>
              <a:ext uri="{FF2B5EF4-FFF2-40B4-BE49-F238E27FC236}">
                <a16:creationId xmlns:a16="http://schemas.microsoft.com/office/drawing/2014/main" id="{4A3BCEF6-0692-D985-5B2C-21DFDEBCEFC9}"/>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i="1">
                <a:solidFill>
                  <a:schemeClr val="hlink"/>
                </a:solidFill>
              </a:rPr>
              <a:t>Example 2.2</a:t>
            </a:r>
          </a:p>
        </p:txBody>
      </p:sp>
      <p:sp>
        <p:nvSpPr>
          <p:cNvPr id="672782" name="Rectangle 14">
            <a:extLst>
              <a:ext uri="{FF2B5EF4-FFF2-40B4-BE49-F238E27FC236}">
                <a16:creationId xmlns:a16="http://schemas.microsoft.com/office/drawing/2014/main" id="{A7E0DEE9-B7E0-ED26-71C7-77E72E44FE0B}"/>
              </a:ext>
            </a:extLst>
          </p:cNvPr>
          <p:cNvSpPr>
            <a:spLocks noChangeArrowheads="1"/>
          </p:cNvSpPr>
          <p:nvPr/>
        </p:nvSpPr>
        <p:spPr bwMode="auto">
          <a:xfrm>
            <a:off x="228600" y="3717925"/>
            <a:ext cx="8534400" cy="150336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a:solidFill>
                  <a:schemeClr val="folHlink"/>
                </a:solidFill>
              </a:rPr>
              <a:t>07:01:02:01:2C:4B</a:t>
            </a:r>
            <a:br>
              <a:rPr lang="en-US" altLang="th-TH" sz="3200">
                <a:solidFill>
                  <a:schemeClr val="folHlink"/>
                </a:solidFill>
              </a:rPr>
            </a:br>
            <a:endParaRPr lang="en-US" altLang="th-TH" sz="3200">
              <a:solidFill>
                <a:schemeClr val="folHlink"/>
              </a:solidFill>
            </a:endParaRPr>
          </a:p>
          <a:p>
            <a:pPr algn="ctr"/>
            <a:r>
              <a:rPr lang="en-US" altLang="th-TH" sz="2800"/>
              <a:t>A 6-byte (12 hexadecimal digits) physical address.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D394ABA-8C50-D601-7FC4-1A459946F5C6}"/>
              </a:ext>
            </a:extLst>
          </p:cNvPr>
          <p:cNvSpPr>
            <a:spLocks noGrp="1"/>
          </p:cNvSpPr>
          <p:nvPr>
            <p:ph type="sldNum" sz="quarter" idx="10"/>
          </p:nvPr>
        </p:nvSpPr>
        <p:spPr/>
        <p:txBody>
          <a:bodyPr/>
          <a:lstStyle/>
          <a:p>
            <a:r>
              <a:rPr lang="en-US" altLang="th-TH"/>
              <a:t>2.</a:t>
            </a:r>
            <a:fld id="{188F47F8-9F2F-854E-8FFE-C56EAC0C15EE}" type="slidenum">
              <a:rPr lang="en-US" altLang="th-TH"/>
              <a:pPr/>
              <a:t>36</a:t>
            </a:fld>
            <a:endParaRPr lang="en-US" altLang="th-TH"/>
          </a:p>
        </p:txBody>
      </p:sp>
      <p:sp>
        <p:nvSpPr>
          <p:cNvPr id="673794" name="Rectangle 2">
            <a:extLst>
              <a:ext uri="{FF2B5EF4-FFF2-40B4-BE49-F238E27FC236}">
                <a16:creationId xmlns:a16="http://schemas.microsoft.com/office/drawing/2014/main" id="{972478A4-A20F-A8B1-A3A4-5ACCFBA8B559}"/>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3795" name="Rectangle 3">
            <a:extLst>
              <a:ext uri="{FF2B5EF4-FFF2-40B4-BE49-F238E27FC236}">
                <a16:creationId xmlns:a16="http://schemas.microsoft.com/office/drawing/2014/main" id="{C6A0852B-B82C-56C9-5427-28807308A03A}"/>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grpSp>
        <p:nvGrpSpPr>
          <p:cNvPr id="673796" name="Group 4">
            <a:extLst>
              <a:ext uri="{FF2B5EF4-FFF2-40B4-BE49-F238E27FC236}">
                <a16:creationId xmlns:a16="http://schemas.microsoft.com/office/drawing/2014/main" id="{ECE0CA89-9DCC-FE04-983A-13ECC8E4592F}"/>
              </a:ext>
            </a:extLst>
          </p:cNvPr>
          <p:cNvGrpSpPr>
            <a:grpSpLocks/>
          </p:cNvGrpSpPr>
          <p:nvPr/>
        </p:nvGrpSpPr>
        <p:grpSpPr bwMode="auto">
          <a:xfrm>
            <a:off x="490538" y="773113"/>
            <a:ext cx="738187" cy="474662"/>
            <a:chOff x="309" y="487"/>
            <a:chExt cx="465" cy="299"/>
          </a:xfrm>
        </p:grpSpPr>
        <p:sp>
          <p:nvSpPr>
            <p:cNvPr id="673797" name="Rectangle 5">
              <a:extLst>
                <a:ext uri="{FF2B5EF4-FFF2-40B4-BE49-F238E27FC236}">
                  <a16:creationId xmlns:a16="http://schemas.microsoft.com/office/drawing/2014/main" id="{02E320C1-D4AE-A1B6-F431-2C99460171F3}"/>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3798" name="Rectangle 6">
              <a:extLst>
                <a:ext uri="{FF2B5EF4-FFF2-40B4-BE49-F238E27FC236}">
                  <a16:creationId xmlns:a16="http://schemas.microsoft.com/office/drawing/2014/main" id="{D59F1D6A-EAF2-32DE-186F-86358967D9E3}"/>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grpSp>
      <p:sp>
        <p:nvSpPr>
          <p:cNvPr id="673799" name="Rectangle 7">
            <a:extLst>
              <a:ext uri="{FF2B5EF4-FFF2-40B4-BE49-F238E27FC236}">
                <a16:creationId xmlns:a16="http://schemas.microsoft.com/office/drawing/2014/main" id="{4BE3F257-D50B-D331-DD1E-2D78FC948749}"/>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3800" name="Rectangle 8">
            <a:extLst>
              <a:ext uri="{FF2B5EF4-FFF2-40B4-BE49-F238E27FC236}">
                <a16:creationId xmlns:a16="http://schemas.microsoft.com/office/drawing/2014/main" id="{B9C05F09-1657-CDC6-6719-0899C20787CD}"/>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3801" name="Rectangle 9">
            <a:extLst>
              <a:ext uri="{FF2B5EF4-FFF2-40B4-BE49-F238E27FC236}">
                <a16:creationId xmlns:a16="http://schemas.microsoft.com/office/drawing/2014/main" id="{B8225B05-5006-CA92-6E1A-447484F966D8}"/>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3802" name="Rectangle 10">
            <a:extLst>
              <a:ext uri="{FF2B5EF4-FFF2-40B4-BE49-F238E27FC236}">
                <a16:creationId xmlns:a16="http://schemas.microsoft.com/office/drawing/2014/main" id="{5087DAA5-2057-E27D-46FE-2B0C1A4194C8}"/>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673803" name="Rectangle 11">
            <a:extLst>
              <a:ext uri="{FF2B5EF4-FFF2-40B4-BE49-F238E27FC236}">
                <a16:creationId xmlns:a16="http://schemas.microsoft.com/office/drawing/2014/main" id="{2B6E00D1-E841-B75A-5151-818F5817C289}"/>
              </a:ext>
            </a:extLst>
          </p:cNvPr>
          <p:cNvSpPr>
            <a:spLocks noChangeArrowheads="1"/>
          </p:cNvSpPr>
          <p:nvPr/>
        </p:nvSpPr>
        <p:spPr bwMode="auto">
          <a:xfrm>
            <a:off x="228600" y="1524000"/>
            <a:ext cx="8534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t>Figure 2.20 shows a part of an internet with two routers connecting three LANs. Each device (computer or router) has a pair of addresses (logical and physical) for each connection. In this case, each computer is connected to only one link and therefore has only one pair of addresses. Each router, however, is connected to three networks (only two are shown in the figure). So each router has three pairs of addresses, one for each connection. </a:t>
            </a:r>
          </a:p>
        </p:txBody>
      </p:sp>
      <p:sp>
        <p:nvSpPr>
          <p:cNvPr id="673804" name="Text Box 12">
            <a:extLst>
              <a:ext uri="{FF2B5EF4-FFF2-40B4-BE49-F238E27FC236}">
                <a16:creationId xmlns:a16="http://schemas.microsoft.com/office/drawing/2014/main" id="{27EA790A-46F8-BD36-721B-3875884FF905}"/>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i="1">
                <a:solidFill>
                  <a:schemeClr val="hlink"/>
                </a:solidFill>
              </a:rPr>
              <a:t>Example 2.3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A35447C-3F38-29BA-3BDA-C0D13E576CEB}"/>
              </a:ext>
            </a:extLst>
          </p:cNvPr>
          <p:cNvSpPr>
            <a:spLocks noGrp="1"/>
          </p:cNvSpPr>
          <p:nvPr>
            <p:ph type="sldNum" sz="quarter" idx="10"/>
          </p:nvPr>
        </p:nvSpPr>
        <p:spPr/>
        <p:txBody>
          <a:bodyPr/>
          <a:lstStyle/>
          <a:p>
            <a:r>
              <a:rPr lang="en-US" altLang="th-TH"/>
              <a:t>2.</a:t>
            </a:r>
            <a:fld id="{742080B5-D1BC-4443-9C37-2ACCE9CF4AFB}" type="slidenum">
              <a:rPr lang="en-US" altLang="th-TH"/>
              <a:pPr/>
              <a:t>37</a:t>
            </a:fld>
            <a:endParaRPr lang="en-US" altLang="th-TH"/>
          </a:p>
        </p:txBody>
      </p:sp>
      <p:sp>
        <p:nvSpPr>
          <p:cNvPr id="654338" name="Line 2">
            <a:extLst>
              <a:ext uri="{FF2B5EF4-FFF2-40B4-BE49-F238E27FC236}">
                <a16:creationId xmlns:a16="http://schemas.microsoft.com/office/drawing/2014/main" id="{359F7822-903F-6C1E-7A2C-FC7F9ACCFF5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4339" name="Line 3">
            <a:extLst>
              <a:ext uri="{FF2B5EF4-FFF2-40B4-BE49-F238E27FC236}">
                <a16:creationId xmlns:a16="http://schemas.microsoft.com/office/drawing/2014/main" id="{25FD1BDC-2241-A39D-EFE5-67A930280D5B}"/>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4340" name="Text Box 4">
            <a:extLst>
              <a:ext uri="{FF2B5EF4-FFF2-40B4-BE49-F238E27FC236}">
                <a16:creationId xmlns:a16="http://schemas.microsoft.com/office/drawing/2014/main" id="{6AFD847C-5F63-96FA-6BFA-387EFEA21CFB}"/>
              </a:ext>
            </a:extLst>
          </p:cNvPr>
          <p:cNvSpPr txBox="1">
            <a:spLocks noChangeArrowheads="1"/>
          </p:cNvSpPr>
          <p:nvPr/>
        </p:nvSpPr>
        <p:spPr bwMode="auto">
          <a:xfrm>
            <a:off x="304800" y="381000"/>
            <a:ext cx="3125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2.20  </a:t>
            </a:r>
            <a:r>
              <a:rPr lang="en-US" altLang="th-TH" sz="2000" i="1"/>
              <a:t>IP addresses</a:t>
            </a:r>
          </a:p>
        </p:txBody>
      </p:sp>
      <p:sp>
        <p:nvSpPr>
          <p:cNvPr id="654341" name="Line 5">
            <a:extLst>
              <a:ext uri="{FF2B5EF4-FFF2-40B4-BE49-F238E27FC236}">
                <a16:creationId xmlns:a16="http://schemas.microsoft.com/office/drawing/2014/main" id="{DA49F03E-21B6-BD7C-B19F-3C791809E25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54342" name="Picture 6">
            <a:extLst>
              <a:ext uri="{FF2B5EF4-FFF2-40B4-BE49-F238E27FC236}">
                <a16:creationId xmlns:a16="http://schemas.microsoft.com/office/drawing/2014/main" id="{C7D81C9F-0C07-A6A8-84DA-BB8EC0ED1F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988" y="1089025"/>
            <a:ext cx="6069012" cy="508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67CE568-42BE-CACE-4712-90CB209C0C92}"/>
              </a:ext>
            </a:extLst>
          </p:cNvPr>
          <p:cNvSpPr>
            <a:spLocks noGrp="1"/>
          </p:cNvSpPr>
          <p:nvPr>
            <p:ph type="sldNum" sz="quarter" idx="10"/>
          </p:nvPr>
        </p:nvSpPr>
        <p:spPr/>
        <p:txBody>
          <a:bodyPr/>
          <a:lstStyle/>
          <a:p>
            <a:r>
              <a:rPr lang="en-US" altLang="th-TH"/>
              <a:t>2.</a:t>
            </a:r>
            <a:fld id="{CB504A3B-BC0F-5947-88F5-A69F556F478D}" type="slidenum">
              <a:rPr lang="en-US" altLang="th-TH"/>
              <a:pPr/>
              <a:t>38</a:t>
            </a:fld>
            <a:endParaRPr lang="en-US" altLang="th-TH"/>
          </a:p>
        </p:txBody>
      </p:sp>
      <p:sp>
        <p:nvSpPr>
          <p:cNvPr id="674818" name="Rectangle 2">
            <a:extLst>
              <a:ext uri="{FF2B5EF4-FFF2-40B4-BE49-F238E27FC236}">
                <a16:creationId xmlns:a16="http://schemas.microsoft.com/office/drawing/2014/main" id="{52CC6A6F-EEF5-97C8-3B10-AE31C4B14752}"/>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4819" name="Rectangle 3">
            <a:extLst>
              <a:ext uri="{FF2B5EF4-FFF2-40B4-BE49-F238E27FC236}">
                <a16:creationId xmlns:a16="http://schemas.microsoft.com/office/drawing/2014/main" id="{42CFF617-C3F6-1B89-3943-30ED03343243}"/>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grpSp>
        <p:nvGrpSpPr>
          <p:cNvPr id="674820" name="Group 4">
            <a:extLst>
              <a:ext uri="{FF2B5EF4-FFF2-40B4-BE49-F238E27FC236}">
                <a16:creationId xmlns:a16="http://schemas.microsoft.com/office/drawing/2014/main" id="{0B979C15-45A8-DD74-44DA-C1C99E7859B1}"/>
              </a:ext>
            </a:extLst>
          </p:cNvPr>
          <p:cNvGrpSpPr>
            <a:grpSpLocks/>
          </p:cNvGrpSpPr>
          <p:nvPr/>
        </p:nvGrpSpPr>
        <p:grpSpPr bwMode="auto">
          <a:xfrm>
            <a:off x="490538" y="773113"/>
            <a:ext cx="738187" cy="474662"/>
            <a:chOff x="309" y="487"/>
            <a:chExt cx="465" cy="299"/>
          </a:xfrm>
        </p:grpSpPr>
        <p:sp>
          <p:nvSpPr>
            <p:cNvPr id="674821" name="Rectangle 5">
              <a:extLst>
                <a:ext uri="{FF2B5EF4-FFF2-40B4-BE49-F238E27FC236}">
                  <a16:creationId xmlns:a16="http://schemas.microsoft.com/office/drawing/2014/main" id="{3A1896B7-27C1-B51B-3ED3-AA46610B4529}"/>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4822" name="Rectangle 6">
              <a:extLst>
                <a:ext uri="{FF2B5EF4-FFF2-40B4-BE49-F238E27FC236}">
                  <a16:creationId xmlns:a16="http://schemas.microsoft.com/office/drawing/2014/main" id="{4E144E4C-8D45-CCCB-C7F9-B39223629F8F}"/>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grpSp>
      <p:sp>
        <p:nvSpPr>
          <p:cNvPr id="674823" name="Rectangle 7">
            <a:extLst>
              <a:ext uri="{FF2B5EF4-FFF2-40B4-BE49-F238E27FC236}">
                <a16:creationId xmlns:a16="http://schemas.microsoft.com/office/drawing/2014/main" id="{08076434-4D15-5AE5-56B4-30C3FE867284}"/>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4824" name="Rectangle 8">
            <a:extLst>
              <a:ext uri="{FF2B5EF4-FFF2-40B4-BE49-F238E27FC236}">
                <a16:creationId xmlns:a16="http://schemas.microsoft.com/office/drawing/2014/main" id="{CD0B8AEC-20EB-C329-111B-C22FA47DADF4}"/>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4825" name="Rectangle 9">
            <a:extLst>
              <a:ext uri="{FF2B5EF4-FFF2-40B4-BE49-F238E27FC236}">
                <a16:creationId xmlns:a16="http://schemas.microsoft.com/office/drawing/2014/main" id="{518E330B-567B-62BF-250E-016D49AF2895}"/>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4826" name="Rectangle 10">
            <a:extLst>
              <a:ext uri="{FF2B5EF4-FFF2-40B4-BE49-F238E27FC236}">
                <a16:creationId xmlns:a16="http://schemas.microsoft.com/office/drawing/2014/main" id="{0CE2B067-A680-ECAC-44AE-E5062B2AFE1B}"/>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674827" name="Rectangle 11">
            <a:extLst>
              <a:ext uri="{FF2B5EF4-FFF2-40B4-BE49-F238E27FC236}">
                <a16:creationId xmlns:a16="http://schemas.microsoft.com/office/drawing/2014/main" id="{CB75042F-2BFA-4C5A-86EB-2218EA46F11C}"/>
              </a:ext>
            </a:extLst>
          </p:cNvPr>
          <p:cNvSpPr>
            <a:spLocks noChangeArrowheads="1"/>
          </p:cNvSpPr>
          <p:nvPr/>
        </p:nvSpPr>
        <p:spPr bwMode="auto">
          <a:xfrm>
            <a:off x="228600" y="1371600"/>
            <a:ext cx="85344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t>Figure 2.21 shows two computers communicating via the Internet. The sending computer is running three processes at this time with port addresses a, b, and c. The receiving computer is running two processes at this time with port addresses j and k. Process </a:t>
            </a:r>
            <a:r>
              <a:rPr lang="en-US" altLang="th-TH" sz="2800" i="1">
                <a:solidFill>
                  <a:schemeClr val="hlink"/>
                </a:solidFill>
              </a:rPr>
              <a:t>a</a:t>
            </a:r>
            <a:r>
              <a:rPr lang="en-US" altLang="th-TH" sz="2800" i="1"/>
              <a:t> in the sending computer needs to communicate with process </a:t>
            </a:r>
            <a:r>
              <a:rPr lang="en-US" altLang="th-TH" sz="2800" i="1">
                <a:solidFill>
                  <a:schemeClr val="hlink"/>
                </a:solidFill>
              </a:rPr>
              <a:t>j</a:t>
            </a:r>
            <a:r>
              <a:rPr lang="en-US" altLang="th-TH" sz="2800" i="1"/>
              <a:t> in the receiving computer. Note that although physical addresses change from hop to hop, logical and port addresses remain the same from the source to destination. </a:t>
            </a:r>
          </a:p>
        </p:txBody>
      </p:sp>
      <p:sp>
        <p:nvSpPr>
          <p:cNvPr id="674828" name="Text Box 12">
            <a:extLst>
              <a:ext uri="{FF2B5EF4-FFF2-40B4-BE49-F238E27FC236}">
                <a16:creationId xmlns:a16="http://schemas.microsoft.com/office/drawing/2014/main" id="{F06C7331-6DDF-967D-A408-9F938C4AD8E9}"/>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i="1">
                <a:solidFill>
                  <a:schemeClr val="hlink"/>
                </a:solidFill>
              </a:rPr>
              <a:t>Example 2.4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939D0F2-75A9-45D7-B1DA-63C41B77C605}"/>
              </a:ext>
            </a:extLst>
          </p:cNvPr>
          <p:cNvSpPr>
            <a:spLocks noGrp="1"/>
          </p:cNvSpPr>
          <p:nvPr>
            <p:ph type="sldNum" sz="quarter" idx="10"/>
          </p:nvPr>
        </p:nvSpPr>
        <p:spPr/>
        <p:txBody>
          <a:bodyPr/>
          <a:lstStyle/>
          <a:p>
            <a:r>
              <a:rPr lang="en-US" altLang="th-TH"/>
              <a:t>2.</a:t>
            </a:r>
            <a:fld id="{C41937FE-E5D7-FF47-A945-78098E796E8C}" type="slidenum">
              <a:rPr lang="en-US" altLang="th-TH"/>
              <a:pPr/>
              <a:t>39</a:t>
            </a:fld>
            <a:endParaRPr lang="en-US" altLang="th-TH"/>
          </a:p>
        </p:txBody>
      </p:sp>
      <p:sp>
        <p:nvSpPr>
          <p:cNvPr id="655362" name="Line 2">
            <a:extLst>
              <a:ext uri="{FF2B5EF4-FFF2-40B4-BE49-F238E27FC236}">
                <a16:creationId xmlns:a16="http://schemas.microsoft.com/office/drawing/2014/main" id="{22316B12-7B7B-9F83-C791-3C478B4E09F4}"/>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5363" name="Line 3">
            <a:extLst>
              <a:ext uri="{FF2B5EF4-FFF2-40B4-BE49-F238E27FC236}">
                <a16:creationId xmlns:a16="http://schemas.microsoft.com/office/drawing/2014/main" id="{9D3C0FC4-0786-7E86-1C14-58618B0F6ABE}"/>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55364" name="Text Box 4">
            <a:extLst>
              <a:ext uri="{FF2B5EF4-FFF2-40B4-BE49-F238E27FC236}">
                <a16:creationId xmlns:a16="http://schemas.microsoft.com/office/drawing/2014/main" id="{E089787B-E68C-8F60-59BF-8B2000B360D3}"/>
              </a:ext>
            </a:extLst>
          </p:cNvPr>
          <p:cNvSpPr txBox="1">
            <a:spLocks noChangeArrowheads="1"/>
          </p:cNvSpPr>
          <p:nvPr/>
        </p:nvSpPr>
        <p:spPr bwMode="auto">
          <a:xfrm>
            <a:off x="304800" y="381000"/>
            <a:ext cx="3322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rPr>
              <a:t>Figure 2.21  </a:t>
            </a:r>
            <a:r>
              <a:rPr lang="en-US" altLang="th-TH" sz="2000" i="1"/>
              <a:t>Port addresses</a:t>
            </a:r>
          </a:p>
        </p:txBody>
      </p:sp>
      <p:sp>
        <p:nvSpPr>
          <p:cNvPr id="655365" name="Line 5">
            <a:extLst>
              <a:ext uri="{FF2B5EF4-FFF2-40B4-BE49-F238E27FC236}">
                <a16:creationId xmlns:a16="http://schemas.microsoft.com/office/drawing/2014/main" id="{DA81F878-0986-F0F0-C497-604D3199C083}"/>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55366" name="Picture 6">
            <a:extLst>
              <a:ext uri="{FF2B5EF4-FFF2-40B4-BE49-F238E27FC236}">
                <a16:creationId xmlns:a16="http://schemas.microsoft.com/office/drawing/2014/main" id="{F207C9D5-4CCC-7536-7565-A963D27038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825" y="990600"/>
            <a:ext cx="7038975" cy="527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ACA4730-E747-D5BE-20E0-C48E02037AC1}"/>
              </a:ext>
            </a:extLst>
          </p:cNvPr>
          <p:cNvSpPr>
            <a:spLocks noGrp="1"/>
          </p:cNvSpPr>
          <p:nvPr>
            <p:ph type="sldNum" sz="quarter" idx="10"/>
          </p:nvPr>
        </p:nvSpPr>
        <p:spPr/>
        <p:txBody>
          <a:bodyPr/>
          <a:lstStyle/>
          <a:p>
            <a:r>
              <a:rPr lang="en-US" altLang="th-TH"/>
              <a:t>2.</a:t>
            </a:r>
            <a:fld id="{FA6F9996-95E1-7145-9B3D-C9C5018B2447}" type="slidenum">
              <a:rPr lang="en-US" altLang="th-TH"/>
              <a:pPr/>
              <a:t>40</a:t>
            </a:fld>
            <a:endParaRPr lang="en-US" altLang="th-TH"/>
          </a:p>
        </p:txBody>
      </p:sp>
      <p:sp>
        <p:nvSpPr>
          <p:cNvPr id="676866" name="Rectangle 2">
            <a:extLst>
              <a:ext uri="{FF2B5EF4-FFF2-40B4-BE49-F238E27FC236}">
                <a16:creationId xmlns:a16="http://schemas.microsoft.com/office/drawing/2014/main" id="{C9020E48-628C-1E30-B044-A933D31F7B8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6867" name="Rectangle 3">
            <a:extLst>
              <a:ext uri="{FF2B5EF4-FFF2-40B4-BE49-F238E27FC236}">
                <a16:creationId xmlns:a16="http://schemas.microsoft.com/office/drawing/2014/main" id="{4E86925F-B641-A799-FF71-750A42A6419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6868" name="Rectangle 4">
            <a:extLst>
              <a:ext uri="{FF2B5EF4-FFF2-40B4-BE49-F238E27FC236}">
                <a16:creationId xmlns:a16="http://schemas.microsoft.com/office/drawing/2014/main" id="{A64BA532-46EC-AD62-EA77-3759737AF52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6869" name="Rectangle 5">
            <a:extLst>
              <a:ext uri="{FF2B5EF4-FFF2-40B4-BE49-F238E27FC236}">
                <a16:creationId xmlns:a16="http://schemas.microsoft.com/office/drawing/2014/main" id="{A7D88541-6A39-C403-C6DB-FA77A41CA99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6870" name="Rectangle 6">
            <a:extLst>
              <a:ext uri="{FF2B5EF4-FFF2-40B4-BE49-F238E27FC236}">
                <a16:creationId xmlns:a16="http://schemas.microsoft.com/office/drawing/2014/main" id="{9CC8EFCB-9980-E76F-AE4C-AF8F27D10B6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6871" name="Rectangle 7">
            <a:extLst>
              <a:ext uri="{FF2B5EF4-FFF2-40B4-BE49-F238E27FC236}">
                <a16:creationId xmlns:a16="http://schemas.microsoft.com/office/drawing/2014/main" id="{64714589-CB3A-19E0-6C5F-11F19BC5188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6872" name="Rectangle 8">
            <a:extLst>
              <a:ext uri="{FF2B5EF4-FFF2-40B4-BE49-F238E27FC236}">
                <a16:creationId xmlns:a16="http://schemas.microsoft.com/office/drawing/2014/main" id="{50AE26AA-9C74-9E64-4038-920D3E146EF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6873" name="Line 9">
            <a:extLst>
              <a:ext uri="{FF2B5EF4-FFF2-40B4-BE49-F238E27FC236}">
                <a16:creationId xmlns:a16="http://schemas.microsoft.com/office/drawing/2014/main" id="{3733D05E-16A8-03D5-03C4-B211E6A0536B}"/>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76874" name="Line 10">
            <a:extLst>
              <a:ext uri="{FF2B5EF4-FFF2-40B4-BE49-F238E27FC236}">
                <a16:creationId xmlns:a16="http://schemas.microsoft.com/office/drawing/2014/main" id="{25C6DB05-C9E4-2115-5B9F-62FCA8F7CD7A}"/>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76875" name="Rectangle 11">
            <a:extLst>
              <a:ext uri="{FF2B5EF4-FFF2-40B4-BE49-F238E27FC236}">
                <a16:creationId xmlns:a16="http://schemas.microsoft.com/office/drawing/2014/main" id="{90CEAFB1-10C6-CA2F-C5D4-9E9BC5425A37}"/>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2400"/>
              <a:t>The physical addresses will change from hop to hop,</a:t>
            </a:r>
          </a:p>
          <a:p>
            <a:pPr algn="ctr"/>
            <a:r>
              <a:rPr lang="en-US" altLang="th-TH" sz="2400"/>
              <a:t>but the logical addresses usually remain the same.</a:t>
            </a:r>
          </a:p>
        </p:txBody>
      </p:sp>
      <p:grpSp>
        <p:nvGrpSpPr>
          <p:cNvPr id="676879" name="Group 15">
            <a:extLst>
              <a:ext uri="{FF2B5EF4-FFF2-40B4-BE49-F238E27FC236}">
                <a16:creationId xmlns:a16="http://schemas.microsoft.com/office/drawing/2014/main" id="{E9273654-8607-42BF-6337-2B363AA6233F}"/>
              </a:ext>
            </a:extLst>
          </p:cNvPr>
          <p:cNvGrpSpPr>
            <a:grpSpLocks/>
          </p:cNvGrpSpPr>
          <p:nvPr/>
        </p:nvGrpSpPr>
        <p:grpSpPr bwMode="auto">
          <a:xfrm>
            <a:off x="533400" y="2286000"/>
            <a:ext cx="1143000" cy="566738"/>
            <a:chOff x="1200" y="1248"/>
            <a:chExt cx="720" cy="357"/>
          </a:xfrm>
        </p:grpSpPr>
        <p:pic>
          <p:nvPicPr>
            <p:cNvPr id="676880" name="Picture 16">
              <a:extLst>
                <a:ext uri="{FF2B5EF4-FFF2-40B4-BE49-F238E27FC236}">
                  <a16:creationId xmlns:a16="http://schemas.microsoft.com/office/drawing/2014/main" id="{C2546FEC-7953-99DA-53F3-F43A027A33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6881" name="Text Box 17">
              <a:extLst>
                <a:ext uri="{FF2B5EF4-FFF2-40B4-BE49-F238E27FC236}">
                  <a16:creationId xmlns:a16="http://schemas.microsoft.com/office/drawing/2014/main" id="{7900C685-E4C8-459C-6BA8-41D8715B23B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rPr>
                <a:t>Note</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CBC8EB7-8165-28AD-CD3E-28A4E4FDD494}"/>
              </a:ext>
            </a:extLst>
          </p:cNvPr>
          <p:cNvSpPr>
            <a:spLocks noGrp="1"/>
          </p:cNvSpPr>
          <p:nvPr>
            <p:ph type="sldNum" sz="quarter" idx="10"/>
          </p:nvPr>
        </p:nvSpPr>
        <p:spPr/>
        <p:txBody>
          <a:bodyPr/>
          <a:lstStyle/>
          <a:p>
            <a:r>
              <a:rPr lang="en-US" altLang="th-TH"/>
              <a:t>2.</a:t>
            </a:r>
            <a:fld id="{6092FBDF-9670-7544-AADB-F40809724EEB}" type="slidenum">
              <a:rPr lang="en-US" altLang="th-TH"/>
              <a:pPr/>
              <a:t>41</a:t>
            </a:fld>
            <a:endParaRPr lang="en-US" altLang="th-TH"/>
          </a:p>
        </p:txBody>
      </p:sp>
      <p:sp>
        <p:nvSpPr>
          <p:cNvPr id="675842" name="Rectangle 2">
            <a:extLst>
              <a:ext uri="{FF2B5EF4-FFF2-40B4-BE49-F238E27FC236}">
                <a16:creationId xmlns:a16="http://schemas.microsoft.com/office/drawing/2014/main" id="{25733B7D-93DB-6355-C84B-9B6EE6C6C90E}"/>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5843" name="Rectangle 3">
            <a:extLst>
              <a:ext uri="{FF2B5EF4-FFF2-40B4-BE49-F238E27FC236}">
                <a16:creationId xmlns:a16="http://schemas.microsoft.com/office/drawing/2014/main" id="{80683982-C4E2-D85C-6289-24450312E763}"/>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grpSp>
        <p:nvGrpSpPr>
          <p:cNvPr id="675844" name="Group 4">
            <a:extLst>
              <a:ext uri="{FF2B5EF4-FFF2-40B4-BE49-F238E27FC236}">
                <a16:creationId xmlns:a16="http://schemas.microsoft.com/office/drawing/2014/main" id="{6334C1D9-AA82-11C9-C047-40267354C7CC}"/>
              </a:ext>
            </a:extLst>
          </p:cNvPr>
          <p:cNvGrpSpPr>
            <a:grpSpLocks/>
          </p:cNvGrpSpPr>
          <p:nvPr/>
        </p:nvGrpSpPr>
        <p:grpSpPr bwMode="auto">
          <a:xfrm>
            <a:off x="490538" y="773113"/>
            <a:ext cx="738187" cy="474662"/>
            <a:chOff x="309" y="487"/>
            <a:chExt cx="465" cy="299"/>
          </a:xfrm>
        </p:grpSpPr>
        <p:sp>
          <p:nvSpPr>
            <p:cNvPr id="675845" name="Rectangle 5">
              <a:extLst>
                <a:ext uri="{FF2B5EF4-FFF2-40B4-BE49-F238E27FC236}">
                  <a16:creationId xmlns:a16="http://schemas.microsoft.com/office/drawing/2014/main" id="{B84354BD-BE45-1EED-2168-A95F2341B9C0}"/>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5846" name="Rectangle 6">
              <a:extLst>
                <a:ext uri="{FF2B5EF4-FFF2-40B4-BE49-F238E27FC236}">
                  <a16:creationId xmlns:a16="http://schemas.microsoft.com/office/drawing/2014/main" id="{B4E6C026-3EB1-08D9-1ACF-DDDA57E868C3}"/>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grpSp>
      <p:sp>
        <p:nvSpPr>
          <p:cNvPr id="675847" name="Rectangle 7">
            <a:extLst>
              <a:ext uri="{FF2B5EF4-FFF2-40B4-BE49-F238E27FC236}">
                <a16:creationId xmlns:a16="http://schemas.microsoft.com/office/drawing/2014/main" id="{27F6C9CB-1F3D-0446-6402-8FC086B007C4}"/>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5848" name="Rectangle 8">
            <a:extLst>
              <a:ext uri="{FF2B5EF4-FFF2-40B4-BE49-F238E27FC236}">
                <a16:creationId xmlns:a16="http://schemas.microsoft.com/office/drawing/2014/main" id="{7B6DDCF6-A29D-F5AD-E024-7ADB7F7BC743}"/>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5849" name="Rectangle 9">
            <a:extLst>
              <a:ext uri="{FF2B5EF4-FFF2-40B4-BE49-F238E27FC236}">
                <a16:creationId xmlns:a16="http://schemas.microsoft.com/office/drawing/2014/main" id="{A4F30B63-E4C8-F547-EE8A-89EA2BF06720}"/>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75850" name="Rectangle 10">
            <a:extLst>
              <a:ext uri="{FF2B5EF4-FFF2-40B4-BE49-F238E27FC236}">
                <a16:creationId xmlns:a16="http://schemas.microsoft.com/office/drawing/2014/main" id="{7090F89A-9400-2AAE-9EDD-43971A402E00}"/>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675852" name="Text Box 12">
            <a:extLst>
              <a:ext uri="{FF2B5EF4-FFF2-40B4-BE49-F238E27FC236}">
                <a16:creationId xmlns:a16="http://schemas.microsoft.com/office/drawing/2014/main" id="{C122CA26-4B33-FAE4-32CF-28A43F226E16}"/>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i="1">
                <a:solidFill>
                  <a:schemeClr val="hlink"/>
                </a:solidFill>
              </a:rPr>
              <a:t>Example 2.5</a:t>
            </a:r>
          </a:p>
        </p:txBody>
      </p:sp>
      <p:sp>
        <p:nvSpPr>
          <p:cNvPr id="675853" name="Rectangle 13">
            <a:extLst>
              <a:ext uri="{FF2B5EF4-FFF2-40B4-BE49-F238E27FC236}">
                <a16:creationId xmlns:a16="http://schemas.microsoft.com/office/drawing/2014/main" id="{4C654CDB-573B-96D9-A41B-0A169EB4E080}"/>
              </a:ext>
            </a:extLst>
          </p:cNvPr>
          <p:cNvSpPr>
            <a:spLocks noChangeArrowheads="1"/>
          </p:cNvSpPr>
          <p:nvPr/>
        </p:nvSpPr>
        <p:spPr bwMode="auto">
          <a:xfrm>
            <a:off x="228600" y="14478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t>As we will see in Chapter 23, a port address is a 16-bit address represented by one decimal number as shown.</a:t>
            </a:r>
          </a:p>
        </p:txBody>
      </p:sp>
      <p:sp>
        <p:nvSpPr>
          <p:cNvPr id="675856" name="Rectangle 16">
            <a:extLst>
              <a:ext uri="{FF2B5EF4-FFF2-40B4-BE49-F238E27FC236}">
                <a16:creationId xmlns:a16="http://schemas.microsoft.com/office/drawing/2014/main" id="{06C5ECC6-6770-3908-A9FB-363A0BE52D01}"/>
              </a:ext>
            </a:extLst>
          </p:cNvPr>
          <p:cNvSpPr>
            <a:spLocks noChangeArrowheads="1"/>
          </p:cNvSpPr>
          <p:nvPr/>
        </p:nvSpPr>
        <p:spPr bwMode="auto">
          <a:xfrm>
            <a:off x="304800" y="2819400"/>
            <a:ext cx="8382000" cy="19304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a:spAutoFit/>
          </a:bodyPr>
          <a:lstStyle/>
          <a:p>
            <a:pPr algn="ctr"/>
            <a:r>
              <a:rPr lang="en-US" altLang="th-TH" sz="3200">
                <a:solidFill>
                  <a:schemeClr val="folHlink"/>
                </a:solidFill>
              </a:rPr>
              <a:t>753</a:t>
            </a:r>
            <a:br>
              <a:rPr lang="en-US" altLang="th-TH" sz="3200">
                <a:solidFill>
                  <a:schemeClr val="folHlink"/>
                </a:solidFill>
              </a:rPr>
            </a:br>
            <a:endParaRPr lang="en-US" altLang="th-TH" sz="3200">
              <a:solidFill>
                <a:schemeClr val="folHlink"/>
              </a:solidFill>
            </a:endParaRPr>
          </a:p>
          <a:p>
            <a:pPr algn="ctr"/>
            <a:r>
              <a:rPr lang="en-US" altLang="th-TH" sz="2800"/>
              <a:t>A 16-bit port address represented </a:t>
            </a:r>
            <a:br>
              <a:rPr lang="en-US" altLang="th-TH" sz="2800"/>
            </a:br>
            <a:r>
              <a:rPr lang="en-US" altLang="th-TH" sz="2800"/>
              <a:t>as one single number.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2D92E40-2066-AFA1-E41E-2311FD04F1F8}"/>
              </a:ext>
            </a:extLst>
          </p:cNvPr>
          <p:cNvSpPr>
            <a:spLocks noGrp="1"/>
          </p:cNvSpPr>
          <p:nvPr>
            <p:ph type="sldNum" sz="quarter" idx="10"/>
          </p:nvPr>
        </p:nvSpPr>
        <p:spPr/>
        <p:txBody>
          <a:bodyPr/>
          <a:lstStyle/>
          <a:p>
            <a:r>
              <a:rPr lang="en-US" altLang="th-TH"/>
              <a:t>2.</a:t>
            </a:r>
            <a:fld id="{9701CEE4-E202-BA4C-899B-239BD60EE24A}" type="slidenum">
              <a:rPr lang="en-US" altLang="th-TH"/>
              <a:pPr/>
              <a:t>42</a:t>
            </a:fld>
            <a:endParaRPr lang="en-US" altLang="th-TH"/>
          </a:p>
        </p:txBody>
      </p:sp>
      <p:sp>
        <p:nvSpPr>
          <p:cNvPr id="664578" name="Rectangle 2">
            <a:extLst>
              <a:ext uri="{FF2B5EF4-FFF2-40B4-BE49-F238E27FC236}">
                <a16:creationId xmlns:a16="http://schemas.microsoft.com/office/drawing/2014/main" id="{123D3E63-DC6D-89BE-FAD5-9E3CF7097AC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4579" name="Rectangle 3">
            <a:extLst>
              <a:ext uri="{FF2B5EF4-FFF2-40B4-BE49-F238E27FC236}">
                <a16:creationId xmlns:a16="http://schemas.microsoft.com/office/drawing/2014/main" id="{DF2AAEAE-0FE6-28AE-B578-F1FDF9D4C32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4580" name="Rectangle 4">
            <a:extLst>
              <a:ext uri="{FF2B5EF4-FFF2-40B4-BE49-F238E27FC236}">
                <a16:creationId xmlns:a16="http://schemas.microsoft.com/office/drawing/2014/main" id="{D64AB1FE-49D2-64F9-C0F2-169E7102E51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4581" name="Rectangle 5">
            <a:extLst>
              <a:ext uri="{FF2B5EF4-FFF2-40B4-BE49-F238E27FC236}">
                <a16:creationId xmlns:a16="http://schemas.microsoft.com/office/drawing/2014/main" id="{2D2ABED8-6BE9-3152-8A81-85415606B1C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4582" name="Rectangle 6">
            <a:extLst>
              <a:ext uri="{FF2B5EF4-FFF2-40B4-BE49-F238E27FC236}">
                <a16:creationId xmlns:a16="http://schemas.microsoft.com/office/drawing/2014/main" id="{533A2B32-5095-5C33-1FFA-83E198DA171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4583" name="Rectangle 7">
            <a:extLst>
              <a:ext uri="{FF2B5EF4-FFF2-40B4-BE49-F238E27FC236}">
                <a16:creationId xmlns:a16="http://schemas.microsoft.com/office/drawing/2014/main" id="{D42E8A77-F4BB-3965-844A-05348C6A731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4584" name="Rectangle 8">
            <a:extLst>
              <a:ext uri="{FF2B5EF4-FFF2-40B4-BE49-F238E27FC236}">
                <a16:creationId xmlns:a16="http://schemas.microsoft.com/office/drawing/2014/main" id="{EFB0F8DD-BA38-274F-317F-FCFFAA8AF26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664585" name="Line 9">
            <a:extLst>
              <a:ext uri="{FF2B5EF4-FFF2-40B4-BE49-F238E27FC236}">
                <a16:creationId xmlns:a16="http://schemas.microsoft.com/office/drawing/2014/main" id="{54575C2A-EF94-8D06-81FE-1962E210A957}"/>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64586" name="Line 10">
            <a:extLst>
              <a:ext uri="{FF2B5EF4-FFF2-40B4-BE49-F238E27FC236}">
                <a16:creationId xmlns:a16="http://schemas.microsoft.com/office/drawing/2014/main" id="{C73BE636-3097-D22D-EAD4-CC3867B67DF1}"/>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64587" name="Rectangle 11">
            <a:extLst>
              <a:ext uri="{FF2B5EF4-FFF2-40B4-BE49-F238E27FC236}">
                <a16:creationId xmlns:a16="http://schemas.microsoft.com/office/drawing/2014/main" id="{E5A43968-5ACF-218C-E796-7246E18FB175}"/>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2400"/>
              <a:t>The physical addresses change from hop to hop,</a:t>
            </a:r>
          </a:p>
          <a:p>
            <a:pPr algn="ctr"/>
            <a:r>
              <a:rPr lang="en-US" altLang="th-TH" sz="2400"/>
              <a:t>but the logical and port addresses usually remain the same.</a:t>
            </a:r>
          </a:p>
        </p:txBody>
      </p:sp>
      <p:grpSp>
        <p:nvGrpSpPr>
          <p:cNvPr id="664591" name="Group 15">
            <a:extLst>
              <a:ext uri="{FF2B5EF4-FFF2-40B4-BE49-F238E27FC236}">
                <a16:creationId xmlns:a16="http://schemas.microsoft.com/office/drawing/2014/main" id="{893241E1-D75C-C6B6-19E5-8D3FF1278E4F}"/>
              </a:ext>
            </a:extLst>
          </p:cNvPr>
          <p:cNvGrpSpPr>
            <a:grpSpLocks/>
          </p:cNvGrpSpPr>
          <p:nvPr/>
        </p:nvGrpSpPr>
        <p:grpSpPr bwMode="auto">
          <a:xfrm>
            <a:off x="533400" y="2286000"/>
            <a:ext cx="1143000" cy="566738"/>
            <a:chOff x="1200" y="1248"/>
            <a:chExt cx="720" cy="357"/>
          </a:xfrm>
        </p:grpSpPr>
        <p:pic>
          <p:nvPicPr>
            <p:cNvPr id="664592" name="Picture 16">
              <a:extLst>
                <a:ext uri="{FF2B5EF4-FFF2-40B4-BE49-F238E27FC236}">
                  <a16:creationId xmlns:a16="http://schemas.microsoft.com/office/drawing/2014/main" id="{AEEE3F5B-6B33-901F-7727-7B3D2F6AC0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4593" name="Text Box 17">
              <a:extLst>
                <a:ext uri="{FF2B5EF4-FFF2-40B4-BE49-F238E27FC236}">
                  <a16:creationId xmlns:a16="http://schemas.microsoft.com/office/drawing/2014/main" id="{3EA2E586-F226-2F51-61B4-5CD5B06A85A8}"/>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rPr>
                <a:t>Note</a:t>
              </a:r>
            </a:p>
          </p:txBody>
        </p:sp>
      </p:gr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h-TH" sz="18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h-TH" sz="18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ธีมของ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72FDA6E5C9AED4F8EFF71A80BEF2000" ma:contentTypeVersion="0" ma:contentTypeDescription="Create a new document." ma:contentTypeScope="" ma:versionID="73e4c27a01eba597f42058eb809988a9">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7D60AA-91B6-40B9-B766-8E2AB22352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7B38AEA-983E-4730-9C3D-2110E0F7268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Blends</Template>
  <TotalTime>2254</TotalTime>
  <Words>1069</Words>
  <Application>Microsoft Macintosh PowerPoint</Application>
  <PresentationFormat>นำเสนอทางหน้าจอ (4:3)</PresentationFormat>
  <Paragraphs>174</Paragraphs>
  <Slides>42</Slides>
  <Notes>42</Notes>
  <HiddenSlides>0</HiddenSlides>
  <MMClips>0</MMClips>
  <ScaleCrop>false</ScaleCrop>
  <HeadingPairs>
    <vt:vector size="6" baseType="variant">
      <vt:variant>
        <vt:lpstr>ฟอนต์ที่ถูกใช้</vt:lpstr>
      </vt:variant>
      <vt:variant>
        <vt:i4>6</vt:i4>
      </vt:variant>
      <vt:variant>
        <vt:lpstr>ธีม</vt:lpstr>
      </vt:variant>
      <vt:variant>
        <vt:i4>1</vt:i4>
      </vt:variant>
      <vt:variant>
        <vt:lpstr>ชื่อเรื่องสไลด์</vt:lpstr>
      </vt:variant>
      <vt:variant>
        <vt:i4>42</vt:i4>
      </vt:variant>
    </vt:vector>
  </HeadingPairs>
  <TitlesOfParts>
    <vt:vector size="49" baseType="lpstr">
      <vt:lpstr>Times New Roman</vt:lpstr>
      <vt:lpstr>Tahoma</vt:lpstr>
      <vt:lpstr>Wingdings</vt:lpstr>
      <vt:lpstr>Arial</vt:lpstr>
      <vt:lpstr>McGrawHill-Italic</vt:lpstr>
      <vt:lpstr>Times</vt:lpstr>
      <vt:lpstr>Blends</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THEERAPAT POORAYA</cp:lastModifiedBy>
  <cp:revision>140</cp:revision>
  <dcterms:created xsi:type="dcterms:W3CDTF">2000-01-15T04:50:39Z</dcterms:created>
  <dcterms:modified xsi:type="dcterms:W3CDTF">2026-10-19T02:40:53Z</dcterms:modified>
</cp:coreProperties>
</file>