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3"/>
  </p:sldMasterIdLst>
  <p:notesMasterIdLst>
    <p:notesMasterId r:id="rId38"/>
  </p:notesMasterIdLst>
  <p:sldIdLst>
    <p:sldId id="777" r:id="rId4"/>
    <p:sldId id="535" r:id="rId5"/>
    <p:sldId id="776" r:id="rId6"/>
    <p:sldId id="746" r:id="rId7"/>
    <p:sldId id="747" r:id="rId8"/>
    <p:sldId id="748" r:id="rId9"/>
    <p:sldId id="749" r:id="rId10"/>
    <p:sldId id="750" r:id="rId11"/>
    <p:sldId id="751" r:id="rId12"/>
    <p:sldId id="752" r:id="rId13"/>
    <p:sldId id="771" r:id="rId14"/>
    <p:sldId id="753" r:id="rId15"/>
    <p:sldId id="772" r:id="rId16"/>
    <p:sldId id="773" r:id="rId17"/>
    <p:sldId id="754" r:id="rId18"/>
    <p:sldId id="755" r:id="rId19"/>
    <p:sldId id="775" r:id="rId20"/>
    <p:sldId id="756" r:id="rId21"/>
    <p:sldId id="757" r:id="rId22"/>
    <p:sldId id="758" r:id="rId23"/>
    <p:sldId id="774" r:id="rId24"/>
    <p:sldId id="759" r:id="rId25"/>
    <p:sldId id="760" r:id="rId26"/>
    <p:sldId id="761" r:id="rId27"/>
    <p:sldId id="762" r:id="rId28"/>
    <p:sldId id="763" r:id="rId29"/>
    <p:sldId id="745" r:id="rId30"/>
    <p:sldId id="764" r:id="rId31"/>
    <p:sldId id="765" r:id="rId32"/>
    <p:sldId id="766" r:id="rId33"/>
    <p:sldId id="767" r:id="rId34"/>
    <p:sldId id="768" r:id="rId35"/>
    <p:sldId id="769" r:id="rId36"/>
    <p:sldId id="770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94670" autoAdjust="0"/>
  </p:normalViewPr>
  <p:slideViewPr>
    <p:cSldViewPr>
      <p:cViewPr varScale="1">
        <p:scale>
          <a:sx n="117" d="100"/>
          <a:sy n="117" d="100"/>
        </p:scale>
        <p:origin x="14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Rectangle 2">
            <a:extLst>
              <a:ext uri="{FF2B5EF4-FFF2-40B4-BE49-F238E27FC236}">
                <a16:creationId xmlns:a16="http://schemas.microsoft.com/office/drawing/2014/main" id="{D4D08969-E2FF-AF29-8FE8-82CAE8AEC6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9859" name="Rectangle 3">
            <a:extLst>
              <a:ext uri="{FF2B5EF4-FFF2-40B4-BE49-F238E27FC236}">
                <a16:creationId xmlns:a16="http://schemas.microsoft.com/office/drawing/2014/main" id="{8C35BA3C-BDFA-8D0A-6C18-31DDCAE3D8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9860" name="Rectangle 4">
            <a:extLst>
              <a:ext uri="{FF2B5EF4-FFF2-40B4-BE49-F238E27FC236}">
                <a16:creationId xmlns:a16="http://schemas.microsoft.com/office/drawing/2014/main" id="{D1257A4C-D925-6897-DFFE-55FF4C3ADA9B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9861" name="Rectangle 5">
            <a:extLst>
              <a:ext uri="{FF2B5EF4-FFF2-40B4-BE49-F238E27FC236}">
                <a16:creationId xmlns:a16="http://schemas.microsoft.com/office/drawing/2014/main" id="{AC6BD62E-76A0-2BBF-957E-9AC0BB67B4D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</a:p>
        </p:txBody>
      </p:sp>
      <p:sp>
        <p:nvSpPr>
          <p:cNvPr id="889862" name="Rectangle 6">
            <a:extLst>
              <a:ext uri="{FF2B5EF4-FFF2-40B4-BE49-F238E27FC236}">
                <a16:creationId xmlns:a16="http://schemas.microsoft.com/office/drawing/2014/main" id="{95741D2F-8F88-35D8-6C5B-644204C94C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th-TH"/>
          </a:p>
        </p:txBody>
      </p:sp>
      <p:sp>
        <p:nvSpPr>
          <p:cNvPr id="889863" name="Rectangle 7">
            <a:extLst>
              <a:ext uri="{FF2B5EF4-FFF2-40B4-BE49-F238E27FC236}">
                <a16:creationId xmlns:a16="http://schemas.microsoft.com/office/drawing/2014/main" id="{8D628EAC-1A90-AACE-BC61-50D6AF92F0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</a:defRPr>
            </a:lvl1pPr>
          </a:lstStyle>
          <a:p>
            <a:fld id="{98C5B0AE-2640-C54F-975A-52F518508D5B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B8BD28A-5FC9-26CC-7985-2DB5F7360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F3C6A5-AFFB-3840-BD4B-4271FF0861D6}" type="slidenum">
              <a:rPr lang="en-US" altLang="th-TH"/>
              <a:pPr/>
              <a:t>1</a:t>
            </a:fld>
            <a:endParaRPr lang="en-US" altLang="th-TH"/>
          </a:p>
        </p:txBody>
      </p:sp>
      <p:sp>
        <p:nvSpPr>
          <p:cNvPr id="926722" name="Rectangle 2">
            <a:extLst>
              <a:ext uri="{FF2B5EF4-FFF2-40B4-BE49-F238E27FC236}">
                <a16:creationId xmlns:a16="http://schemas.microsoft.com/office/drawing/2014/main" id="{CF28BCC3-7407-EBAD-1FED-F0F231F435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3" name="Rectangle 3">
            <a:extLst>
              <a:ext uri="{FF2B5EF4-FFF2-40B4-BE49-F238E27FC236}">
                <a16:creationId xmlns:a16="http://schemas.microsoft.com/office/drawing/2014/main" id="{8E6221C7-11C7-31D8-1343-71847978C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FD73454-E2CD-5656-888A-82A3FCB7B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BF14AF-43B3-9145-BFDE-0F340A325B88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891906" name="Rectangle 2">
            <a:extLst>
              <a:ext uri="{FF2B5EF4-FFF2-40B4-BE49-F238E27FC236}">
                <a16:creationId xmlns:a16="http://schemas.microsoft.com/office/drawing/2014/main" id="{D64A6187-A181-9569-9391-7DC984DED6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1907" name="Rectangle 3">
            <a:extLst>
              <a:ext uri="{FF2B5EF4-FFF2-40B4-BE49-F238E27FC236}">
                <a16:creationId xmlns:a16="http://schemas.microsoft.com/office/drawing/2014/main" id="{5852C0AA-7C19-B340-2DFF-471E37874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5E9D9D4-EAE6-7764-4BC1-58CD8B3BA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0DF7CF-17F7-7949-9BE9-F5572BB871B9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92930" name="Rectangle 2">
            <a:extLst>
              <a:ext uri="{FF2B5EF4-FFF2-40B4-BE49-F238E27FC236}">
                <a16:creationId xmlns:a16="http://schemas.microsoft.com/office/drawing/2014/main" id="{5F67803B-4AF3-94D2-6D79-55B774D173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2931" name="Rectangle 3">
            <a:extLst>
              <a:ext uri="{FF2B5EF4-FFF2-40B4-BE49-F238E27FC236}">
                <a16:creationId xmlns:a16="http://schemas.microsoft.com/office/drawing/2014/main" id="{EB286939-E5B9-0ECA-9E1A-C0ADB9F96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CBB01A8-F3F1-E66F-BFB7-D230A5B8A3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76C005-E76E-2C48-8B71-69244B889283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893954" name="Rectangle 2">
            <a:extLst>
              <a:ext uri="{FF2B5EF4-FFF2-40B4-BE49-F238E27FC236}">
                <a16:creationId xmlns:a16="http://schemas.microsoft.com/office/drawing/2014/main" id="{3DC818FD-4C10-CF5E-B137-6E38FA5653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3955" name="Rectangle 3">
            <a:extLst>
              <a:ext uri="{FF2B5EF4-FFF2-40B4-BE49-F238E27FC236}">
                <a16:creationId xmlns:a16="http://schemas.microsoft.com/office/drawing/2014/main" id="{2424B6FE-475A-60A5-8E08-86A95CF5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EB11F31-CC86-1F50-E364-07DD10A570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11412E-48B3-5A4C-BA01-2AECB9D815FA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94978" name="Rectangle 2">
            <a:extLst>
              <a:ext uri="{FF2B5EF4-FFF2-40B4-BE49-F238E27FC236}">
                <a16:creationId xmlns:a16="http://schemas.microsoft.com/office/drawing/2014/main" id="{539F15F8-E211-1919-C654-07269CCC2FF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4979" name="Rectangle 3">
            <a:extLst>
              <a:ext uri="{FF2B5EF4-FFF2-40B4-BE49-F238E27FC236}">
                <a16:creationId xmlns:a16="http://schemas.microsoft.com/office/drawing/2014/main" id="{D452D7CC-1FD2-E7F5-E30A-E482C6AC0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3DF2707-F99C-79A0-0BFE-460623B385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DB8375-0D3E-DD4D-8B77-3314A3715FEE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96002" name="Rectangle 2">
            <a:extLst>
              <a:ext uri="{FF2B5EF4-FFF2-40B4-BE49-F238E27FC236}">
                <a16:creationId xmlns:a16="http://schemas.microsoft.com/office/drawing/2014/main" id="{7E1D186A-69FF-1919-40D0-987F534936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6003" name="Rectangle 3">
            <a:extLst>
              <a:ext uri="{FF2B5EF4-FFF2-40B4-BE49-F238E27FC236}">
                <a16:creationId xmlns:a16="http://schemas.microsoft.com/office/drawing/2014/main" id="{2A14FB9C-ABEF-BBE4-83C2-5B46B333F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83EAEB-6305-3605-37B6-3BE42CB4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294683-C782-B244-86D6-F646519AC5E4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97026" name="Rectangle 2">
            <a:extLst>
              <a:ext uri="{FF2B5EF4-FFF2-40B4-BE49-F238E27FC236}">
                <a16:creationId xmlns:a16="http://schemas.microsoft.com/office/drawing/2014/main" id="{EAB5B340-3D42-9F00-17F3-8C3B9F716E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7027" name="Rectangle 3">
            <a:extLst>
              <a:ext uri="{FF2B5EF4-FFF2-40B4-BE49-F238E27FC236}">
                <a16:creationId xmlns:a16="http://schemas.microsoft.com/office/drawing/2014/main" id="{AD954CA8-2D37-6072-E067-C08731ADE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447B03B-6CD7-91CD-95B4-3A15ABAFF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C440EEB-BFE9-0A42-A5B6-DBD5095E8231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98050" name="Rectangle 2">
            <a:extLst>
              <a:ext uri="{FF2B5EF4-FFF2-40B4-BE49-F238E27FC236}">
                <a16:creationId xmlns:a16="http://schemas.microsoft.com/office/drawing/2014/main" id="{8750A57C-664F-03ED-BBCC-520F27DEEE6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8051" name="Rectangle 3">
            <a:extLst>
              <a:ext uri="{FF2B5EF4-FFF2-40B4-BE49-F238E27FC236}">
                <a16:creationId xmlns:a16="http://schemas.microsoft.com/office/drawing/2014/main" id="{7A90F956-BD8E-0C79-C717-53818D114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ADFC2E1-B94A-3E6E-DC3C-3C0A3B267F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F5BA09-5940-E04C-B709-154DF12672B1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99074" name="Rectangle 2">
            <a:extLst>
              <a:ext uri="{FF2B5EF4-FFF2-40B4-BE49-F238E27FC236}">
                <a16:creationId xmlns:a16="http://schemas.microsoft.com/office/drawing/2014/main" id="{32BD12E0-D75E-2F69-0196-69A7CB4933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9075" name="Rectangle 3">
            <a:extLst>
              <a:ext uri="{FF2B5EF4-FFF2-40B4-BE49-F238E27FC236}">
                <a16:creationId xmlns:a16="http://schemas.microsoft.com/office/drawing/2014/main" id="{98003250-D283-FED6-8F7B-C40FF1998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5C3BC37-554D-A2B8-0985-803795406D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87A898-A5D5-7E4F-98E3-F5FA9A2416BD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900098" name="Rectangle 2">
            <a:extLst>
              <a:ext uri="{FF2B5EF4-FFF2-40B4-BE49-F238E27FC236}">
                <a16:creationId xmlns:a16="http://schemas.microsoft.com/office/drawing/2014/main" id="{BD8C8787-C010-20F8-18C1-1EB6F6CC4D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0099" name="Rectangle 3">
            <a:extLst>
              <a:ext uri="{FF2B5EF4-FFF2-40B4-BE49-F238E27FC236}">
                <a16:creationId xmlns:a16="http://schemas.microsoft.com/office/drawing/2014/main" id="{5E422501-F033-58A2-1DB9-2B556D563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830FA12-23E6-6C8F-00EE-73DC27BE57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B6CAA3-0BDB-454B-B988-69AD45D2BD33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901122" name="Rectangle 2">
            <a:extLst>
              <a:ext uri="{FF2B5EF4-FFF2-40B4-BE49-F238E27FC236}">
                <a16:creationId xmlns:a16="http://schemas.microsoft.com/office/drawing/2014/main" id="{FB88DBAE-9910-4C46-2923-094D21CA9E0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23" name="Rectangle 3">
            <a:extLst>
              <a:ext uri="{FF2B5EF4-FFF2-40B4-BE49-F238E27FC236}">
                <a16:creationId xmlns:a16="http://schemas.microsoft.com/office/drawing/2014/main" id="{C0726D09-459F-7582-1C9C-DFFD121F5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7EA8DE6-3E8C-2546-B733-D7A359D16B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109914-DD13-A746-8A67-EA90A999CEB8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902146" name="Rectangle 2">
            <a:extLst>
              <a:ext uri="{FF2B5EF4-FFF2-40B4-BE49-F238E27FC236}">
                <a16:creationId xmlns:a16="http://schemas.microsoft.com/office/drawing/2014/main" id="{23900B40-E73D-1078-BA9C-68668CB8969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2147" name="Rectangle 3">
            <a:extLst>
              <a:ext uri="{FF2B5EF4-FFF2-40B4-BE49-F238E27FC236}">
                <a16:creationId xmlns:a16="http://schemas.microsoft.com/office/drawing/2014/main" id="{C532FAFA-68F9-E0ED-9816-ED02131D5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21ABF3-ED28-5E2B-4E0D-3F99C2028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7E5A5-6F51-9C4A-96CD-84297CBB8E55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903170" name="Rectangle 2">
            <a:extLst>
              <a:ext uri="{FF2B5EF4-FFF2-40B4-BE49-F238E27FC236}">
                <a16:creationId xmlns:a16="http://schemas.microsoft.com/office/drawing/2014/main" id="{5BCE4439-54A9-1646-0213-A3FF1F17880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3171" name="Rectangle 3">
            <a:extLst>
              <a:ext uri="{FF2B5EF4-FFF2-40B4-BE49-F238E27FC236}">
                <a16:creationId xmlns:a16="http://schemas.microsoft.com/office/drawing/2014/main" id="{C9B920A4-BC66-5EC9-08C1-AFA990E03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57CCC60-EF9D-314D-6EA8-7814E85BB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A9B78B-A1AC-8147-A807-3B8C69CAA5BB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904194" name="Rectangle 2">
            <a:extLst>
              <a:ext uri="{FF2B5EF4-FFF2-40B4-BE49-F238E27FC236}">
                <a16:creationId xmlns:a16="http://schemas.microsoft.com/office/drawing/2014/main" id="{89F66AAE-40E1-B2C1-883C-F71A3FB049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4195" name="Rectangle 3">
            <a:extLst>
              <a:ext uri="{FF2B5EF4-FFF2-40B4-BE49-F238E27FC236}">
                <a16:creationId xmlns:a16="http://schemas.microsoft.com/office/drawing/2014/main" id="{A11A919E-96E0-BE4A-C7B1-7527F9CE8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1E4F3D7-2CA1-BA90-A1C8-70CA76C4D2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D3972F-CB63-D148-9DF5-D80A18951E66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905218" name="Rectangle 2">
            <a:extLst>
              <a:ext uri="{FF2B5EF4-FFF2-40B4-BE49-F238E27FC236}">
                <a16:creationId xmlns:a16="http://schemas.microsoft.com/office/drawing/2014/main" id="{C839A8FD-8F5F-0AA7-AED0-8774893C00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5219" name="Rectangle 3">
            <a:extLst>
              <a:ext uri="{FF2B5EF4-FFF2-40B4-BE49-F238E27FC236}">
                <a16:creationId xmlns:a16="http://schemas.microsoft.com/office/drawing/2014/main" id="{C6A90A19-FA42-1489-1E86-F6FEC98A4A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71FDF3E-3B8D-A826-2559-5AEAE84DB6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90B5E3-2110-D14B-8F88-6B9AB5C89119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906242" name="Rectangle 2">
            <a:extLst>
              <a:ext uri="{FF2B5EF4-FFF2-40B4-BE49-F238E27FC236}">
                <a16:creationId xmlns:a16="http://schemas.microsoft.com/office/drawing/2014/main" id="{C4288A88-76C3-3A75-3395-ADD0A55AE2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6243" name="Rectangle 3">
            <a:extLst>
              <a:ext uri="{FF2B5EF4-FFF2-40B4-BE49-F238E27FC236}">
                <a16:creationId xmlns:a16="http://schemas.microsoft.com/office/drawing/2014/main" id="{79EB279F-541E-6C0D-6038-19C34B151E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2E4E2BD-A37D-496D-9807-81283FC822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1748FD-C903-6E45-99E4-DA65B2CFC1E8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907266" name="Rectangle 2">
            <a:extLst>
              <a:ext uri="{FF2B5EF4-FFF2-40B4-BE49-F238E27FC236}">
                <a16:creationId xmlns:a16="http://schemas.microsoft.com/office/drawing/2014/main" id="{FD308505-3736-545A-C35B-6BF8E75E6DF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7267" name="Rectangle 3">
            <a:extLst>
              <a:ext uri="{FF2B5EF4-FFF2-40B4-BE49-F238E27FC236}">
                <a16:creationId xmlns:a16="http://schemas.microsoft.com/office/drawing/2014/main" id="{59500C95-6138-0EB3-7B1C-FA85CBB03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59A0865-F92E-78DB-20DE-545F5B30F5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A7D432-8F7E-734F-A3DB-37FAEA67C233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908290" name="Rectangle 2">
            <a:extLst>
              <a:ext uri="{FF2B5EF4-FFF2-40B4-BE49-F238E27FC236}">
                <a16:creationId xmlns:a16="http://schemas.microsoft.com/office/drawing/2014/main" id="{C5CAEE54-F774-DF2E-A06C-00C51FCD88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012B0655-981D-4EF7-01E7-715E3985A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19D08B3-4EEE-C8A0-8E77-04661A08F3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516B67-F92D-124F-A9C3-4B05F2026459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909314" name="Rectangle 2">
            <a:extLst>
              <a:ext uri="{FF2B5EF4-FFF2-40B4-BE49-F238E27FC236}">
                <a16:creationId xmlns:a16="http://schemas.microsoft.com/office/drawing/2014/main" id="{D0373D1F-45CA-CE09-5398-F8004FF859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AE2A7D01-A5CF-C768-B3F5-2F45145D2F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88A66D4-8FA6-98B2-A133-3B6C9B89D9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62D16F-2CF7-3E47-BFE8-79A113CCC5DA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910338" name="Rectangle 2">
            <a:extLst>
              <a:ext uri="{FF2B5EF4-FFF2-40B4-BE49-F238E27FC236}">
                <a16:creationId xmlns:a16="http://schemas.microsoft.com/office/drawing/2014/main" id="{77839C2C-CAA4-ED44-451C-5CD3B78011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D4028100-3026-8A8A-57A5-0C02885CE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DF77F9-08E1-0D4D-D080-E294B742BE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A15A0B-9FCE-1B4F-8C97-F5232DB413CF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911362" name="Rectangle 2">
            <a:extLst>
              <a:ext uri="{FF2B5EF4-FFF2-40B4-BE49-F238E27FC236}">
                <a16:creationId xmlns:a16="http://schemas.microsoft.com/office/drawing/2014/main" id="{B79A4123-29BD-767E-F795-C3CF3AA4954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63" name="Rectangle 3">
            <a:extLst>
              <a:ext uri="{FF2B5EF4-FFF2-40B4-BE49-F238E27FC236}">
                <a16:creationId xmlns:a16="http://schemas.microsoft.com/office/drawing/2014/main" id="{8FFAE4E3-2543-9EA9-0521-7809A2FDD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C61DA95-3E98-8282-0BD2-085028AF16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5E63E0-F3C6-D445-B133-0F1B2C402A6C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912386" name="Rectangle 2">
            <a:extLst>
              <a:ext uri="{FF2B5EF4-FFF2-40B4-BE49-F238E27FC236}">
                <a16:creationId xmlns:a16="http://schemas.microsoft.com/office/drawing/2014/main" id="{3BEF9A4A-7182-3EE2-FA2C-011B1672197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2387" name="Rectangle 3">
            <a:extLst>
              <a:ext uri="{FF2B5EF4-FFF2-40B4-BE49-F238E27FC236}">
                <a16:creationId xmlns:a16="http://schemas.microsoft.com/office/drawing/2014/main" id="{E6F9AABB-2871-4539-9E6A-97E71961D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FF27FFD-E885-210C-277A-E31427E09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D8B28F-4477-384B-ACA5-0EE63621E230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913410" name="Rectangle 2">
            <a:extLst>
              <a:ext uri="{FF2B5EF4-FFF2-40B4-BE49-F238E27FC236}">
                <a16:creationId xmlns:a16="http://schemas.microsoft.com/office/drawing/2014/main" id="{24A395B8-7BB2-5EEB-C5DA-4EB82B2C83B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CE610202-8B0F-F2BA-97FC-CA80D38F0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FFCF672-E8A3-F408-3B97-6CCB190B9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D0356-3DFE-A84F-A9E5-0208051F7DD1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914434" name="Rectangle 2">
            <a:extLst>
              <a:ext uri="{FF2B5EF4-FFF2-40B4-BE49-F238E27FC236}">
                <a16:creationId xmlns:a16="http://schemas.microsoft.com/office/drawing/2014/main" id="{8103E910-6840-AC55-C1F6-36711D2ABF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002F86D4-4233-5A2B-24BD-916F0510AD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950B639-6CC3-5B24-9624-7BF14D1AB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EC5743-8BCA-1242-BF9F-BEEE61DA4439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915458" name="Rectangle 2">
            <a:extLst>
              <a:ext uri="{FF2B5EF4-FFF2-40B4-BE49-F238E27FC236}">
                <a16:creationId xmlns:a16="http://schemas.microsoft.com/office/drawing/2014/main" id="{EEE36957-EBD5-5456-743E-9B8E452DF78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5459" name="Rectangle 3">
            <a:extLst>
              <a:ext uri="{FF2B5EF4-FFF2-40B4-BE49-F238E27FC236}">
                <a16:creationId xmlns:a16="http://schemas.microsoft.com/office/drawing/2014/main" id="{FC8BCCC2-8E62-B3E9-FC28-394F2E013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4D04BB6-EC69-0B5B-4F84-6389B33CF6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A78AB-6BF8-114F-A90C-ACE5E6DDCD72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916482" name="Rectangle 2">
            <a:extLst>
              <a:ext uri="{FF2B5EF4-FFF2-40B4-BE49-F238E27FC236}">
                <a16:creationId xmlns:a16="http://schemas.microsoft.com/office/drawing/2014/main" id="{3425146B-0550-8183-A103-B1569BDC3A2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6483" name="Rectangle 3">
            <a:extLst>
              <a:ext uri="{FF2B5EF4-FFF2-40B4-BE49-F238E27FC236}">
                <a16:creationId xmlns:a16="http://schemas.microsoft.com/office/drawing/2014/main" id="{C6E136B0-47F9-0262-25C1-4CCD055F25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9651DC6-8F6D-3C2C-4F23-2EFC22A80D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62F5AA-3F26-9141-90DE-DB07DCB6B76D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917506" name="Rectangle 2">
            <a:extLst>
              <a:ext uri="{FF2B5EF4-FFF2-40B4-BE49-F238E27FC236}">
                <a16:creationId xmlns:a16="http://schemas.microsoft.com/office/drawing/2014/main" id="{FFF41C92-E39D-8857-BF16-5A588C3FBB4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7507" name="Rectangle 3">
            <a:extLst>
              <a:ext uri="{FF2B5EF4-FFF2-40B4-BE49-F238E27FC236}">
                <a16:creationId xmlns:a16="http://schemas.microsoft.com/office/drawing/2014/main" id="{0FD157AA-0507-036C-FD95-1D256D89B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2F28C48-890B-385A-044E-503F4E522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863E8-A2F2-564B-9619-6F64EA9D852D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918530" name="Rectangle 2">
            <a:extLst>
              <a:ext uri="{FF2B5EF4-FFF2-40B4-BE49-F238E27FC236}">
                <a16:creationId xmlns:a16="http://schemas.microsoft.com/office/drawing/2014/main" id="{D1739F48-9693-83F5-ECDF-02209F86FB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8531" name="Rectangle 3">
            <a:extLst>
              <a:ext uri="{FF2B5EF4-FFF2-40B4-BE49-F238E27FC236}">
                <a16:creationId xmlns:a16="http://schemas.microsoft.com/office/drawing/2014/main" id="{842A5821-3E11-15FF-F7D5-EE611610F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4C44F7-3725-14B8-0A32-097645D63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A16461-C9CA-C54C-A059-F6FDF94F3990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919554" name="Rectangle 2">
            <a:extLst>
              <a:ext uri="{FF2B5EF4-FFF2-40B4-BE49-F238E27FC236}">
                <a16:creationId xmlns:a16="http://schemas.microsoft.com/office/drawing/2014/main" id="{AF760D2D-0DD5-15AF-A973-E5F3344529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9555" name="Rectangle 3">
            <a:extLst>
              <a:ext uri="{FF2B5EF4-FFF2-40B4-BE49-F238E27FC236}">
                <a16:creationId xmlns:a16="http://schemas.microsoft.com/office/drawing/2014/main" id="{0B6DAEAD-8B22-696E-B70A-A1120F33AF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2EE95B2-A418-5B55-26A0-944043C60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BE92FB-4EA1-754B-80E7-D9D9A6461106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920578" name="Rectangle 2">
            <a:extLst>
              <a:ext uri="{FF2B5EF4-FFF2-40B4-BE49-F238E27FC236}">
                <a16:creationId xmlns:a16="http://schemas.microsoft.com/office/drawing/2014/main" id="{9B57263E-99F4-7657-8E29-9C0073217C1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0579" name="Rectangle 3">
            <a:extLst>
              <a:ext uri="{FF2B5EF4-FFF2-40B4-BE49-F238E27FC236}">
                <a16:creationId xmlns:a16="http://schemas.microsoft.com/office/drawing/2014/main" id="{2F33DDB5-5B49-67BF-F227-90539B62C4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FB69FA5-DD26-3955-8EE6-EE31AC494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F5B33D-9FB1-4F4E-98FD-522F2A318EB0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921602" name="Rectangle 2">
            <a:extLst>
              <a:ext uri="{FF2B5EF4-FFF2-40B4-BE49-F238E27FC236}">
                <a16:creationId xmlns:a16="http://schemas.microsoft.com/office/drawing/2014/main" id="{2E0438B5-9685-3D52-0747-9F163BE696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03" name="Rectangle 3">
            <a:extLst>
              <a:ext uri="{FF2B5EF4-FFF2-40B4-BE49-F238E27FC236}">
                <a16:creationId xmlns:a16="http://schemas.microsoft.com/office/drawing/2014/main" id="{40C6094A-FED4-9138-A51E-BF46B5AAF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4B32603-8A73-727A-B3E8-69505DEC8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7E516F-BB12-744C-9EB0-A881DA417BA8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922626" name="Rectangle 2">
            <a:extLst>
              <a:ext uri="{FF2B5EF4-FFF2-40B4-BE49-F238E27FC236}">
                <a16:creationId xmlns:a16="http://schemas.microsoft.com/office/drawing/2014/main" id="{5B3B255D-FCAB-348D-C766-E50418AE1B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627" name="Rectangle 3">
            <a:extLst>
              <a:ext uri="{FF2B5EF4-FFF2-40B4-BE49-F238E27FC236}">
                <a16:creationId xmlns:a16="http://schemas.microsoft.com/office/drawing/2014/main" id="{2E3EBE07-213C-C64E-33BA-7FA1E5BA50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423E980-D593-4DA1-7494-B9E0DD7453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9FC5D4-B4A8-524E-95D2-5BBDB78FE735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923650" name="Rectangle 2">
            <a:extLst>
              <a:ext uri="{FF2B5EF4-FFF2-40B4-BE49-F238E27FC236}">
                <a16:creationId xmlns:a16="http://schemas.microsoft.com/office/drawing/2014/main" id="{B38D6110-6DD7-0EC5-C4D1-0C8FB09675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1" name="Rectangle 3">
            <a:extLst>
              <a:ext uri="{FF2B5EF4-FFF2-40B4-BE49-F238E27FC236}">
                <a16:creationId xmlns:a16="http://schemas.microsoft.com/office/drawing/2014/main" id="{78D390F2-B47B-E499-7635-71A5857793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558C0A5-9E2E-AB21-1898-152440CC2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06A9ED-FDBC-9842-A346-37F59C4A99DE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924674" name="Rectangle 2">
            <a:extLst>
              <a:ext uri="{FF2B5EF4-FFF2-40B4-BE49-F238E27FC236}">
                <a16:creationId xmlns:a16="http://schemas.microsoft.com/office/drawing/2014/main" id="{8FC50F6D-36A0-A424-CD29-3842D669D97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4675" name="Rectangle 3">
            <a:extLst>
              <a:ext uri="{FF2B5EF4-FFF2-40B4-BE49-F238E27FC236}">
                <a16:creationId xmlns:a16="http://schemas.microsoft.com/office/drawing/2014/main" id="{DE507811-A523-F39A-F023-421112110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9C527EFB-B91A-2E61-865E-7070059DB17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79152891-B21A-CED5-5873-8EE72A411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2236841B-E26A-E98E-2B39-549C5D162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EE542348-8986-5949-D715-AAE00B16C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82697E6B-2664-6E15-440D-F813A4A04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2564E1F2-6B91-AA4A-8021-152CB469F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1FFDE93D-3976-097F-EE53-4A45951BB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48F342B9-7725-7216-542C-83A632B63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43E6E6E3-E10A-F5E4-4DC9-77A32D4DD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ED25639B-624D-694B-D83C-0113D5008AC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24577819-57D5-1D80-596F-7C956F2AD5E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th-TH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DC9216FD-E67C-982E-737F-C247907385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th-TH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F676BF64-1F3D-8585-D974-7246450714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2F656D1A-3E3E-FCD7-4867-5D08ED8368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C54EE3AA-DCC1-7AE0-FE5C-AF2F840D57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17ACC945-3F53-E14A-97BB-B3B2EB11C431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D08E353D-48A4-E90B-6442-E3D8460E47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4D6ED1D0-F344-20A5-A6EE-825DE877E7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BB5B796-2224-33F9-5D19-E2EA84C6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4ECC02F-9A0C-CEAD-FB63-7A2EB919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38F9D37-AECF-C24F-AB64-B95C8C53E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4200FD34-C2C2-CD4A-9853-592D7AB8FDA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95226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634DD2B-8DED-BB4A-80AC-14A6D664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CCE04851-1607-6640-98B1-15390D2B0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3AE628D-A371-E792-4D0B-0733DAC55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2B0DFA3E-1EC9-D542-B4D2-33D25213293F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45360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DF16449-990E-2A7D-CEBE-83044EF4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DAA8104-257C-A393-1149-FA9DD92E3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F14D99F9-05C0-33B8-F567-0804AA204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3D5557D3-9154-82BF-CE4B-7BCF0B78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6D234437-932C-C342-9397-DC9AA2970A92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722119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085B8F2-8414-E734-4057-C502EF412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C2A8F1E-97AA-F524-86D6-DA2ADD010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179EC21-E633-F691-E7A6-74EDAADB4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C0FAEA60-A299-93BE-A792-18DB5577F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B28DBE30-DE97-4575-8327-50F9E29D9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D1E5D855-06BA-3D0B-3F93-AAF2129E7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AEA1EF4E-335F-6B4B-B8C8-FD8E1AAE539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00951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3F4E0CB-3F5E-C754-3EC1-F61DE191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4F06D26E-FA78-0526-B48D-A4B47708E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F2BCFB3D-9A07-E740-8AFC-1E2CD493DA81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279034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282C7CD-F07A-8BA6-734A-6FF74E4B88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51C201CF-E6DE-9542-8C2F-6DF4E58ED370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26568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D92DA91-12D3-9E99-03FD-C4BC85C4E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B65BF6FC-1E32-D307-EA83-4A7446E7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CD6A77A-AF35-800B-D2FE-2278A451E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01134927-F020-E0EE-36B3-F79267A2E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F4A411B0-F4DF-F34B-9E89-0B6F7CA491D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00311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24F7F74-13D3-2020-3FE9-37F092BF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BE59AD3F-A124-B9DD-85F1-1DB22181B62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7EF5C96F-35EA-FE01-8F68-0F30A10E0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51FDF29B-1F53-C8E3-B6E3-D98C94F66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F64DEB9D-D7D9-A448-BFDD-35E2F1D5ADE5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97027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05CE7F5-C425-82BE-DCB7-68D643C5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A6A6032-383F-8732-C1A5-6041D5F8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5F76070-A439-EAA0-2BCD-BF62B623F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9C59A56F-9DE0-6C42-AB4F-96CBC46F8A18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678422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EBF67CED-ADDD-DFAF-F4D2-32BFF0DE2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BCACB683-EFBF-CF7B-B0C5-CBBE5A1AE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A99F4B6-186F-87F9-043F-7E056440A6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87D9698F-10FF-CF4A-BA16-064EC9422E5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707405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98C9434B-9801-B7B8-5143-2685D4FC1CC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3C27EE71-668A-DE31-9BC2-7CBF82B985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-76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th-TH"/>
              <a:t>14.</a:t>
            </a:r>
            <a:fld id="{345EB254-F2EA-8344-9152-EA5DD7F55F06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97002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8B66BB1D-B587-C931-CA31-F97EA0F949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</a:defRPr>
            </a:lvl1pPr>
          </a:lstStyle>
          <a:p>
            <a:r>
              <a:rPr lang="en-US" altLang="th-TH"/>
              <a:t>14.</a:t>
            </a:r>
            <a:fld id="{DCC88331-980A-8046-8BE2-8F2E6CD2BB0E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2">
            <a:extLst>
              <a:ext uri="{FF2B5EF4-FFF2-40B4-BE49-F238E27FC236}">
                <a16:creationId xmlns:a16="http://schemas.microsoft.com/office/drawing/2014/main" id="{92C6609F-9158-E7DC-94AE-C74AB7926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717DB801-3870-604A-8753-5C9370F832D9}" type="slidenum">
              <a:rPr lang="en-US" altLang="th-TH"/>
              <a:pPr/>
              <a:t>1</a:t>
            </a:fld>
            <a:endParaRPr lang="en-US" altLang="th-TH"/>
          </a:p>
        </p:txBody>
      </p:sp>
      <p:pic>
        <p:nvPicPr>
          <p:cNvPr id="925698" name="Picture 2">
            <a:extLst>
              <a:ext uri="{FF2B5EF4-FFF2-40B4-BE49-F238E27FC236}">
                <a16:creationId xmlns:a16="http://schemas.microsoft.com/office/drawing/2014/main" id="{C66E01A7-6B73-54DD-D55D-BC7BDFB68ADF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5699" name="Rectangle 3">
            <a:extLst>
              <a:ext uri="{FF2B5EF4-FFF2-40B4-BE49-F238E27FC236}">
                <a16:creationId xmlns:a16="http://schemas.microsoft.com/office/drawing/2014/main" id="{EB69A61E-BBA2-1E83-B5F7-EC998F255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>
                <a:solidFill>
                  <a:schemeClr val="tx2"/>
                </a:solidFill>
              </a:rPr>
              <a:t>Chapter 14</a:t>
            </a:r>
          </a:p>
          <a:p>
            <a:pPr algn="ctr"/>
            <a:endParaRPr lang="en-US" altLang="en-US" sz="2000">
              <a:solidFill>
                <a:schemeClr val="tx2"/>
              </a:solidFill>
            </a:endParaRPr>
          </a:p>
          <a:p>
            <a:pPr algn="ctr"/>
            <a:r>
              <a:rPr lang="en-US" altLang="en-US" i="1">
                <a:solidFill>
                  <a:srgbClr val="FF0066"/>
                </a:solidFill>
              </a:rPr>
              <a:t>Wireless LANs</a:t>
            </a:r>
            <a:endParaRPr lang="en-US" altLang="th-TH" i="1">
              <a:solidFill>
                <a:srgbClr val="FF0066"/>
              </a:solidFill>
            </a:endParaRPr>
          </a:p>
        </p:txBody>
      </p:sp>
      <p:sp>
        <p:nvSpPr>
          <p:cNvPr id="925700" name="Text Box 4">
            <a:extLst>
              <a:ext uri="{FF2B5EF4-FFF2-40B4-BE49-F238E27FC236}">
                <a16:creationId xmlns:a16="http://schemas.microsoft.com/office/drawing/2014/main" id="{072FE0F5-DDD6-8E3D-D02A-9ACA1FFB9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th-TH" sz="1200" b="0">
                <a:latin typeface="Times New Roman" panose="02020603050405020304" pitchFamily="18" charset="0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E5AA596-FED9-B3DB-7FF9-BECA1F79C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6EB51A46-ADC4-674C-B8CC-CCA8F67F4EC2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2D7B1760-AD4F-4C90-766C-D4583BCE6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60A32FBD-7733-D342-70CF-E20A5C168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425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14-1   IEEE 802.11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3959FBC8-2947-5801-69F2-93DE02DD3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13D70AB5-646C-B4C0-6A6B-5D39DDB3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98613"/>
            <a:ext cx="822960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IEEE has defined the specifications for a wireless LAN, called IEEE 802.11, which covers the physical and data link layers.</a:t>
            </a: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DFE9D919-FC38-86A2-8A74-BF7272AF7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Architecture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MAC Sublayer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Physical Layer</a:t>
            </a:r>
            <a:endParaRPr lang="en-US" altLang="th-TH" sz="24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C2717B27-D3DB-5BE7-77D1-404D0AC6C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2037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20C9649-19FA-F687-88F2-2F8BEC60A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AE565F44-34A4-B145-B383-838C46DB5AA0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9EE6FBB0-C696-65B2-118D-33C9BAFBA8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5" name="Rectangle 3">
            <a:extLst>
              <a:ext uri="{FF2B5EF4-FFF2-40B4-BE49-F238E27FC236}">
                <a16:creationId xmlns:a16="http://schemas.microsoft.com/office/drawing/2014/main" id="{0A7630CA-3AA2-5853-B3C4-5667E24979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6" name="Rectangle 4">
            <a:extLst>
              <a:ext uri="{FF2B5EF4-FFF2-40B4-BE49-F238E27FC236}">
                <a16:creationId xmlns:a16="http://schemas.microsoft.com/office/drawing/2014/main" id="{B25C9423-BA22-51CA-F1AA-46F922818DE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7" name="Rectangle 5">
            <a:extLst>
              <a:ext uri="{FF2B5EF4-FFF2-40B4-BE49-F238E27FC236}">
                <a16:creationId xmlns:a16="http://schemas.microsoft.com/office/drawing/2014/main" id="{F034874F-CC3E-EF86-37A8-9FEEAD07907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8" name="Rectangle 6">
            <a:extLst>
              <a:ext uri="{FF2B5EF4-FFF2-40B4-BE49-F238E27FC236}">
                <a16:creationId xmlns:a16="http://schemas.microsoft.com/office/drawing/2014/main" id="{0F132999-9948-763D-DC35-4AB7DFFBA2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39" name="Rectangle 7">
            <a:extLst>
              <a:ext uri="{FF2B5EF4-FFF2-40B4-BE49-F238E27FC236}">
                <a16:creationId xmlns:a16="http://schemas.microsoft.com/office/drawing/2014/main" id="{8E1A806F-0952-238A-F8D9-1CFBFF2BBA3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40" name="Rectangle 8">
            <a:extLst>
              <a:ext uri="{FF2B5EF4-FFF2-40B4-BE49-F238E27FC236}">
                <a16:creationId xmlns:a16="http://schemas.microsoft.com/office/drawing/2014/main" id="{B10E83C8-C073-484C-E967-2E41DCAB22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8841" name="Line 9">
            <a:extLst>
              <a:ext uri="{FF2B5EF4-FFF2-40B4-BE49-F238E27FC236}">
                <a16:creationId xmlns:a16="http://schemas.microsoft.com/office/drawing/2014/main" id="{C000B4E4-9EC5-D91C-008F-A1E9960B29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8842" name="Line 10">
            <a:extLst>
              <a:ext uri="{FF2B5EF4-FFF2-40B4-BE49-F238E27FC236}">
                <a16:creationId xmlns:a16="http://schemas.microsoft.com/office/drawing/2014/main" id="{368EC831-53D8-5124-C63E-1E38E14DD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8843" name="Rectangle 11">
            <a:extLst>
              <a:ext uri="{FF2B5EF4-FFF2-40B4-BE49-F238E27FC236}">
                <a16:creationId xmlns:a16="http://schemas.microsoft.com/office/drawing/2014/main" id="{FEB61C83-8672-5F8F-ED81-BA72FEC2D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A BSS without an AP is called an ad</a:t>
            </a:r>
            <a:r>
              <a:rPr lang="en-US" altLang="th-TH">
                <a:solidFill>
                  <a:schemeClr val="hlink"/>
                </a:solidFill>
              </a:rPr>
              <a:t> hoc</a:t>
            </a:r>
            <a:r>
              <a:rPr lang="en-US" altLang="th-TH"/>
              <a:t> network;</a:t>
            </a:r>
          </a:p>
          <a:p>
            <a:pPr algn="ctr"/>
            <a:r>
              <a:rPr lang="en-US" altLang="th-TH"/>
              <a:t>a BSS with an AP is called an</a:t>
            </a:r>
            <a:r>
              <a:rPr lang="en-US" altLang="th-TH">
                <a:solidFill>
                  <a:schemeClr val="hlink"/>
                </a:solidFill>
              </a:rPr>
              <a:t> infrastructure</a:t>
            </a:r>
            <a:r>
              <a:rPr lang="en-US" altLang="th-TH"/>
              <a:t> network.</a:t>
            </a:r>
          </a:p>
        </p:txBody>
      </p:sp>
      <p:grpSp>
        <p:nvGrpSpPr>
          <p:cNvPr id="888844" name="Group 12">
            <a:extLst>
              <a:ext uri="{FF2B5EF4-FFF2-40B4-BE49-F238E27FC236}">
                <a16:creationId xmlns:a16="http://schemas.microsoft.com/office/drawing/2014/main" id="{5DB5989C-F96E-4DE1-7BBF-10C0575EB3C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888845" name="Picture 13">
              <a:extLst>
                <a:ext uri="{FF2B5EF4-FFF2-40B4-BE49-F238E27FC236}">
                  <a16:creationId xmlns:a16="http://schemas.microsoft.com/office/drawing/2014/main" id="{F2642E83-EF72-E7BD-73A0-414882037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8846" name="Text Box 14">
              <a:extLst>
                <a:ext uri="{FF2B5EF4-FFF2-40B4-BE49-F238E27FC236}">
                  <a16:creationId xmlns:a16="http://schemas.microsoft.com/office/drawing/2014/main" id="{7E322815-E181-08DC-02F7-A9205A95B6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2E513DF-189C-51EA-94B1-30689C0AB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AB9AC5DD-C300-0442-B184-EBAEDD628AF1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858114" name="Line 2">
            <a:extLst>
              <a:ext uri="{FF2B5EF4-FFF2-40B4-BE49-F238E27FC236}">
                <a16:creationId xmlns:a16="http://schemas.microsoft.com/office/drawing/2014/main" id="{0E8D35F2-7B35-BD3D-65C6-EADD290DF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8115" name="Line 3">
            <a:extLst>
              <a:ext uri="{FF2B5EF4-FFF2-40B4-BE49-F238E27FC236}">
                <a16:creationId xmlns:a16="http://schemas.microsoft.com/office/drawing/2014/main" id="{2AEABBC0-F939-C4DC-3C03-FDB6B2678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8116" name="Text Box 4">
            <a:extLst>
              <a:ext uri="{FF2B5EF4-FFF2-40B4-BE49-F238E27FC236}">
                <a16:creationId xmlns:a16="http://schemas.microsoft.com/office/drawing/2014/main" id="{6806D97B-7370-6FE1-8D9F-54037DC6F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392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  </a:t>
            </a:r>
            <a:r>
              <a:rPr lang="en-US" altLang="th-TH" sz="2000" i="1">
                <a:latin typeface="Times New Roman" panose="02020603050405020304" pitchFamily="18" charset="0"/>
              </a:rPr>
              <a:t>Basic service sets (BSSs)</a:t>
            </a:r>
          </a:p>
        </p:txBody>
      </p:sp>
      <p:sp>
        <p:nvSpPr>
          <p:cNvPr id="858117" name="Line 5">
            <a:extLst>
              <a:ext uri="{FF2B5EF4-FFF2-40B4-BE49-F238E27FC236}">
                <a16:creationId xmlns:a16="http://schemas.microsoft.com/office/drawing/2014/main" id="{A6D7344D-8FAB-55BA-183B-71E8FDEB4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58119" name="Picture 7">
            <a:extLst>
              <a:ext uri="{FF2B5EF4-FFF2-40B4-BE49-F238E27FC236}">
                <a16:creationId xmlns:a16="http://schemas.microsoft.com/office/drawing/2014/main" id="{63B204B7-AC14-D3D8-5362-78545DB82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1731963"/>
            <a:ext cx="8491537" cy="375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F9080EA-D47D-D166-B0D9-F081CFE9C5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F39B00B9-1285-2E48-89D6-426FE8024B26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859138" name="Line 2">
            <a:extLst>
              <a:ext uri="{FF2B5EF4-FFF2-40B4-BE49-F238E27FC236}">
                <a16:creationId xmlns:a16="http://schemas.microsoft.com/office/drawing/2014/main" id="{495EEA3E-0D37-C0CA-DE4E-B4CE52900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9139" name="Line 3">
            <a:extLst>
              <a:ext uri="{FF2B5EF4-FFF2-40B4-BE49-F238E27FC236}">
                <a16:creationId xmlns:a16="http://schemas.microsoft.com/office/drawing/2014/main" id="{37F37F5E-574F-8C17-DCC5-580D1B6095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59140" name="Text Box 4">
            <a:extLst>
              <a:ext uri="{FF2B5EF4-FFF2-40B4-BE49-F238E27FC236}">
                <a16:creationId xmlns:a16="http://schemas.microsoft.com/office/drawing/2014/main" id="{38E52ACA-D90C-B9B3-FFC5-C849F133A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02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  </a:t>
            </a:r>
            <a:r>
              <a:rPr lang="en-US" altLang="th-TH" sz="2000" i="1">
                <a:latin typeface="Times New Roman" panose="02020603050405020304" pitchFamily="18" charset="0"/>
              </a:rPr>
              <a:t>Extended service sets (ESSs)</a:t>
            </a:r>
          </a:p>
        </p:txBody>
      </p:sp>
      <p:sp>
        <p:nvSpPr>
          <p:cNvPr id="859141" name="Line 5">
            <a:extLst>
              <a:ext uri="{FF2B5EF4-FFF2-40B4-BE49-F238E27FC236}">
                <a16:creationId xmlns:a16="http://schemas.microsoft.com/office/drawing/2014/main" id="{F3D062E3-8C1F-6FA8-9FC0-5AA67B810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59142" name="Picture 6">
            <a:extLst>
              <a:ext uri="{FF2B5EF4-FFF2-40B4-BE49-F238E27FC236}">
                <a16:creationId xmlns:a16="http://schemas.microsoft.com/office/drawing/2014/main" id="{856D600C-B8C2-D799-66DE-271B697AA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676400"/>
            <a:ext cx="6032500" cy="427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8C36244-AB05-F6EC-01A7-71AF49012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35AC1CF5-FE9F-494A-AFF1-E2810CE62B6D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860162" name="Line 2">
            <a:extLst>
              <a:ext uri="{FF2B5EF4-FFF2-40B4-BE49-F238E27FC236}">
                <a16:creationId xmlns:a16="http://schemas.microsoft.com/office/drawing/2014/main" id="{41995272-DA7D-298E-B94A-3921D1B6A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0163" name="Line 3">
            <a:extLst>
              <a:ext uri="{FF2B5EF4-FFF2-40B4-BE49-F238E27FC236}">
                <a16:creationId xmlns:a16="http://schemas.microsoft.com/office/drawing/2014/main" id="{91B977FC-BA8A-6B72-2213-8BF8B0A72B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0164" name="Text Box 4">
            <a:extLst>
              <a:ext uri="{FF2B5EF4-FFF2-40B4-BE49-F238E27FC236}">
                <a16:creationId xmlns:a16="http://schemas.microsoft.com/office/drawing/2014/main" id="{3DE0C2DC-69ED-B38C-5F98-01E8417F4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74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14.3  </a:t>
            </a:r>
            <a:r>
              <a:rPr lang="en-US" altLang="th-TH" sz="2000" i="1">
                <a:latin typeface="Times New Roman" panose="02020603050405020304" pitchFamily="18" charset="0"/>
              </a:rPr>
              <a:t>MAC layers in IEEE 802.11 standard</a:t>
            </a:r>
          </a:p>
        </p:txBody>
      </p:sp>
      <p:sp>
        <p:nvSpPr>
          <p:cNvPr id="860165" name="Line 5">
            <a:extLst>
              <a:ext uri="{FF2B5EF4-FFF2-40B4-BE49-F238E27FC236}">
                <a16:creationId xmlns:a16="http://schemas.microsoft.com/office/drawing/2014/main" id="{49848385-BADB-9982-C020-1DBE8180C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0166" name="Picture 6">
            <a:extLst>
              <a:ext uri="{FF2B5EF4-FFF2-40B4-BE49-F238E27FC236}">
                <a16:creationId xmlns:a16="http://schemas.microsoft.com/office/drawing/2014/main" id="{36E6B6B4-4021-F84D-D430-26D698173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979613"/>
            <a:ext cx="8556625" cy="350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FB68A08-19AC-C495-64BE-6DAD59AB5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13F22770-CDBE-7045-AEF8-DBE73666CCFB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861186" name="Line 2">
            <a:extLst>
              <a:ext uri="{FF2B5EF4-FFF2-40B4-BE49-F238E27FC236}">
                <a16:creationId xmlns:a16="http://schemas.microsoft.com/office/drawing/2014/main" id="{DFC780E5-B8A3-C5FF-8AA2-E690B669B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7" name="Line 3">
            <a:extLst>
              <a:ext uri="{FF2B5EF4-FFF2-40B4-BE49-F238E27FC236}">
                <a16:creationId xmlns:a16="http://schemas.microsoft.com/office/drawing/2014/main" id="{15BA1022-7624-45C0-238A-836C612092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85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1188" name="Text Box 4">
            <a:extLst>
              <a:ext uri="{FF2B5EF4-FFF2-40B4-BE49-F238E27FC236}">
                <a16:creationId xmlns:a16="http://schemas.microsoft.com/office/drawing/2014/main" id="{D885692C-55C7-4EF9-1A1E-795AFA8A1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398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14.4  </a:t>
            </a:r>
            <a:r>
              <a:rPr lang="en-US" altLang="th-TH" sz="2000" i="1">
                <a:latin typeface="Times New Roman" panose="02020603050405020304" pitchFamily="18" charset="0"/>
              </a:rPr>
              <a:t>CSMA/CA flowchart</a:t>
            </a:r>
          </a:p>
        </p:txBody>
      </p:sp>
      <p:sp>
        <p:nvSpPr>
          <p:cNvPr id="861189" name="Line 5">
            <a:extLst>
              <a:ext uri="{FF2B5EF4-FFF2-40B4-BE49-F238E27FC236}">
                <a16:creationId xmlns:a16="http://schemas.microsoft.com/office/drawing/2014/main" id="{F7C669AB-DF1D-420B-9839-AFBC6815B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1191" name="Picture 7">
            <a:extLst>
              <a:ext uri="{FF2B5EF4-FFF2-40B4-BE49-F238E27FC236}">
                <a16:creationId xmlns:a16="http://schemas.microsoft.com/office/drawing/2014/main" id="{C1EA5064-02E2-A08A-F966-BA7B497BE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00113"/>
            <a:ext cx="4268788" cy="527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D6D40B4-D0BE-8A43-13FB-FA538D674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DA7EE964-AD6C-AC4F-BDA3-79FBF2381AAC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862210" name="Line 2">
            <a:extLst>
              <a:ext uri="{FF2B5EF4-FFF2-40B4-BE49-F238E27FC236}">
                <a16:creationId xmlns:a16="http://schemas.microsoft.com/office/drawing/2014/main" id="{AB6FCCB3-747D-2CC1-3B74-ED7859314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1" name="Line 3">
            <a:extLst>
              <a:ext uri="{FF2B5EF4-FFF2-40B4-BE49-F238E27FC236}">
                <a16:creationId xmlns:a16="http://schemas.microsoft.com/office/drawing/2014/main" id="{EEA1074C-4F87-FFCF-8378-F552E29E2B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2212" name="Text Box 4">
            <a:extLst>
              <a:ext uri="{FF2B5EF4-FFF2-40B4-BE49-F238E27FC236}">
                <a16:creationId xmlns:a16="http://schemas.microsoft.com/office/drawing/2014/main" id="{54F32CE1-C86B-DF59-E1FB-D83FE5BDB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3970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14.5  </a:t>
            </a:r>
            <a:r>
              <a:rPr lang="en-US" altLang="th-TH" sz="2000" i="1">
                <a:latin typeface="Times New Roman" panose="02020603050405020304" pitchFamily="18" charset="0"/>
              </a:rPr>
              <a:t>CSMA/CA and NAV</a:t>
            </a:r>
          </a:p>
        </p:txBody>
      </p:sp>
      <p:sp>
        <p:nvSpPr>
          <p:cNvPr id="862213" name="Line 5">
            <a:extLst>
              <a:ext uri="{FF2B5EF4-FFF2-40B4-BE49-F238E27FC236}">
                <a16:creationId xmlns:a16="http://schemas.microsoft.com/office/drawing/2014/main" id="{4A1A4FD7-43CE-6A51-A983-7299AA52BE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2214" name="Picture 6">
            <a:extLst>
              <a:ext uri="{FF2B5EF4-FFF2-40B4-BE49-F238E27FC236}">
                <a16:creationId xmlns:a16="http://schemas.microsoft.com/office/drawing/2014/main" id="{A800956E-D451-88AB-9AE9-0C99213BB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484313"/>
            <a:ext cx="8328025" cy="423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88C0891-BBB2-1F75-093C-535888209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F9F4F977-4796-CE45-BE8E-06168DD2554A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863234" name="Line 2">
            <a:extLst>
              <a:ext uri="{FF2B5EF4-FFF2-40B4-BE49-F238E27FC236}">
                <a16:creationId xmlns:a16="http://schemas.microsoft.com/office/drawing/2014/main" id="{3CCBC574-C80C-77CA-2726-C8E00E4C4E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5" name="Line 3">
            <a:extLst>
              <a:ext uri="{FF2B5EF4-FFF2-40B4-BE49-F238E27FC236}">
                <a16:creationId xmlns:a16="http://schemas.microsoft.com/office/drawing/2014/main" id="{4AA28CF1-FE0E-4705-47FD-7D64C8005E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3236" name="Text Box 4">
            <a:extLst>
              <a:ext uri="{FF2B5EF4-FFF2-40B4-BE49-F238E27FC236}">
                <a16:creationId xmlns:a16="http://schemas.microsoft.com/office/drawing/2014/main" id="{8A113ADF-BBCC-6DBF-0357-36B2D9EE0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940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14.6  </a:t>
            </a:r>
            <a:r>
              <a:rPr lang="en-US" altLang="th-TH" sz="2000" i="1">
                <a:latin typeface="Times New Roman" panose="02020603050405020304" pitchFamily="18" charset="0"/>
              </a:rPr>
              <a:t>Example of repetition interval</a:t>
            </a:r>
          </a:p>
        </p:txBody>
      </p:sp>
      <p:sp>
        <p:nvSpPr>
          <p:cNvPr id="863237" name="Line 5">
            <a:extLst>
              <a:ext uri="{FF2B5EF4-FFF2-40B4-BE49-F238E27FC236}">
                <a16:creationId xmlns:a16="http://schemas.microsoft.com/office/drawing/2014/main" id="{9012C54C-15E2-E64C-0D56-057C97DB5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3238" name="Picture 6">
            <a:extLst>
              <a:ext uri="{FF2B5EF4-FFF2-40B4-BE49-F238E27FC236}">
                <a16:creationId xmlns:a16="http://schemas.microsoft.com/office/drawing/2014/main" id="{34C73FFD-0D8E-3BA8-550C-89E172A8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3" y="1447800"/>
            <a:ext cx="7202487" cy="451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355E918-5DDD-504D-05B3-52A713ED3F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A29FF3EA-BEBC-6F42-84D3-F3491B675B9E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864258" name="Line 2">
            <a:extLst>
              <a:ext uri="{FF2B5EF4-FFF2-40B4-BE49-F238E27FC236}">
                <a16:creationId xmlns:a16="http://schemas.microsoft.com/office/drawing/2014/main" id="{997F5084-C865-5D83-9EDE-D98F6737A9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59" name="Line 3">
            <a:extLst>
              <a:ext uri="{FF2B5EF4-FFF2-40B4-BE49-F238E27FC236}">
                <a16:creationId xmlns:a16="http://schemas.microsoft.com/office/drawing/2014/main" id="{CC292972-E5A6-C77F-F85D-222CC58B2B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4260" name="Text Box 4">
            <a:extLst>
              <a:ext uri="{FF2B5EF4-FFF2-40B4-BE49-F238E27FC236}">
                <a16:creationId xmlns:a16="http://schemas.microsoft.com/office/drawing/2014/main" id="{B424851E-F6B3-1CCB-6261-81BA53481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7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14.7  </a:t>
            </a:r>
            <a:r>
              <a:rPr lang="en-US" altLang="th-TH" sz="2000" i="1">
                <a:latin typeface="Times New Roman" panose="02020603050405020304" pitchFamily="18" charset="0"/>
              </a:rPr>
              <a:t>Frame format</a:t>
            </a:r>
          </a:p>
        </p:txBody>
      </p:sp>
      <p:sp>
        <p:nvSpPr>
          <p:cNvPr id="864261" name="Line 5">
            <a:extLst>
              <a:ext uri="{FF2B5EF4-FFF2-40B4-BE49-F238E27FC236}">
                <a16:creationId xmlns:a16="http://schemas.microsoft.com/office/drawing/2014/main" id="{BE6F9A36-C303-1E1D-0925-2D5AF94C8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4262" name="Picture 6">
            <a:extLst>
              <a:ext uri="{FF2B5EF4-FFF2-40B4-BE49-F238E27FC236}">
                <a16:creationId xmlns:a16="http://schemas.microsoft.com/office/drawing/2014/main" id="{F5DACF48-6D0E-EE87-758D-E6FEE3E4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860675"/>
            <a:ext cx="8593137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3B6404D-F4E6-654A-BD21-AEC47302B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5325DADC-DDE7-4349-9608-228A44FF3B69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883714" name="Text Box 2">
            <a:extLst>
              <a:ext uri="{FF2B5EF4-FFF2-40B4-BE49-F238E27FC236}">
                <a16:creationId xmlns:a16="http://schemas.microsoft.com/office/drawing/2014/main" id="{667DC7E7-402E-20DC-97C8-282B4075A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57200"/>
            <a:ext cx="3867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14.1  </a:t>
            </a:r>
            <a:r>
              <a:rPr lang="en-US" altLang="th-TH" sz="2000" i="1">
                <a:latin typeface="Times New Roman" panose="02020603050405020304" pitchFamily="18" charset="0"/>
              </a:rPr>
              <a:t>Subfields in FC field</a:t>
            </a:r>
          </a:p>
        </p:txBody>
      </p:sp>
      <p:pic>
        <p:nvPicPr>
          <p:cNvPr id="883716" name="Picture 4">
            <a:extLst>
              <a:ext uri="{FF2B5EF4-FFF2-40B4-BE49-F238E27FC236}">
                <a16:creationId xmlns:a16="http://schemas.microsoft.com/office/drawing/2014/main" id="{B7BCE632-EAAC-F53A-E8B3-3EAF1D1A9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3" y="1054100"/>
            <a:ext cx="8675687" cy="458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5B7BCB4-11B7-FA18-A064-769A95759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93C7731A-E3E3-854E-AF8C-B93803447510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865282" name="Line 2">
            <a:extLst>
              <a:ext uri="{FF2B5EF4-FFF2-40B4-BE49-F238E27FC236}">
                <a16:creationId xmlns:a16="http://schemas.microsoft.com/office/drawing/2014/main" id="{CB494E86-73FF-7A8C-5081-CBE2E66869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3" name="Line 3">
            <a:extLst>
              <a:ext uri="{FF2B5EF4-FFF2-40B4-BE49-F238E27FC236}">
                <a16:creationId xmlns:a16="http://schemas.microsoft.com/office/drawing/2014/main" id="{A6C2109B-1664-C52E-45A4-5EAC1DBFE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5284" name="Text Box 4">
            <a:extLst>
              <a:ext uri="{FF2B5EF4-FFF2-40B4-BE49-F238E27FC236}">
                <a16:creationId xmlns:a16="http://schemas.microsoft.com/office/drawing/2014/main" id="{450639E2-2F9F-9217-A51A-5D7FC619C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392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14.8  </a:t>
            </a:r>
            <a:r>
              <a:rPr lang="en-US" altLang="th-TH" sz="2000" i="1">
                <a:latin typeface="Times New Roman" panose="02020603050405020304" pitchFamily="18" charset="0"/>
              </a:rPr>
              <a:t>Control frames</a:t>
            </a:r>
          </a:p>
        </p:txBody>
      </p:sp>
      <p:sp>
        <p:nvSpPr>
          <p:cNvPr id="865285" name="Line 5">
            <a:extLst>
              <a:ext uri="{FF2B5EF4-FFF2-40B4-BE49-F238E27FC236}">
                <a16:creationId xmlns:a16="http://schemas.microsoft.com/office/drawing/2014/main" id="{2C2B85B3-2D04-6CF6-4FD9-272CB3EAF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5286" name="Picture 6">
            <a:extLst>
              <a:ext uri="{FF2B5EF4-FFF2-40B4-BE49-F238E27FC236}">
                <a16:creationId xmlns:a16="http://schemas.microsoft.com/office/drawing/2014/main" id="{5FBE25ED-F263-C06C-A6E9-EE60ED885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95600"/>
            <a:ext cx="8328025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84896BA-F7A7-0EE0-C02B-3FF07D94BA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89E522D3-1332-4844-933D-BD1DD60CAD5B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884738" name="Text Box 2">
            <a:extLst>
              <a:ext uri="{FF2B5EF4-FFF2-40B4-BE49-F238E27FC236}">
                <a16:creationId xmlns:a16="http://schemas.microsoft.com/office/drawing/2014/main" id="{C7211A25-A730-4CCE-3D83-9BC7E0C80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541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14.2  </a:t>
            </a:r>
            <a:r>
              <a:rPr lang="en-US" altLang="th-TH" sz="2000" i="1">
                <a:latin typeface="Times New Roman" panose="02020603050405020304" pitchFamily="18" charset="0"/>
              </a:rPr>
              <a:t>Values of subfields in control frames</a:t>
            </a:r>
          </a:p>
        </p:txBody>
      </p:sp>
      <p:pic>
        <p:nvPicPr>
          <p:cNvPr id="884740" name="Picture 4">
            <a:extLst>
              <a:ext uri="{FF2B5EF4-FFF2-40B4-BE49-F238E27FC236}">
                <a16:creationId xmlns:a16="http://schemas.microsoft.com/office/drawing/2014/main" id="{FB98FA45-85EA-A2D4-04A2-96BB96301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2447925"/>
            <a:ext cx="7629525" cy="196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0887894-B602-20C0-4FED-7C4333884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3887C3DD-4ACD-D845-B938-68873524C972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885762" name="Text Box 2">
            <a:extLst>
              <a:ext uri="{FF2B5EF4-FFF2-40B4-BE49-F238E27FC236}">
                <a16:creationId xmlns:a16="http://schemas.microsoft.com/office/drawing/2014/main" id="{7BD01663-4E4A-2C1E-1125-4A4A0E19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828800"/>
            <a:ext cx="2733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14.3  </a:t>
            </a:r>
            <a:r>
              <a:rPr lang="en-US" altLang="th-TH" sz="2000" i="1">
                <a:latin typeface="Times New Roman" panose="02020603050405020304" pitchFamily="18" charset="0"/>
              </a:rPr>
              <a:t>Addresses</a:t>
            </a:r>
          </a:p>
        </p:txBody>
      </p:sp>
      <p:pic>
        <p:nvPicPr>
          <p:cNvPr id="885764" name="Picture 4">
            <a:extLst>
              <a:ext uri="{FF2B5EF4-FFF2-40B4-BE49-F238E27FC236}">
                <a16:creationId xmlns:a16="http://schemas.microsoft.com/office/drawing/2014/main" id="{052ECED1-F5EC-9584-B8EC-50D2F1C8E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54263"/>
            <a:ext cx="8702675" cy="226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663DD8F-5C84-5D54-4EBC-7C105ABAF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380ABD08-0B19-8C4C-B639-34106D7E55E6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866306" name="Line 2">
            <a:extLst>
              <a:ext uri="{FF2B5EF4-FFF2-40B4-BE49-F238E27FC236}">
                <a16:creationId xmlns:a16="http://schemas.microsoft.com/office/drawing/2014/main" id="{59E22981-ABC5-6D3B-CECE-753AAC23E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228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7" name="Line 3">
            <a:extLst>
              <a:ext uri="{FF2B5EF4-FFF2-40B4-BE49-F238E27FC236}">
                <a16:creationId xmlns:a16="http://schemas.microsoft.com/office/drawing/2014/main" id="{113E5062-249D-D41D-6EE2-6303280C25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0668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6308" name="Text Box 4">
            <a:extLst>
              <a:ext uri="{FF2B5EF4-FFF2-40B4-BE49-F238E27FC236}">
                <a16:creationId xmlns:a16="http://schemas.microsoft.com/office/drawing/2014/main" id="{2CD89C62-883F-A915-26E9-F8A53A6C0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"/>
            <a:ext cx="4337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14.9  </a:t>
            </a:r>
            <a:r>
              <a:rPr lang="en-US" altLang="th-TH" sz="2000" i="1">
                <a:latin typeface="Times New Roman" panose="02020603050405020304" pitchFamily="18" charset="0"/>
              </a:rPr>
              <a:t>Addressing mechanisms</a:t>
            </a:r>
          </a:p>
        </p:txBody>
      </p:sp>
      <p:sp>
        <p:nvSpPr>
          <p:cNvPr id="866309" name="Line 5">
            <a:extLst>
              <a:ext uri="{FF2B5EF4-FFF2-40B4-BE49-F238E27FC236}">
                <a16:creationId xmlns:a16="http://schemas.microsoft.com/office/drawing/2014/main" id="{6BAAFF8A-FD88-E5E7-E7DA-628AA5A527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6310" name="Picture 6">
            <a:extLst>
              <a:ext uri="{FF2B5EF4-FFF2-40B4-BE49-F238E27FC236}">
                <a16:creationId xmlns:a16="http://schemas.microsoft.com/office/drawing/2014/main" id="{3B289917-38A2-3FE4-C1AE-837FA042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392238"/>
            <a:ext cx="862012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A35443A-506F-1F26-19B4-9C5771128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8E39FF07-3BE5-3244-9A63-9C20EAE9AF10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867330" name="Line 2">
            <a:extLst>
              <a:ext uri="{FF2B5EF4-FFF2-40B4-BE49-F238E27FC236}">
                <a16:creationId xmlns:a16="http://schemas.microsoft.com/office/drawing/2014/main" id="{04D059E4-14B5-45C4-B07A-33005231F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1" name="Line 3">
            <a:extLst>
              <a:ext uri="{FF2B5EF4-FFF2-40B4-BE49-F238E27FC236}">
                <a16:creationId xmlns:a16="http://schemas.microsoft.com/office/drawing/2014/main" id="{4D34740B-8781-01CB-3911-12EE92D2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7332" name="Text Box 4">
            <a:extLst>
              <a:ext uri="{FF2B5EF4-FFF2-40B4-BE49-F238E27FC236}">
                <a16:creationId xmlns:a16="http://schemas.microsoft.com/office/drawing/2014/main" id="{AA3C42F9-9128-29F6-B2B0-A4F0CB5A0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424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14.10  </a:t>
            </a:r>
            <a:r>
              <a:rPr lang="en-US" altLang="th-TH" sz="2000" i="1">
                <a:latin typeface="Times New Roman" panose="02020603050405020304" pitchFamily="18" charset="0"/>
              </a:rPr>
              <a:t>Hidden station problem</a:t>
            </a:r>
          </a:p>
        </p:txBody>
      </p:sp>
      <p:sp>
        <p:nvSpPr>
          <p:cNvPr id="867333" name="Line 5">
            <a:extLst>
              <a:ext uri="{FF2B5EF4-FFF2-40B4-BE49-F238E27FC236}">
                <a16:creationId xmlns:a16="http://schemas.microsoft.com/office/drawing/2014/main" id="{CAD6EE8C-5726-4196-2655-B204951B0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7335" name="Picture 7">
            <a:extLst>
              <a:ext uri="{FF2B5EF4-FFF2-40B4-BE49-F238E27FC236}">
                <a16:creationId xmlns:a16="http://schemas.microsoft.com/office/drawing/2014/main" id="{4015237D-0C93-2DB5-F02E-241CDDD5C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8" y="2149475"/>
            <a:ext cx="7294562" cy="303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94125AC-FF12-7F5B-87DD-B9F0B2B33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8EE733F0-C7F0-7641-A8CC-74CCB76450B8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887810" name="Rectangle 2">
            <a:extLst>
              <a:ext uri="{FF2B5EF4-FFF2-40B4-BE49-F238E27FC236}">
                <a16:creationId xmlns:a16="http://schemas.microsoft.com/office/drawing/2014/main" id="{C378FE09-AB8D-EF92-0E8A-D776FEDC538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1" name="Rectangle 3">
            <a:extLst>
              <a:ext uri="{FF2B5EF4-FFF2-40B4-BE49-F238E27FC236}">
                <a16:creationId xmlns:a16="http://schemas.microsoft.com/office/drawing/2014/main" id="{B46CBD3A-F7DC-69BE-5B94-FDC636E6B0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2" name="Rectangle 4">
            <a:extLst>
              <a:ext uri="{FF2B5EF4-FFF2-40B4-BE49-F238E27FC236}">
                <a16:creationId xmlns:a16="http://schemas.microsoft.com/office/drawing/2014/main" id="{93DF8C69-B421-FDE9-A349-B0774F36A2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3" name="Rectangle 5">
            <a:extLst>
              <a:ext uri="{FF2B5EF4-FFF2-40B4-BE49-F238E27FC236}">
                <a16:creationId xmlns:a16="http://schemas.microsoft.com/office/drawing/2014/main" id="{2C1ABC29-87FD-930D-427B-A7E3805682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4" name="Rectangle 6">
            <a:extLst>
              <a:ext uri="{FF2B5EF4-FFF2-40B4-BE49-F238E27FC236}">
                <a16:creationId xmlns:a16="http://schemas.microsoft.com/office/drawing/2014/main" id="{12CD88E4-E13D-B73A-E53C-4E324E057D6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5" name="Rectangle 7">
            <a:extLst>
              <a:ext uri="{FF2B5EF4-FFF2-40B4-BE49-F238E27FC236}">
                <a16:creationId xmlns:a16="http://schemas.microsoft.com/office/drawing/2014/main" id="{F04CE283-12CB-2ED6-3C36-2AC4274FBBE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6" name="Rectangle 8">
            <a:extLst>
              <a:ext uri="{FF2B5EF4-FFF2-40B4-BE49-F238E27FC236}">
                <a16:creationId xmlns:a16="http://schemas.microsoft.com/office/drawing/2014/main" id="{33FA4199-36BF-1B5C-459C-96B59D471EB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>
              <a:latin typeface="Tahoma" panose="020B0604030504040204" pitchFamily="34" charset="0"/>
            </a:endParaRPr>
          </a:p>
        </p:txBody>
      </p:sp>
      <p:sp>
        <p:nvSpPr>
          <p:cNvPr id="887817" name="Line 9">
            <a:extLst>
              <a:ext uri="{FF2B5EF4-FFF2-40B4-BE49-F238E27FC236}">
                <a16:creationId xmlns:a16="http://schemas.microsoft.com/office/drawing/2014/main" id="{3D2D9A15-EB10-2EC2-C306-D260778B3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895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7818" name="Line 10">
            <a:extLst>
              <a:ext uri="{FF2B5EF4-FFF2-40B4-BE49-F238E27FC236}">
                <a16:creationId xmlns:a16="http://schemas.microsoft.com/office/drawing/2014/main" id="{2B1253BC-A0D7-F96A-678B-4CACD9AC8C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648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7819" name="Rectangle 11">
            <a:extLst>
              <a:ext uri="{FF2B5EF4-FFF2-40B4-BE49-F238E27FC236}">
                <a16:creationId xmlns:a16="http://schemas.microsoft.com/office/drawing/2014/main" id="{3AC990CF-84C8-D4C5-4DE9-A6DF84A8C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30003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/>
              <a:t>The CTS frame in CSMA/CA handshake can prevent collision from </a:t>
            </a:r>
            <a:br>
              <a:rPr lang="en-US" altLang="th-TH"/>
            </a:br>
            <a:r>
              <a:rPr lang="en-US" altLang="th-TH"/>
              <a:t>a hidden station.</a:t>
            </a:r>
          </a:p>
        </p:txBody>
      </p:sp>
      <p:grpSp>
        <p:nvGrpSpPr>
          <p:cNvPr id="887820" name="Group 12">
            <a:extLst>
              <a:ext uri="{FF2B5EF4-FFF2-40B4-BE49-F238E27FC236}">
                <a16:creationId xmlns:a16="http://schemas.microsoft.com/office/drawing/2014/main" id="{160BCC92-AC80-35F4-F2AB-D373ACCEDC0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209800"/>
            <a:ext cx="1143000" cy="566738"/>
            <a:chOff x="1200" y="1248"/>
            <a:chExt cx="720" cy="357"/>
          </a:xfrm>
        </p:grpSpPr>
        <p:pic>
          <p:nvPicPr>
            <p:cNvPr id="887821" name="Picture 13">
              <a:extLst>
                <a:ext uri="{FF2B5EF4-FFF2-40B4-BE49-F238E27FC236}">
                  <a16:creationId xmlns:a16="http://schemas.microsoft.com/office/drawing/2014/main" id="{4481655B-98A3-4293-0BE0-B1F0E3677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87822" name="Text Box 14">
              <a:extLst>
                <a:ext uri="{FF2B5EF4-FFF2-40B4-BE49-F238E27FC236}">
                  <a16:creationId xmlns:a16="http://schemas.microsoft.com/office/drawing/2014/main" id="{48F35DA0-7CD9-CE9D-17D0-D7FFABA0A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sz="2800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241FCBC-9808-4B0D-788F-0C4352B07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D6F2250F-B3A1-7241-B1FF-FD6984F99455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868354" name="Line 2">
            <a:extLst>
              <a:ext uri="{FF2B5EF4-FFF2-40B4-BE49-F238E27FC236}">
                <a16:creationId xmlns:a16="http://schemas.microsoft.com/office/drawing/2014/main" id="{72F2A006-FF7C-8E1F-DCF4-B6435FADE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5" name="Line 3">
            <a:extLst>
              <a:ext uri="{FF2B5EF4-FFF2-40B4-BE49-F238E27FC236}">
                <a16:creationId xmlns:a16="http://schemas.microsoft.com/office/drawing/2014/main" id="{2745676B-86B0-2D80-CB3D-DC0C3322F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8356" name="Text Box 4">
            <a:extLst>
              <a:ext uri="{FF2B5EF4-FFF2-40B4-BE49-F238E27FC236}">
                <a16:creationId xmlns:a16="http://schemas.microsoft.com/office/drawing/2014/main" id="{7435A9A9-B8CF-5039-230D-CC7F0EC32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7632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14.11  </a:t>
            </a:r>
            <a:r>
              <a:rPr lang="en-US" altLang="th-TH" sz="2000" i="1">
                <a:latin typeface="Times New Roman" panose="02020603050405020304" pitchFamily="18" charset="0"/>
              </a:rPr>
              <a:t>Use of handshaking to prevent hidden station problem</a:t>
            </a:r>
          </a:p>
        </p:txBody>
      </p:sp>
      <p:sp>
        <p:nvSpPr>
          <p:cNvPr id="868357" name="Line 5">
            <a:extLst>
              <a:ext uri="{FF2B5EF4-FFF2-40B4-BE49-F238E27FC236}">
                <a16:creationId xmlns:a16="http://schemas.microsoft.com/office/drawing/2014/main" id="{F6B326EF-2C35-17D5-E0E7-755AE6006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8358" name="Picture 6">
            <a:extLst>
              <a:ext uri="{FF2B5EF4-FFF2-40B4-BE49-F238E27FC236}">
                <a16:creationId xmlns:a16="http://schemas.microsoft.com/office/drawing/2014/main" id="{74C2C65B-0AD4-6F82-561C-A2B5CB72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63738"/>
            <a:ext cx="8062913" cy="3598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766428A-D808-F224-80D7-D680A32FA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5F2A0A53-52D2-F142-A25B-84248258930A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869378" name="Line 2">
            <a:extLst>
              <a:ext uri="{FF2B5EF4-FFF2-40B4-BE49-F238E27FC236}">
                <a16:creationId xmlns:a16="http://schemas.microsoft.com/office/drawing/2014/main" id="{F354EB76-A0A3-9730-6C3B-2DE976E4D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79" name="Line 3">
            <a:extLst>
              <a:ext uri="{FF2B5EF4-FFF2-40B4-BE49-F238E27FC236}">
                <a16:creationId xmlns:a16="http://schemas.microsoft.com/office/drawing/2014/main" id="{FB41B3C3-7E81-2B37-382E-BEBD382DA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69380" name="Text Box 4">
            <a:extLst>
              <a:ext uri="{FF2B5EF4-FFF2-40B4-BE49-F238E27FC236}">
                <a16:creationId xmlns:a16="http://schemas.microsoft.com/office/drawing/2014/main" id="{BA205ED8-5C2D-B3AB-D21A-FFBDB0F4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538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14.12  </a:t>
            </a:r>
            <a:r>
              <a:rPr lang="en-US" altLang="th-TH" sz="2000" i="1">
                <a:latin typeface="Times New Roman" panose="02020603050405020304" pitchFamily="18" charset="0"/>
              </a:rPr>
              <a:t>Exposed station problem</a:t>
            </a:r>
          </a:p>
        </p:txBody>
      </p:sp>
      <p:sp>
        <p:nvSpPr>
          <p:cNvPr id="869381" name="Line 5">
            <a:extLst>
              <a:ext uri="{FF2B5EF4-FFF2-40B4-BE49-F238E27FC236}">
                <a16:creationId xmlns:a16="http://schemas.microsoft.com/office/drawing/2014/main" id="{F9EDEC7F-F772-488D-1FD7-9FDFE7E1EC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69382" name="Picture 6">
            <a:extLst>
              <a:ext uri="{FF2B5EF4-FFF2-40B4-BE49-F238E27FC236}">
                <a16:creationId xmlns:a16="http://schemas.microsoft.com/office/drawing/2014/main" id="{3FFBABFE-84F8-A427-EA16-B455DA3A4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00238"/>
            <a:ext cx="6627813" cy="350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21171AA-5978-4C07-F646-9E56A037A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CC8EBB70-249B-584B-9649-7724D9DCBBAD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870402" name="Line 2">
            <a:extLst>
              <a:ext uri="{FF2B5EF4-FFF2-40B4-BE49-F238E27FC236}">
                <a16:creationId xmlns:a16="http://schemas.microsoft.com/office/drawing/2014/main" id="{5808E80B-4D89-D0C2-5535-295FEFDF7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3" name="Line 3">
            <a:extLst>
              <a:ext uri="{FF2B5EF4-FFF2-40B4-BE49-F238E27FC236}">
                <a16:creationId xmlns:a16="http://schemas.microsoft.com/office/drawing/2014/main" id="{FDE2C655-C42A-D564-574F-9A112352A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0404" name="Text Box 4">
            <a:extLst>
              <a:ext uri="{FF2B5EF4-FFF2-40B4-BE49-F238E27FC236}">
                <a16:creationId xmlns:a16="http://schemas.microsoft.com/office/drawing/2014/main" id="{FAD3A853-C25D-E9CD-CF13-13400C2EE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92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14.13  </a:t>
            </a:r>
            <a:r>
              <a:rPr lang="en-US" altLang="th-TH" sz="2000" i="1">
                <a:latin typeface="Times New Roman" panose="02020603050405020304" pitchFamily="18" charset="0"/>
              </a:rPr>
              <a:t>Use of handshaking in exposed station problem</a:t>
            </a:r>
          </a:p>
        </p:txBody>
      </p:sp>
      <p:sp>
        <p:nvSpPr>
          <p:cNvPr id="870405" name="Line 5">
            <a:extLst>
              <a:ext uri="{FF2B5EF4-FFF2-40B4-BE49-F238E27FC236}">
                <a16:creationId xmlns:a16="http://schemas.microsoft.com/office/drawing/2014/main" id="{C7459E7E-DAEB-7A5C-43E3-EB64753ED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0406" name="Picture 6">
            <a:extLst>
              <a:ext uri="{FF2B5EF4-FFF2-40B4-BE49-F238E27FC236}">
                <a16:creationId xmlns:a16="http://schemas.microsoft.com/office/drawing/2014/main" id="{04518F82-A0DC-C19E-D68F-E8254135D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1604963"/>
            <a:ext cx="5219700" cy="433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8BBF57A-4B07-F012-5327-56552A425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63003166-E031-154D-A68B-3966228AD9FC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886786" name="Text Box 2">
            <a:extLst>
              <a:ext uri="{FF2B5EF4-FFF2-40B4-BE49-F238E27FC236}">
                <a16:creationId xmlns:a16="http://schemas.microsoft.com/office/drawing/2014/main" id="{D5BCCD4A-7C16-B2B6-E800-2C5AEB9F7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752600"/>
            <a:ext cx="326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Table 14.4  </a:t>
            </a:r>
            <a:r>
              <a:rPr lang="en-US" altLang="th-TH" sz="2000" i="1">
                <a:latin typeface="Times New Roman" panose="02020603050405020304" pitchFamily="18" charset="0"/>
              </a:rPr>
              <a:t>Physical layers</a:t>
            </a:r>
          </a:p>
        </p:txBody>
      </p:sp>
      <p:pic>
        <p:nvPicPr>
          <p:cNvPr id="886788" name="Picture 4">
            <a:extLst>
              <a:ext uri="{FF2B5EF4-FFF2-40B4-BE49-F238E27FC236}">
                <a16:creationId xmlns:a16="http://schemas.microsoft.com/office/drawing/2014/main" id="{5939614C-9359-BF7C-A5A6-2064788E2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2284413"/>
            <a:ext cx="8520112" cy="274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E95D7C8-8EAA-64F3-4CBB-205CBC360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65842638-FEBD-8E49-9DB7-9DDE04F19475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871426" name="Line 2">
            <a:extLst>
              <a:ext uri="{FF2B5EF4-FFF2-40B4-BE49-F238E27FC236}">
                <a16:creationId xmlns:a16="http://schemas.microsoft.com/office/drawing/2014/main" id="{1C6F0D48-EED4-DE55-9EDB-2F28024B4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7" name="Line 3">
            <a:extLst>
              <a:ext uri="{FF2B5EF4-FFF2-40B4-BE49-F238E27FC236}">
                <a16:creationId xmlns:a16="http://schemas.microsoft.com/office/drawing/2014/main" id="{FE6B0F61-6FB6-42E4-9FB8-B7262CF44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1428" name="Text Box 4">
            <a:extLst>
              <a:ext uri="{FF2B5EF4-FFF2-40B4-BE49-F238E27FC236}">
                <a16:creationId xmlns:a16="http://schemas.microsoft.com/office/drawing/2014/main" id="{9E835B8E-5847-ADAE-DAA1-7A4AB1946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75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14.14  </a:t>
            </a:r>
            <a:r>
              <a:rPr lang="en-US" altLang="th-TH" sz="2000" i="1">
                <a:latin typeface="Times New Roman" panose="02020603050405020304" pitchFamily="18" charset="0"/>
              </a:rPr>
              <a:t>Industrial, scientific, and medical (ISM) band</a:t>
            </a:r>
          </a:p>
        </p:txBody>
      </p:sp>
      <p:sp>
        <p:nvSpPr>
          <p:cNvPr id="871429" name="Line 5">
            <a:extLst>
              <a:ext uri="{FF2B5EF4-FFF2-40B4-BE49-F238E27FC236}">
                <a16:creationId xmlns:a16="http://schemas.microsoft.com/office/drawing/2014/main" id="{5500F0B4-9560-F6B3-D702-E3334CA02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1430" name="Picture 6">
            <a:extLst>
              <a:ext uri="{FF2B5EF4-FFF2-40B4-BE49-F238E27FC236}">
                <a16:creationId xmlns:a16="http://schemas.microsoft.com/office/drawing/2014/main" id="{16A26C4C-679C-A83A-312A-C9F6656BA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2659063"/>
            <a:ext cx="8593137" cy="191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1AE01B2-C107-B19B-9DCC-5550AB202C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7EFC5F83-7C45-8248-A998-18404FA37AFB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872450" name="Line 2">
            <a:extLst>
              <a:ext uri="{FF2B5EF4-FFF2-40B4-BE49-F238E27FC236}">
                <a16:creationId xmlns:a16="http://schemas.microsoft.com/office/drawing/2014/main" id="{E4FE5B02-C8CD-EB32-D4DD-5771DC929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1" name="Line 3">
            <a:extLst>
              <a:ext uri="{FF2B5EF4-FFF2-40B4-BE49-F238E27FC236}">
                <a16:creationId xmlns:a16="http://schemas.microsoft.com/office/drawing/2014/main" id="{F162B552-A292-7A13-E156-F5B43F6DDF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2452" name="Text Box 4">
            <a:extLst>
              <a:ext uri="{FF2B5EF4-FFF2-40B4-BE49-F238E27FC236}">
                <a16:creationId xmlns:a16="http://schemas.microsoft.com/office/drawing/2014/main" id="{916D39B0-73AC-9CCE-73B4-21AB3F8BD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853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14.15  </a:t>
            </a:r>
            <a:r>
              <a:rPr lang="en-US" altLang="th-TH" sz="2000" i="1">
                <a:latin typeface="Times New Roman" panose="02020603050405020304" pitchFamily="18" charset="0"/>
              </a:rPr>
              <a:t>Physical layer of IEEE 802.11 FHSS</a:t>
            </a:r>
          </a:p>
        </p:txBody>
      </p:sp>
      <p:sp>
        <p:nvSpPr>
          <p:cNvPr id="872453" name="Line 5">
            <a:extLst>
              <a:ext uri="{FF2B5EF4-FFF2-40B4-BE49-F238E27FC236}">
                <a16:creationId xmlns:a16="http://schemas.microsoft.com/office/drawing/2014/main" id="{D801CD24-C451-1CA9-C3B9-0ADF33112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2454" name="Picture 6">
            <a:extLst>
              <a:ext uri="{FF2B5EF4-FFF2-40B4-BE49-F238E27FC236}">
                <a16:creationId xmlns:a16="http://schemas.microsoft.com/office/drawing/2014/main" id="{D0E4DB36-5E55-CFF1-ABBD-EF987DC41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849438"/>
            <a:ext cx="8540750" cy="401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1810EB1-E832-5DF5-10C6-DDBE7772E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F2F1978B-7C2A-B040-B46F-8B492DD1F35B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873474" name="Line 2">
            <a:extLst>
              <a:ext uri="{FF2B5EF4-FFF2-40B4-BE49-F238E27FC236}">
                <a16:creationId xmlns:a16="http://schemas.microsoft.com/office/drawing/2014/main" id="{C2293539-F529-CCB6-01A8-2CFC5B6E9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5" name="Line 3">
            <a:extLst>
              <a:ext uri="{FF2B5EF4-FFF2-40B4-BE49-F238E27FC236}">
                <a16:creationId xmlns:a16="http://schemas.microsoft.com/office/drawing/2014/main" id="{D8E18E2E-C8BC-CEBE-1D1A-B4388CCB0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3476" name="Text Box 4">
            <a:extLst>
              <a:ext uri="{FF2B5EF4-FFF2-40B4-BE49-F238E27FC236}">
                <a16:creationId xmlns:a16="http://schemas.microsoft.com/office/drawing/2014/main" id="{59301C8B-B3EA-BFD3-3C8A-B9EA1D76D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811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14.16  </a:t>
            </a:r>
            <a:r>
              <a:rPr lang="en-US" altLang="th-TH" sz="2000" i="1">
                <a:latin typeface="Times New Roman" panose="02020603050405020304" pitchFamily="18" charset="0"/>
              </a:rPr>
              <a:t>Physical layer of IEEE 802.11 DSSS</a:t>
            </a:r>
          </a:p>
        </p:txBody>
      </p:sp>
      <p:sp>
        <p:nvSpPr>
          <p:cNvPr id="873477" name="Line 5">
            <a:extLst>
              <a:ext uri="{FF2B5EF4-FFF2-40B4-BE49-F238E27FC236}">
                <a16:creationId xmlns:a16="http://schemas.microsoft.com/office/drawing/2014/main" id="{A3CB8904-71B2-5359-FFB3-C239D9DCC5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3478" name="Picture 6">
            <a:extLst>
              <a:ext uri="{FF2B5EF4-FFF2-40B4-BE49-F238E27FC236}">
                <a16:creationId xmlns:a16="http://schemas.microsoft.com/office/drawing/2014/main" id="{DD584374-718B-4C6F-2FE9-F56F30CBD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95600"/>
            <a:ext cx="8593138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9274131-1AFE-D03D-544B-E26BD7B88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5490DA50-99FB-E149-9EC0-CCB3B632D332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874498" name="Line 2">
            <a:extLst>
              <a:ext uri="{FF2B5EF4-FFF2-40B4-BE49-F238E27FC236}">
                <a16:creationId xmlns:a16="http://schemas.microsoft.com/office/drawing/2014/main" id="{494436C4-4678-B91E-0FF2-C771DF4E77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499" name="Line 3">
            <a:extLst>
              <a:ext uri="{FF2B5EF4-FFF2-40B4-BE49-F238E27FC236}">
                <a16:creationId xmlns:a16="http://schemas.microsoft.com/office/drawing/2014/main" id="{270A0BB3-3BAF-72D7-8C37-E6F574D26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4500" name="Text Box 4">
            <a:extLst>
              <a:ext uri="{FF2B5EF4-FFF2-40B4-BE49-F238E27FC236}">
                <a16:creationId xmlns:a16="http://schemas.microsoft.com/office/drawing/2014/main" id="{257CAB3A-DFAB-9FE4-C028-9051FF023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062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14.17  </a:t>
            </a:r>
            <a:r>
              <a:rPr lang="en-US" altLang="th-TH" sz="2000" i="1">
                <a:latin typeface="Times New Roman" panose="02020603050405020304" pitchFamily="18" charset="0"/>
              </a:rPr>
              <a:t>Physical layer of IEEE 802.11 infrared</a:t>
            </a:r>
          </a:p>
        </p:txBody>
      </p:sp>
      <p:sp>
        <p:nvSpPr>
          <p:cNvPr id="874501" name="Line 5">
            <a:extLst>
              <a:ext uri="{FF2B5EF4-FFF2-40B4-BE49-F238E27FC236}">
                <a16:creationId xmlns:a16="http://schemas.microsoft.com/office/drawing/2014/main" id="{A5648815-9A18-0E7C-9FC5-EBC4B0E1E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4502" name="Picture 6">
            <a:extLst>
              <a:ext uri="{FF2B5EF4-FFF2-40B4-BE49-F238E27FC236}">
                <a16:creationId xmlns:a16="http://schemas.microsoft.com/office/drawing/2014/main" id="{EA2DA071-57DD-EB19-B69D-489330C9C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819400"/>
            <a:ext cx="7596187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422FCEE-F606-B6D7-F7BD-A4B74E38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62C4740F-6409-004D-B2B0-7FCD75E90135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875522" name="Line 2">
            <a:extLst>
              <a:ext uri="{FF2B5EF4-FFF2-40B4-BE49-F238E27FC236}">
                <a16:creationId xmlns:a16="http://schemas.microsoft.com/office/drawing/2014/main" id="{44A4303A-D916-4E2B-213F-6CA1183E2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3" name="Line 3">
            <a:extLst>
              <a:ext uri="{FF2B5EF4-FFF2-40B4-BE49-F238E27FC236}">
                <a16:creationId xmlns:a16="http://schemas.microsoft.com/office/drawing/2014/main" id="{B22D48AD-9502-75F1-7BFE-BEAA3812C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5524" name="Text Box 4">
            <a:extLst>
              <a:ext uri="{FF2B5EF4-FFF2-40B4-BE49-F238E27FC236}">
                <a16:creationId xmlns:a16="http://schemas.microsoft.com/office/drawing/2014/main" id="{8BAFD7C3-71F4-8CFA-6D74-5699C461D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267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14.18  </a:t>
            </a:r>
            <a:r>
              <a:rPr lang="en-US" altLang="th-TH" sz="2000" i="1">
                <a:latin typeface="Times New Roman" panose="02020603050405020304" pitchFamily="18" charset="0"/>
              </a:rPr>
              <a:t>Physical layer of IEEE 802.11b</a:t>
            </a:r>
          </a:p>
        </p:txBody>
      </p:sp>
      <p:sp>
        <p:nvSpPr>
          <p:cNvPr id="875525" name="Line 5">
            <a:extLst>
              <a:ext uri="{FF2B5EF4-FFF2-40B4-BE49-F238E27FC236}">
                <a16:creationId xmlns:a16="http://schemas.microsoft.com/office/drawing/2014/main" id="{817687D7-21DD-5B56-3DB7-3C05ED66D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5526" name="Picture 6">
            <a:extLst>
              <a:ext uri="{FF2B5EF4-FFF2-40B4-BE49-F238E27FC236}">
                <a16:creationId xmlns:a16="http://schemas.microsoft.com/office/drawing/2014/main" id="{C45B595C-5E50-C1E8-DFE7-38FC6510A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2362200"/>
            <a:ext cx="8007350" cy="252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DE48328-D2B9-7D2B-F5CE-4CBB321B6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C8032B4D-1B2D-2C42-B6B2-80E2C7F563C2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857090" name="Rectangle 2">
            <a:extLst>
              <a:ext uri="{FF2B5EF4-FFF2-40B4-BE49-F238E27FC236}">
                <a16:creationId xmlns:a16="http://schemas.microsoft.com/office/drawing/2014/main" id="{7C8BB0E6-5673-24FC-6B12-6EB7C15FD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857091" name="Text Box 3">
            <a:extLst>
              <a:ext uri="{FF2B5EF4-FFF2-40B4-BE49-F238E27FC236}">
                <a16:creationId xmlns:a16="http://schemas.microsoft.com/office/drawing/2014/main" id="{AC3D7D2A-1354-BC89-BE5D-19EF7921A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832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14-2   BLUETOOTH</a:t>
            </a:r>
          </a:p>
        </p:txBody>
      </p:sp>
      <p:sp>
        <p:nvSpPr>
          <p:cNvPr id="857092" name="Text Box 4">
            <a:extLst>
              <a:ext uri="{FF2B5EF4-FFF2-40B4-BE49-F238E27FC236}">
                <a16:creationId xmlns:a16="http://schemas.microsoft.com/office/drawing/2014/main" id="{B8C27A3C-F5F6-E7F1-128D-BFBEE6C50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>
              <a:latin typeface="Times New Roman" panose="02020603050405020304" pitchFamily="18" charset="0"/>
            </a:endParaRPr>
          </a:p>
        </p:txBody>
      </p:sp>
      <p:sp>
        <p:nvSpPr>
          <p:cNvPr id="857093" name="Rectangle 5">
            <a:extLst>
              <a:ext uri="{FF2B5EF4-FFF2-40B4-BE49-F238E27FC236}">
                <a16:creationId xmlns:a16="http://schemas.microsoft.com/office/drawing/2014/main" id="{E80938C1-9E14-3264-5E9B-7799B0703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600200"/>
            <a:ext cx="8229600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sz="2800" i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Bluetooth</a:t>
            </a:r>
            <a:r>
              <a:rPr lang="en-US" altLang="th-TH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is a wireless LAN technology designed to connect devices of different functions such as telephones, notebooks, computers, cameras, printers, coffee makers, and so on. A Bluetooth LAN is an ad hoc network, which means that the network is formed spontaneously. </a:t>
            </a:r>
          </a:p>
        </p:txBody>
      </p:sp>
      <p:sp>
        <p:nvSpPr>
          <p:cNvPr id="857094" name="Rectangle 6">
            <a:extLst>
              <a:ext uri="{FF2B5EF4-FFF2-40B4-BE49-F238E27FC236}">
                <a16:creationId xmlns:a16="http://schemas.microsoft.com/office/drawing/2014/main" id="{14B01206-4738-4137-4CFB-E0022B573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895850"/>
            <a:ext cx="6705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Architecture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Bluetooth Layers</a:t>
            </a:r>
            <a:b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fr-FR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Baseband Layer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>
                <a:solidFill>
                  <a:srgbClr val="0033CC"/>
                </a:solidFill>
                <a:latin typeface="Times New Roman" panose="02020603050405020304" pitchFamily="18" charset="0"/>
              </a:rPr>
              <a:t>L2CAP</a:t>
            </a:r>
          </a:p>
        </p:txBody>
      </p:sp>
      <p:sp>
        <p:nvSpPr>
          <p:cNvPr id="857095" name="Text Box 7">
            <a:extLst>
              <a:ext uri="{FF2B5EF4-FFF2-40B4-BE49-F238E27FC236}">
                <a16:creationId xmlns:a16="http://schemas.microsoft.com/office/drawing/2014/main" id="{68E9A167-7006-AE09-7605-158132DAB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44196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7B65CA1-8990-C5C0-9F0F-0737C3E0C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592F7989-5530-A648-8D18-AF3A92134FB7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876546" name="Line 2">
            <a:extLst>
              <a:ext uri="{FF2B5EF4-FFF2-40B4-BE49-F238E27FC236}">
                <a16:creationId xmlns:a16="http://schemas.microsoft.com/office/drawing/2014/main" id="{5A9DDCBB-8644-6CC0-D716-E4BE43E279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7" name="Line 3">
            <a:extLst>
              <a:ext uri="{FF2B5EF4-FFF2-40B4-BE49-F238E27FC236}">
                <a16:creationId xmlns:a16="http://schemas.microsoft.com/office/drawing/2014/main" id="{C52BA953-D7CB-2C0D-4918-8AC22216C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6548" name="Text Box 4">
            <a:extLst>
              <a:ext uri="{FF2B5EF4-FFF2-40B4-BE49-F238E27FC236}">
                <a16:creationId xmlns:a16="http://schemas.microsoft.com/office/drawing/2014/main" id="{E3C0F00F-78C3-8814-BFCC-935E92875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74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14.19  </a:t>
            </a:r>
            <a:r>
              <a:rPr lang="en-US" altLang="th-TH" sz="2000" i="1">
                <a:latin typeface="Times New Roman" panose="02020603050405020304" pitchFamily="18" charset="0"/>
              </a:rPr>
              <a:t>Piconet</a:t>
            </a:r>
          </a:p>
        </p:txBody>
      </p:sp>
      <p:sp>
        <p:nvSpPr>
          <p:cNvPr id="876549" name="Line 5">
            <a:extLst>
              <a:ext uri="{FF2B5EF4-FFF2-40B4-BE49-F238E27FC236}">
                <a16:creationId xmlns:a16="http://schemas.microsoft.com/office/drawing/2014/main" id="{E7279573-6556-1C20-D012-E22BBCF955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6550" name="Picture 6">
            <a:extLst>
              <a:ext uri="{FF2B5EF4-FFF2-40B4-BE49-F238E27FC236}">
                <a16:creationId xmlns:a16="http://schemas.microsoft.com/office/drawing/2014/main" id="{5B67E15B-875C-1E0B-DD61-52FCA01CA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1500188"/>
            <a:ext cx="7404100" cy="444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7DA24DD-0C81-AAEB-BA11-AF0F5E93D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5C4B1682-1B6C-FB49-B4B8-D55836A3C68C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877570" name="Line 2">
            <a:extLst>
              <a:ext uri="{FF2B5EF4-FFF2-40B4-BE49-F238E27FC236}">
                <a16:creationId xmlns:a16="http://schemas.microsoft.com/office/drawing/2014/main" id="{AD09B236-FBC9-29E2-A447-A9B498CEB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1" name="Line 3">
            <a:extLst>
              <a:ext uri="{FF2B5EF4-FFF2-40B4-BE49-F238E27FC236}">
                <a16:creationId xmlns:a16="http://schemas.microsoft.com/office/drawing/2014/main" id="{7E784C5D-25CE-05E3-FB9E-72470205E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7572" name="Text Box 4">
            <a:extLst>
              <a:ext uri="{FF2B5EF4-FFF2-40B4-BE49-F238E27FC236}">
                <a16:creationId xmlns:a16="http://schemas.microsoft.com/office/drawing/2014/main" id="{E3B0BC60-EFE4-BF99-5636-4BC369636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01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14.20  </a:t>
            </a:r>
            <a:r>
              <a:rPr lang="en-US" altLang="th-TH" sz="2000" i="1">
                <a:latin typeface="Times New Roman" panose="02020603050405020304" pitchFamily="18" charset="0"/>
              </a:rPr>
              <a:t>Scatternet</a:t>
            </a:r>
          </a:p>
        </p:txBody>
      </p:sp>
      <p:sp>
        <p:nvSpPr>
          <p:cNvPr id="877573" name="Line 5">
            <a:extLst>
              <a:ext uri="{FF2B5EF4-FFF2-40B4-BE49-F238E27FC236}">
                <a16:creationId xmlns:a16="http://schemas.microsoft.com/office/drawing/2014/main" id="{84CD0078-02E1-AF1A-CF97-06B329284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7574" name="Picture 6">
            <a:extLst>
              <a:ext uri="{FF2B5EF4-FFF2-40B4-BE49-F238E27FC236}">
                <a16:creationId xmlns:a16="http://schemas.microsoft.com/office/drawing/2014/main" id="{6B7037F3-8596-3DDE-BFAD-BF739413A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90675"/>
            <a:ext cx="7705725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79AA597-DF72-4B27-E935-E19639D01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0604BDF9-F7E0-3A49-B415-6506B0315BD9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878594" name="Line 2">
            <a:extLst>
              <a:ext uri="{FF2B5EF4-FFF2-40B4-BE49-F238E27FC236}">
                <a16:creationId xmlns:a16="http://schemas.microsoft.com/office/drawing/2014/main" id="{473CEB05-EDA6-7EB4-B84B-6B8BB847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5" name="Line 3">
            <a:extLst>
              <a:ext uri="{FF2B5EF4-FFF2-40B4-BE49-F238E27FC236}">
                <a16:creationId xmlns:a16="http://schemas.microsoft.com/office/drawing/2014/main" id="{C7E5501C-BC5F-DB74-56D9-3E605E29A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8596" name="Text Box 4">
            <a:extLst>
              <a:ext uri="{FF2B5EF4-FFF2-40B4-BE49-F238E27FC236}">
                <a16:creationId xmlns:a16="http://schemas.microsoft.com/office/drawing/2014/main" id="{8E5FE60D-032A-8E20-F02A-93FC1C19E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71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14.21  </a:t>
            </a:r>
            <a:r>
              <a:rPr lang="en-US" altLang="th-TH" sz="2000" i="1">
                <a:latin typeface="Times New Roman" panose="02020603050405020304" pitchFamily="18" charset="0"/>
              </a:rPr>
              <a:t>Bluetooth layers</a:t>
            </a:r>
          </a:p>
        </p:txBody>
      </p:sp>
      <p:sp>
        <p:nvSpPr>
          <p:cNvPr id="878597" name="Line 5">
            <a:extLst>
              <a:ext uri="{FF2B5EF4-FFF2-40B4-BE49-F238E27FC236}">
                <a16:creationId xmlns:a16="http://schemas.microsoft.com/office/drawing/2014/main" id="{3A125FE6-2852-6F92-6ABF-11F1BEB39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8598" name="Picture 6">
            <a:extLst>
              <a:ext uri="{FF2B5EF4-FFF2-40B4-BE49-F238E27FC236}">
                <a16:creationId xmlns:a16="http://schemas.microsoft.com/office/drawing/2014/main" id="{197F0529-EDBA-BAC8-C7EB-042E3172B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736725"/>
            <a:ext cx="7943850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9AF3292-63B2-9F00-39BA-B862EF8A7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A941437B-897D-7447-9D5B-C266BF5510B9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879618" name="Line 2">
            <a:extLst>
              <a:ext uri="{FF2B5EF4-FFF2-40B4-BE49-F238E27FC236}">
                <a16:creationId xmlns:a16="http://schemas.microsoft.com/office/drawing/2014/main" id="{8E0A8C1D-8888-554C-283B-3C1C91822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19" name="Line 3">
            <a:extLst>
              <a:ext uri="{FF2B5EF4-FFF2-40B4-BE49-F238E27FC236}">
                <a16:creationId xmlns:a16="http://schemas.microsoft.com/office/drawing/2014/main" id="{F1F916AF-0BF5-3E3C-21B0-38EA76434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79620" name="Text Box 4">
            <a:extLst>
              <a:ext uri="{FF2B5EF4-FFF2-40B4-BE49-F238E27FC236}">
                <a16:creationId xmlns:a16="http://schemas.microsoft.com/office/drawing/2014/main" id="{18B1CB05-B9A6-7C91-FF8A-3C6249A4C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46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14.22  </a:t>
            </a:r>
            <a:r>
              <a:rPr lang="en-US" altLang="th-TH" sz="2000" i="1">
                <a:latin typeface="Times New Roman" panose="02020603050405020304" pitchFamily="18" charset="0"/>
              </a:rPr>
              <a:t>Single-secondary communication</a:t>
            </a:r>
          </a:p>
        </p:txBody>
      </p:sp>
      <p:sp>
        <p:nvSpPr>
          <p:cNvPr id="879621" name="Line 5">
            <a:extLst>
              <a:ext uri="{FF2B5EF4-FFF2-40B4-BE49-F238E27FC236}">
                <a16:creationId xmlns:a16="http://schemas.microsoft.com/office/drawing/2014/main" id="{4B59C77D-6765-0191-FD94-1C8DBA339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79622" name="Picture 6">
            <a:extLst>
              <a:ext uri="{FF2B5EF4-FFF2-40B4-BE49-F238E27FC236}">
                <a16:creationId xmlns:a16="http://schemas.microsoft.com/office/drawing/2014/main" id="{5A5A5497-D419-2EA6-4522-C990B352B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1936750"/>
            <a:ext cx="8821737" cy="362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674DC48-B55C-FA5A-6AC6-92F7B6F9F0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169A0FC7-F82C-2643-88C9-F30073FB8BFD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880642" name="Line 2">
            <a:extLst>
              <a:ext uri="{FF2B5EF4-FFF2-40B4-BE49-F238E27FC236}">
                <a16:creationId xmlns:a16="http://schemas.microsoft.com/office/drawing/2014/main" id="{F92D755A-7C25-19C0-0C30-1E4825C52E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0643" name="Line 3">
            <a:extLst>
              <a:ext uri="{FF2B5EF4-FFF2-40B4-BE49-F238E27FC236}">
                <a16:creationId xmlns:a16="http://schemas.microsoft.com/office/drawing/2014/main" id="{D6D71558-E503-618A-2AF9-CAEB261C9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0644" name="Text Box 4">
            <a:extLst>
              <a:ext uri="{FF2B5EF4-FFF2-40B4-BE49-F238E27FC236}">
                <a16:creationId xmlns:a16="http://schemas.microsoft.com/office/drawing/2014/main" id="{DF80BB24-1946-23C2-3F37-1C780AB14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684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14.23  </a:t>
            </a:r>
            <a:r>
              <a:rPr lang="en-US" altLang="th-TH" sz="2000" i="1">
                <a:latin typeface="Times New Roman" panose="02020603050405020304" pitchFamily="18" charset="0"/>
              </a:rPr>
              <a:t>Multiple-secondary communication</a:t>
            </a:r>
          </a:p>
        </p:txBody>
      </p:sp>
      <p:sp>
        <p:nvSpPr>
          <p:cNvPr id="880645" name="Line 5">
            <a:extLst>
              <a:ext uri="{FF2B5EF4-FFF2-40B4-BE49-F238E27FC236}">
                <a16:creationId xmlns:a16="http://schemas.microsoft.com/office/drawing/2014/main" id="{D4FE7059-9497-5E5C-D365-D745910D4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80646" name="Picture 6">
            <a:extLst>
              <a:ext uri="{FF2B5EF4-FFF2-40B4-BE49-F238E27FC236}">
                <a16:creationId xmlns:a16="http://schemas.microsoft.com/office/drawing/2014/main" id="{2EA252B4-C068-27B8-DC8E-D4A65EEA0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612900"/>
            <a:ext cx="7751762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31FE04A-86E5-E905-B76F-E6AB773FB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680603F4-A51F-5C40-9700-6DE9412216D1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881666" name="Line 2">
            <a:extLst>
              <a:ext uri="{FF2B5EF4-FFF2-40B4-BE49-F238E27FC236}">
                <a16:creationId xmlns:a16="http://schemas.microsoft.com/office/drawing/2014/main" id="{3AB3C133-57D7-5707-C05F-76A8B452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67" name="Line 3">
            <a:extLst>
              <a:ext uri="{FF2B5EF4-FFF2-40B4-BE49-F238E27FC236}">
                <a16:creationId xmlns:a16="http://schemas.microsoft.com/office/drawing/2014/main" id="{165F9B51-8ADA-3670-23E7-3B7C3946C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1668" name="Text Box 4">
            <a:extLst>
              <a:ext uri="{FF2B5EF4-FFF2-40B4-BE49-F238E27FC236}">
                <a16:creationId xmlns:a16="http://schemas.microsoft.com/office/drawing/2014/main" id="{43D3D7B0-55D4-2ADA-C95D-B404ED98D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1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14.24  </a:t>
            </a:r>
            <a:r>
              <a:rPr lang="en-US" altLang="th-TH" sz="2000" i="1">
                <a:latin typeface="Times New Roman" panose="02020603050405020304" pitchFamily="18" charset="0"/>
              </a:rPr>
              <a:t>Frame format types</a:t>
            </a:r>
          </a:p>
        </p:txBody>
      </p:sp>
      <p:sp>
        <p:nvSpPr>
          <p:cNvPr id="881669" name="Line 5">
            <a:extLst>
              <a:ext uri="{FF2B5EF4-FFF2-40B4-BE49-F238E27FC236}">
                <a16:creationId xmlns:a16="http://schemas.microsoft.com/office/drawing/2014/main" id="{E170FCBF-8E96-E0B7-0C8C-4D3013039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81670" name="Picture 6">
            <a:extLst>
              <a:ext uri="{FF2B5EF4-FFF2-40B4-BE49-F238E27FC236}">
                <a16:creationId xmlns:a16="http://schemas.microsoft.com/office/drawing/2014/main" id="{47667992-C7A7-24F4-903D-DB01AD159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30475"/>
            <a:ext cx="7578725" cy="242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3A227F0-889D-B611-9743-4015715C5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14.</a:t>
            </a:r>
            <a:fld id="{D0548D94-9F54-564E-8D5B-3A72FE755EE5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882690" name="Line 2">
            <a:extLst>
              <a:ext uri="{FF2B5EF4-FFF2-40B4-BE49-F238E27FC236}">
                <a16:creationId xmlns:a16="http://schemas.microsoft.com/office/drawing/2014/main" id="{27CD4A85-6912-E5A1-D0AD-FC71763424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1" name="Line 3">
            <a:extLst>
              <a:ext uri="{FF2B5EF4-FFF2-40B4-BE49-F238E27FC236}">
                <a16:creationId xmlns:a16="http://schemas.microsoft.com/office/drawing/2014/main" id="{CB27CE97-5EAD-F6E3-2999-984535D40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882692" name="Text Box 4">
            <a:extLst>
              <a:ext uri="{FF2B5EF4-FFF2-40B4-BE49-F238E27FC236}">
                <a16:creationId xmlns:a16="http://schemas.microsoft.com/office/drawing/2014/main" id="{E6F2B052-14AD-C726-3D3D-3E836B035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75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>
                <a:solidFill>
                  <a:schemeClr val="folHlink"/>
                </a:solidFill>
                <a:latin typeface="Times New Roman" panose="02020603050405020304" pitchFamily="18" charset="0"/>
              </a:rPr>
              <a:t>Figure 14.25  </a:t>
            </a:r>
            <a:r>
              <a:rPr lang="en-US" altLang="th-TH" sz="2000" i="1">
                <a:latin typeface="Times New Roman" panose="02020603050405020304" pitchFamily="18" charset="0"/>
              </a:rPr>
              <a:t>L2CAP data packet format</a:t>
            </a:r>
          </a:p>
        </p:txBody>
      </p:sp>
      <p:sp>
        <p:nvSpPr>
          <p:cNvPr id="882693" name="Line 5">
            <a:extLst>
              <a:ext uri="{FF2B5EF4-FFF2-40B4-BE49-F238E27FC236}">
                <a16:creationId xmlns:a16="http://schemas.microsoft.com/office/drawing/2014/main" id="{5283067B-3DEA-9F5A-0423-9FE65A61EB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882694" name="Picture 6">
            <a:extLst>
              <a:ext uri="{FF2B5EF4-FFF2-40B4-BE49-F238E27FC236}">
                <a16:creationId xmlns:a16="http://schemas.microsoft.com/office/drawing/2014/main" id="{FCAAD258-CD11-5550-2596-8F647423B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3052763"/>
            <a:ext cx="7542212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2FDA6E5C9AED4F8EFF71A80BEF2000" ma:contentTypeVersion="0" ma:contentTypeDescription="Create a new document." ma:contentTypeScope="" ma:versionID="73e4c27a01eba597f42058eb809988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1C2B5-4B6E-460C-B4C5-5FDCBDC17E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125A6E5-484A-497D-BB0C-EEAFD8B39F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2627</TotalTime>
  <Words>410</Words>
  <Application>Microsoft Macintosh PowerPoint</Application>
  <PresentationFormat>นำเสนอทางหน้าจอ (4:3)</PresentationFormat>
  <Paragraphs>116</Paragraphs>
  <Slides>34</Slides>
  <Notes>34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34</vt:i4>
      </vt:variant>
    </vt:vector>
  </HeadingPairs>
  <TitlesOfParts>
    <vt:vector size="41" baseType="lpstr">
      <vt:lpstr>Times New Roman</vt:lpstr>
      <vt:lpstr>Tahoma</vt:lpstr>
      <vt:lpstr>Wingdings</vt:lpstr>
      <vt:lpstr>Arial</vt:lpstr>
      <vt:lpstr>McGrawHill-Italic</vt:lpstr>
      <vt:lpstr>Times</vt:lpstr>
      <vt:lpstr>Blends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THEERAPAT POORAYA</cp:lastModifiedBy>
  <cp:revision>164</cp:revision>
  <dcterms:created xsi:type="dcterms:W3CDTF">2000-01-15T04:50:39Z</dcterms:created>
  <dcterms:modified xsi:type="dcterms:W3CDTF">2026-10-19T02:42:20Z</dcterms:modified>
</cp:coreProperties>
</file>