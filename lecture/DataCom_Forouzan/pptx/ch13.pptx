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3"/>
  </p:sldMasterIdLst>
  <p:notesMasterIdLst>
    <p:notesMasterId r:id="rId44"/>
  </p:notesMasterIdLst>
  <p:sldIdLst>
    <p:sldId id="786" r:id="rId4"/>
    <p:sldId id="535" r:id="rId5"/>
    <p:sldId id="750" r:id="rId6"/>
    <p:sldId id="751" r:id="rId7"/>
    <p:sldId id="746" r:id="rId8"/>
    <p:sldId id="753" r:id="rId9"/>
    <p:sldId id="754" r:id="rId10"/>
    <p:sldId id="755" r:id="rId11"/>
    <p:sldId id="779" r:id="rId12"/>
    <p:sldId id="756" r:id="rId13"/>
    <p:sldId id="757" r:id="rId14"/>
    <p:sldId id="780" r:id="rId15"/>
    <p:sldId id="781" r:id="rId16"/>
    <p:sldId id="784" r:id="rId17"/>
    <p:sldId id="785" r:id="rId18"/>
    <p:sldId id="758" r:id="rId19"/>
    <p:sldId id="759" r:id="rId20"/>
    <p:sldId id="760" r:id="rId21"/>
    <p:sldId id="761" r:id="rId22"/>
    <p:sldId id="762" r:id="rId23"/>
    <p:sldId id="774" r:id="rId24"/>
    <p:sldId id="775" r:id="rId25"/>
    <p:sldId id="747" r:id="rId26"/>
    <p:sldId id="763" r:id="rId27"/>
    <p:sldId id="764" r:id="rId28"/>
    <p:sldId id="765" r:id="rId29"/>
    <p:sldId id="766" r:id="rId30"/>
    <p:sldId id="767" r:id="rId31"/>
    <p:sldId id="748" r:id="rId32"/>
    <p:sldId id="768" r:id="rId33"/>
    <p:sldId id="769" r:id="rId34"/>
    <p:sldId id="770" r:id="rId35"/>
    <p:sldId id="776" r:id="rId36"/>
    <p:sldId id="749" r:id="rId37"/>
    <p:sldId id="782" r:id="rId38"/>
    <p:sldId id="771" r:id="rId39"/>
    <p:sldId id="772" r:id="rId40"/>
    <p:sldId id="773" r:id="rId41"/>
    <p:sldId id="777" r:id="rId42"/>
    <p:sldId id="778" r:id="rId43"/>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94670" autoAdjust="0"/>
  </p:normalViewPr>
  <p:slideViewPr>
    <p:cSldViewPr>
      <p:cViewPr varScale="1">
        <p:scale>
          <a:sx n="117" d="100"/>
          <a:sy n="117" d="100"/>
        </p:scale>
        <p:origin x="14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9074" name="Rectangle 2">
            <a:extLst>
              <a:ext uri="{FF2B5EF4-FFF2-40B4-BE49-F238E27FC236}">
                <a16:creationId xmlns:a16="http://schemas.microsoft.com/office/drawing/2014/main" id="{D2ED0E24-CDB5-C97E-DD62-58668723D57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899075" name="Rectangle 3">
            <a:extLst>
              <a:ext uri="{FF2B5EF4-FFF2-40B4-BE49-F238E27FC236}">
                <a16:creationId xmlns:a16="http://schemas.microsoft.com/office/drawing/2014/main" id="{CC68BCF1-7205-EDF1-5CE0-B61521FF0F00}"/>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th-TH"/>
          </a:p>
        </p:txBody>
      </p:sp>
      <p:sp>
        <p:nvSpPr>
          <p:cNvPr id="899076" name="Rectangle 4">
            <a:extLst>
              <a:ext uri="{FF2B5EF4-FFF2-40B4-BE49-F238E27FC236}">
                <a16:creationId xmlns:a16="http://schemas.microsoft.com/office/drawing/2014/main" id="{55EEBCD6-E9E8-E8A6-D4D8-FE5C8875B189}"/>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99077" name="Rectangle 5">
            <a:extLst>
              <a:ext uri="{FF2B5EF4-FFF2-40B4-BE49-F238E27FC236}">
                <a16:creationId xmlns:a16="http://schemas.microsoft.com/office/drawing/2014/main" id="{87C8B0C2-BFFC-FA61-49C4-FA0741455C1D}"/>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899078" name="Rectangle 6">
            <a:extLst>
              <a:ext uri="{FF2B5EF4-FFF2-40B4-BE49-F238E27FC236}">
                <a16:creationId xmlns:a16="http://schemas.microsoft.com/office/drawing/2014/main" id="{A2A0C18D-8F53-7F4D-644D-0103921A1D90}"/>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899079" name="Rectangle 7">
            <a:extLst>
              <a:ext uri="{FF2B5EF4-FFF2-40B4-BE49-F238E27FC236}">
                <a16:creationId xmlns:a16="http://schemas.microsoft.com/office/drawing/2014/main" id="{3B26DD95-D4E0-8DC1-F303-CE269E3F609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FBD08F43-73E2-1D4C-A9C2-A26D61CC6989}"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57E6EDC-157C-1AC2-8FC8-4ED81AF0ACF9}"/>
              </a:ext>
            </a:extLst>
          </p:cNvPr>
          <p:cNvSpPr>
            <a:spLocks noGrp="1" noChangeArrowheads="1"/>
          </p:cNvSpPr>
          <p:nvPr>
            <p:ph type="sldNum" sz="quarter" idx="5"/>
          </p:nvPr>
        </p:nvSpPr>
        <p:spPr>
          <a:ln/>
        </p:spPr>
        <p:txBody>
          <a:bodyPr/>
          <a:lstStyle/>
          <a:p>
            <a:fld id="{2463CB58-89E8-F542-B921-516555407001}" type="slidenum">
              <a:rPr lang="en-US" altLang="th-TH"/>
              <a:pPr/>
              <a:t>1</a:t>
            </a:fld>
            <a:endParaRPr lang="en-US" altLang="th-TH"/>
          </a:p>
        </p:txBody>
      </p:sp>
      <p:sp>
        <p:nvSpPr>
          <p:cNvPr id="942082" name="Rectangle 2">
            <a:extLst>
              <a:ext uri="{FF2B5EF4-FFF2-40B4-BE49-F238E27FC236}">
                <a16:creationId xmlns:a16="http://schemas.microsoft.com/office/drawing/2014/main" id="{E6D8CFAC-CFC9-CD1A-4AA3-8324265D311B}"/>
              </a:ext>
            </a:extLst>
          </p:cNvPr>
          <p:cNvSpPr>
            <a:spLocks noRot="1" noChangeArrowheads="1" noTextEdit="1"/>
          </p:cNvSpPr>
          <p:nvPr>
            <p:ph type="sldImg"/>
          </p:nvPr>
        </p:nvSpPr>
        <p:spPr>
          <a:ln/>
        </p:spPr>
      </p:sp>
      <p:sp>
        <p:nvSpPr>
          <p:cNvPr id="942083" name="Rectangle 3">
            <a:extLst>
              <a:ext uri="{FF2B5EF4-FFF2-40B4-BE49-F238E27FC236}">
                <a16:creationId xmlns:a16="http://schemas.microsoft.com/office/drawing/2014/main" id="{92163536-BB6A-78AB-1C57-09122892539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06BE073-3A3E-3F2F-745E-30D56D86C946}"/>
              </a:ext>
            </a:extLst>
          </p:cNvPr>
          <p:cNvSpPr>
            <a:spLocks noGrp="1" noChangeArrowheads="1"/>
          </p:cNvSpPr>
          <p:nvPr>
            <p:ph type="sldNum" sz="quarter" idx="5"/>
          </p:nvPr>
        </p:nvSpPr>
        <p:spPr>
          <a:ln/>
        </p:spPr>
        <p:txBody>
          <a:bodyPr/>
          <a:lstStyle/>
          <a:p>
            <a:fld id="{51A16D28-B198-0C40-9D40-1CC219B292A2}" type="slidenum">
              <a:rPr lang="en-US" altLang="th-TH"/>
              <a:pPr/>
              <a:t>2</a:t>
            </a:fld>
            <a:endParaRPr lang="en-US" altLang="th-TH"/>
          </a:p>
        </p:txBody>
      </p:sp>
      <p:sp>
        <p:nvSpPr>
          <p:cNvPr id="901122" name="Rectangle 2">
            <a:extLst>
              <a:ext uri="{FF2B5EF4-FFF2-40B4-BE49-F238E27FC236}">
                <a16:creationId xmlns:a16="http://schemas.microsoft.com/office/drawing/2014/main" id="{9861344A-0EE5-A8BC-C063-F7ADFBE1C941}"/>
              </a:ext>
            </a:extLst>
          </p:cNvPr>
          <p:cNvSpPr>
            <a:spLocks noRot="1" noChangeArrowheads="1" noTextEdit="1"/>
          </p:cNvSpPr>
          <p:nvPr>
            <p:ph type="sldImg"/>
          </p:nvPr>
        </p:nvSpPr>
        <p:spPr>
          <a:ln/>
        </p:spPr>
      </p:sp>
      <p:sp>
        <p:nvSpPr>
          <p:cNvPr id="901123" name="Rectangle 3">
            <a:extLst>
              <a:ext uri="{FF2B5EF4-FFF2-40B4-BE49-F238E27FC236}">
                <a16:creationId xmlns:a16="http://schemas.microsoft.com/office/drawing/2014/main" id="{61105AA2-D366-9367-06B8-EA8968F09D2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6072A50-788B-8E49-8BCC-F8450A1F52D7}"/>
              </a:ext>
            </a:extLst>
          </p:cNvPr>
          <p:cNvSpPr>
            <a:spLocks noGrp="1" noChangeArrowheads="1"/>
          </p:cNvSpPr>
          <p:nvPr>
            <p:ph type="sldNum" sz="quarter" idx="5"/>
          </p:nvPr>
        </p:nvSpPr>
        <p:spPr>
          <a:ln/>
        </p:spPr>
        <p:txBody>
          <a:bodyPr/>
          <a:lstStyle/>
          <a:p>
            <a:fld id="{21BA1BA9-0FD6-4D47-A900-1FF58F2B1E7D}" type="slidenum">
              <a:rPr lang="en-US" altLang="th-TH"/>
              <a:pPr/>
              <a:t>3</a:t>
            </a:fld>
            <a:endParaRPr lang="en-US" altLang="th-TH"/>
          </a:p>
        </p:txBody>
      </p:sp>
      <p:sp>
        <p:nvSpPr>
          <p:cNvPr id="902146" name="Rectangle 2">
            <a:extLst>
              <a:ext uri="{FF2B5EF4-FFF2-40B4-BE49-F238E27FC236}">
                <a16:creationId xmlns:a16="http://schemas.microsoft.com/office/drawing/2014/main" id="{4B1E05FA-C53A-2004-02EF-C32DCDD9DB36}"/>
              </a:ext>
            </a:extLst>
          </p:cNvPr>
          <p:cNvSpPr>
            <a:spLocks noRot="1" noChangeArrowheads="1" noTextEdit="1"/>
          </p:cNvSpPr>
          <p:nvPr>
            <p:ph type="sldImg"/>
          </p:nvPr>
        </p:nvSpPr>
        <p:spPr>
          <a:ln/>
        </p:spPr>
      </p:sp>
      <p:sp>
        <p:nvSpPr>
          <p:cNvPr id="902147" name="Rectangle 3">
            <a:extLst>
              <a:ext uri="{FF2B5EF4-FFF2-40B4-BE49-F238E27FC236}">
                <a16:creationId xmlns:a16="http://schemas.microsoft.com/office/drawing/2014/main" id="{E6FD0A3A-A9DF-0CF3-625E-EE4CA656C69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292DF9E-B9E3-1972-C42E-E33F549857C2}"/>
              </a:ext>
            </a:extLst>
          </p:cNvPr>
          <p:cNvSpPr>
            <a:spLocks noGrp="1" noChangeArrowheads="1"/>
          </p:cNvSpPr>
          <p:nvPr>
            <p:ph type="sldNum" sz="quarter" idx="5"/>
          </p:nvPr>
        </p:nvSpPr>
        <p:spPr>
          <a:ln/>
        </p:spPr>
        <p:txBody>
          <a:bodyPr/>
          <a:lstStyle/>
          <a:p>
            <a:fld id="{07A8ACDC-85A3-3444-9D91-E76D12775CD9}" type="slidenum">
              <a:rPr lang="en-US" altLang="th-TH"/>
              <a:pPr/>
              <a:t>4</a:t>
            </a:fld>
            <a:endParaRPr lang="en-US" altLang="th-TH"/>
          </a:p>
        </p:txBody>
      </p:sp>
      <p:sp>
        <p:nvSpPr>
          <p:cNvPr id="903170" name="Rectangle 2">
            <a:extLst>
              <a:ext uri="{FF2B5EF4-FFF2-40B4-BE49-F238E27FC236}">
                <a16:creationId xmlns:a16="http://schemas.microsoft.com/office/drawing/2014/main" id="{8C0B939D-24EE-EBD8-E343-67E7BAD1EB31}"/>
              </a:ext>
            </a:extLst>
          </p:cNvPr>
          <p:cNvSpPr>
            <a:spLocks noRot="1" noChangeArrowheads="1" noTextEdit="1"/>
          </p:cNvSpPr>
          <p:nvPr>
            <p:ph type="sldImg"/>
          </p:nvPr>
        </p:nvSpPr>
        <p:spPr>
          <a:ln/>
        </p:spPr>
      </p:sp>
      <p:sp>
        <p:nvSpPr>
          <p:cNvPr id="903171" name="Rectangle 3">
            <a:extLst>
              <a:ext uri="{FF2B5EF4-FFF2-40B4-BE49-F238E27FC236}">
                <a16:creationId xmlns:a16="http://schemas.microsoft.com/office/drawing/2014/main" id="{55DB6DB5-6C70-D264-DB5F-8BD04FD9D75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D58D2E5-4C9B-4FAB-03D5-13A57683275C}"/>
              </a:ext>
            </a:extLst>
          </p:cNvPr>
          <p:cNvSpPr>
            <a:spLocks noGrp="1" noChangeArrowheads="1"/>
          </p:cNvSpPr>
          <p:nvPr>
            <p:ph type="sldNum" sz="quarter" idx="5"/>
          </p:nvPr>
        </p:nvSpPr>
        <p:spPr>
          <a:ln/>
        </p:spPr>
        <p:txBody>
          <a:bodyPr/>
          <a:lstStyle/>
          <a:p>
            <a:fld id="{E416AE04-DCE6-0847-82F3-86AB7E615EB4}" type="slidenum">
              <a:rPr lang="en-US" altLang="th-TH"/>
              <a:pPr/>
              <a:t>5</a:t>
            </a:fld>
            <a:endParaRPr lang="en-US" altLang="th-TH"/>
          </a:p>
        </p:txBody>
      </p:sp>
      <p:sp>
        <p:nvSpPr>
          <p:cNvPr id="904194" name="Rectangle 2">
            <a:extLst>
              <a:ext uri="{FF2B5EF4-FFF2-40B4-BE49-F238E27FC236}">
                <a16:creationId xmlns:a16="http://schemas.microsoft.com/office/drawing/2014/main" id="{0A937B38-3D16-0C64-99F3-2AE888E5EB2D}"/>
              </a:ext>
            </a:extLst>
          </p:cNvPr>
          <p:cNvSpPr>
            <a:spLocks noRot="1" noChangeArrowheads="1" noTextEdit="1"/>
          </p:cNvSpPr>
          <p:nvPr>
            <p:ph type="sldImg"/>
          </p:nvPr>
        </p:nvSpPr>
        <p:spPr>
          <a:ln/>
        </p:spPr>
      </p:sp>
      <p:sp>
        <p:nvSpPr>
          <p:cNvPr id="904195" name="Rectangle 3">
            <a:extLst>
              <a:ext uri="{FF2B5EF4-FFF2-40B4-BE49-F238E27FC236}">
                <a16:creationId xmlns:a16="http://schemas.microsoft.com/office/drawing/2014/main" id="{E35DA216-CAC8-206A-3D69-0398A4FD3A2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52C6D74-C0DF-69B6-ADDB-34234A331925}"/>
              </a:ext>
            </a:extLst>
          </p:cNvPr>
          <p:cNvSpPr>
            <a:spLocks noGrp="1" noChangeArrowheads="1"/>
          </p:cNvSpPr>
          <p:nvPr>
            <p:ph type="sldNum" sz="quarter" idx="5"/>
          </p:nvPr>
        </p:nvSpPr>
        <p:spPr>
          <a:ln/>
        </p:spPr>
        <p:txBody>
          <a:bodyPr/>
          <a:lstStyle/>
          <a:p>
            <a:fld id="{C0DA9D23-6DA7-C54D-B25E-BC2574FF2886}" type="slidenum">
              <a:rPr lang="en-US" altLang="th-TH"/>
              <a:pPr/>
              <a:t>6</a:t>
            </a:fld>
            <a:endParaRPr lang="en-US" altLang="th-TH"/>
          </a:p>
        </p:txBody>
      </p:sp>
      <p:sp>
        <p:nvSpPr>
          <p:cNvPr id="905218" name="Rectangle 2">
            <a:extLst>
              <a:ext uri="{FF2B5EF4-FFF2-40B4-BE49-F238E27FC236}">
                <a16:creationId xmlns:a16="http://schemas.microsoft.com/office/drawing/2014/main" id="{1463E762-B0B6-B42A-E9EF-10D761723973}"/>
              </a:ext>
            </a:extLst>
          </p:cNvPr>
          <p:cNvSpPr>
            <a:spLocks noRot="1" noChangeArrowheads="1" noTextEdit="1"/>
          </p:cNvSpPr>
          <p:nvPr>
            <p:ph type="sldImg"/>
          </p:nvPr>
        </p:nvSpPr>
        <p:spPr>
          <a:ln/>
        </p:spPr>
      </p:sp>
      <p:sp>
        <p:nvSpPr>
          <p:cNvPr id="905219" name="Rectangle 3">
            <a:extLst>
              <a:ext uri="{FF2B5EF4-FFF2-40B4-BE49-F238E27FC236}">
                <a16:creationId xmlns:a16="http://schemas.microsoft.com/office/drawing/2014/main" id="{A2DC2C83-7F33-0BE1-927C-70826A33F08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882E40E-F87C-306F-3196-0D64F334DD94}"/>
              </a:ext>
            </a:extLst>
          </p:cNvPr>
          <p:cNvSpPr>
            <a:spLocks noGrp="1" noChangeArrowheads="1"/>
          </p:cNvSpPr>
          <p:nvPr>
            <p:ph type="sldNum" sz="quarter" idx="5"/>
          </p:nvPr>
        </p:nvSpPr>
        <p:spPr>
          <a:ln/>
        </p:spPr>
        <p:txBody>
          <a:bodyPr/>
          <a:lstStyle/>
          <a:p>
            <a:fld id="{DE35BD21-CBE8-5946-B544-CA0BA297F8A4}" type="slidenum">
              <a:rPr lang="en-US" altLang="th-TH"/>
              <a:pPr/>
              <a:t>7</a:t>
            </a:fld>
            <a:endParaRPr lang="en-US" altLang="th-TH"/>
          </a:p>
        </p:txBody>
      </p:sp>
      <p:sp>
        <p:nvSpPr>
          <p:cNvPr id="906242" name="Rectangle 2">
            <a:extLst>
              <a:ext uri="{FF2B5EF4-FFF2-40B4-BE49-F238E27FC236}">
                <a16:creationId xmlns:a16="http://schemas.microsoft.com/office/drawing/2014/main" id="{378DFF12-CCEE-3018-85AE-48E87F51899B}"/>
              </a:ext>
            </a:extLst>
          </p:cNvPr>
          <p:cNvSpPr>
            <a:spLocks noRot="1" noChangeArrowheads="1" noTextEdit="1"/>
          </p:cNvSpPr>
          <p:nvPr>
            <p:ph type="sldImg"/>
          </p:nvPr>
        </p:nvSpPr>
        <p:spPr>
          <a:ln/>
        </p:spPr>
      </p:sp>
      <p:sp>
        <p:nvSpPr>
          <p:cNvPr id="906243" name="Rectangle 3">
            <a:extLst>
              <a:ext uri="{FF2B5EF4-FFF2-40B4-BE49-F238E27FC236}">
                <a16:creationId xmlns:a16="http://schemas.microsoft.com/office/drawing/2014/main" id="{2D7810CD-5C77-186D-880A-F141AB44E69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3093CEF-E7E4-68BE-B23D-B23C43EB050D}"/>
              </a:ext>
            </a:extLst>
          </p:cNvPr>
          <p:cNvSpPr>
            <a:spLocks noGrp="1" noChangeArrowheads="1"/>
          </p:cNvSpPr>
          <p:nvPr>
            <p:ph type="sldNum" sz="quarter" idx="5"/>
          </p:nvPr>
        </p:nvSpPr>
        <p:spPr>
          <a:ln/>
        </p:spPr>
        <p:txBody>
          <a:bodyPr/>
          <a:lstStyle/>
          <a:p>
            <a:fld id="{8170E113-1FD7-E949-ABD2-5DC5915C05CD}" type="slidenum">
              <a:rPr lang="en-US" altLang="th-TH"/>
              <a:pPr/>
              <a:t>8</a:t>
            </a:fld>
            <a:endParaRPr lang="en-US" altLang="th-TH"/>
          </a:p>
        </p:txBody>
      </p:sp>
      <p:sp>
        <p:nvSpPr>
          <p:cNvPr id="907266" name="Rectangle 2">
            <a:extLst>
              <a:ext uri="{FF2B5EF4-FFF2-40B4-BE49-F238E27FC236}">
                <a16:creationId xmlns:a16="http://schemas.microsoft.com/office/drawing/2014/main" id="{D7909FD3-760B-6FDF-01D8-236C7015DBE6}"/>
              </a:ext>
            </a:extLst>
          </p:cNvPr>
          <p:cNvSpPr>
            <a:spLocks noRot="1" noChangeArrowheads="1" noTextEdit="1"/>
          </p:cNvSpPr>
          <p:nvPr>
            <p:ph type="sldImg"/>
          </p:nvPr>
        </p:nvSpPr>
        <p:spPr>
          <a:ln/>
        </p:spPr>
      </p:sp>
      <p:sp>
        <p:nvSpPr>
          <p:cNvPr id="907267" name="Rectangle 3">
            <a:extLst>
              <a:ext uri="{FF2B5EF4-FFF2-40B4-BE49-F238E27FC236}">
                <a16:creationId xmlns:a16="http://schemas.microsoft.com/office/drawing/2014/main" id="{4A7EFEEE-2164-40D8-6891-FD2CB6F689F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B0C0763-5B0E-97BF-D6FA-A0B46E7E3A6F}"/>
              </a:ext>
            </a:extLst>
          </p:cNvPr>
          <p:cNvSpPr>
            <a:spLocks noGrp="1" noChangeArrowheads="1"/>
          </p:cNvSpPr>
          <p:nvPr>
            <p:ph type="sldNum" sz="quarter" idx="5"/>
          </p:nvPr>
        </p:nvSpPr>
        <p:spPr>
          <a:ln/>
        </p:spPr>
        <p:txBody>
          <a:bodyPr/>
          <a:lstStyle/>
          <a:p>
            <a:fld id="{098FAA13-EA32-9E42-8504-3C66DF901F79}" type="slidenum">
              <a:rPr lang="en-US" altLang="th-TH"/>
              <a:pPr/>
              <a:t>9</a:t>
            </a:fld>
            <a:endParaRPr lang="en-US" altLang="th-TH"/>
          </a:p>
        </p:txBody>
      </p:sp>
      <p:sp>
        <p:nvSpPr>
          <p:cNvPr id="908290" name="Rectangle 2">
            <a:extLst>
              <a:ext uri="{FF2B5EF4-FFF2-40B4-BE49-F238E27FC236}">
                <a16:creationId xmlns:a16="http://schemas.microsoft.com/office/drawing/2014/main" id="{18D4860E-91C8-7DE1-FE68-C6229E641B82}"/>
              </a:ext>
            </a:extLst>
          </p:cNvPr>
          <p:cNvSpPr>
            <a:spLocks noRot="1" noChangeArrowheads="1" noTextEdit="1"/>
          </p:cNvSpPr>
          <p:nvPr>
            <p:ph type="sldImg"/>
          </p:nvPr>
        </p:nvSpPr>
        <p:spPr>
          <a:ln/>
        </p:spPr>
      </p:sp>
      <p:sp>
        <p:nvSpPr>
          <p:cNvPr id="908291" name="Rectangle 3">
            <a:extLst>
              <a:ext uri="{FF2B5EF4-FFF2-40B4-BE49-F238E27FC236}">
                <a16:creationId xmlns:a16="http://schemas.microsoft.com/office/drawing/2014/main" id="{241C2EB0-026A-2D43-741C-7D75695923D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A54C1EE-DEFF-E677-2B86-A57A164A75D8}"/>
              </a:ext>
            </a:extLst>
          </p:cNvPr>
          <p:cNvSpPr>
            <a:spLocks noGrp="1" noChangeArrowheads="1"/>
          </p:cNvSpPr>
          <p:nvPr>
            <p:ph type="sldNum" sz="quarter" idx="5"/>
          </p:nvPr>
        </p:nvSpPr>
        <p:spPr>
          <a:ln/>
        </p:spPr>
        <p:txBody>
          <a:bodyPr/>
          <a:lstStyle/>
          <a:p>
            <a:fld id="{C7AC5D52-D08F-DB4A-8E49-F957C7AAD034}" type="slidenum">
              <a:rPr lang="en-US" altLang="th-TH"/>
              <a:pPr/>
              <a:t>10</a:t>
            </a:fld>
            <a:endParaRPr lang="en-US" altLang="th-TH"/>
          </a:p>
        </p:txBody>
      </p:sp>
      <p:sp>
        <p:nvSpPr>
          <p:cNvPr id="909314" name="Rectangle 2">
            <a:extLst>
              <a:ext uri="{FF2B5EF4-FFF2-40B4-BE49-F238E27FC236}">
                <a16:creationId xmlns:a16="http://schemas.microsoft.com/office/drawing/2014/main" id="{359A3CDA-9C4F-5ECA-6296-3ADFDD5A87DD}"/>
              </a:ext>
            </a:extLst>
          </p:cNvPr>
          <p:cNvSpPr>
            <a:spLocks noRot="1" noChangeArrowheads="1" noTextEdit="1"/>
          </p:cNvSpPr>
          <p:nvPr>
            <p:ph type="sldImg"/>
          </p:nvPr>
        </p:nvSpPr>
        <p:spPr>
          <a:ln/>
        </p:spPr>
      </p:sp>
      <p:sp>
        <p:nvSpPr>
          <p:cNvPr id="909315" name="Rectangle 3">
            <a:extLst>
              <a:ext uri="{FF2B5EF4-FFF2-40B4-BE49-F238E27FC236}">
                <a16:creationId xmlns:a16="http://schemas.microsoft.com/office/drawing/2014/main" id="{15117207-D07D-7EF4-ED4A-88AF652627F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DA6C0C7-2D6B-6DFF-6B42-8E6C066966A5}"/>
              </a:ext>
            </a:extLst>
          </p:cNvPr>
          <p:cNvSpPr>
            <a:spLocks noGrp="1" noChangeArrowheads="1"/>
          </p:cNvSpPr>
          <p:nvPr>
            <p:ph type="sldNum" sz="quarter" idx="5"/>
          </p:nvPr>
        </p:nvSpPr>
        <p:spPr>
          <a:ln/>
        </p:spPr>
        <p:txBody>
          <a:bodyPr/>
          <a:lstStyle/>
          <a:p>
            <a:fld id="{87AF282F-5423-5041-8504-CA2044F15257}" type="slidenum">
              <a:rPr lang="en-US" altLang="th-TH"/>
              <a:pPr/>
              <a:t>11</a:t>
            </a:fld>
            <a:endParaRPr lang="en-US" altLang="th-TH"/>
          </a:p>
        </p:txBody>
      </p:sp>
      <p:sp>
        <p:nvSpPr>
          <p:cNvPr id="910338" name="Rectangle 2">
            <a:extLst>
              <a:ext uri="{FF2B5EF4-FFF2-40B4-BE49-F238E27FC236}">
                <a16:creationId xmlns:a16="http://schemas.microsoft.com/office/drawing/2014/main" id="{2E218D84-8AEF-3B23-DC7D-07738CE2C03B}"/>
              </a:ext>
            </a:extLst>
          </p:cNvPr>
          <p:cNvSpPr>
            <a:spLocks noRot="1" noChangeArrowheads="1" noTextEdit="1"/>
          </p:cNvSpPr>
          <p:nvPr>
            <p:ph type="sldImg"/>
          </p:nvPr>
        </p:nvSpPr>
        <p:spPr>
          <a:ln/>
        </p:spPr>
      </p:sp>
      <p:sp>
        <p:nvSpPr>
          <p:cNvPr id="910339" name="Rectangle 3">
            <a:extLst>
              <a:ext uri="{FF2B5EF4-FFF2-40B4-BE49-F238E27FC236}">
                <a16:creationId xmlns:a16="http://schemas.microsoft.com/office/drawing/2014/main" id="{9432845C-267D-9A49-2BC9-E6CFE8AA1FE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231CD50-7C4B-D0F0-2DD8-D87B7DC66919}"/>
              </a:ext>
            </a:extLst>
          </p:cNvPr>
          <p:cNvSpPr>
            <a:spLocks noGrp="1" noChangeArrowheads="1"/>
          </p:cNvSpPr>
          <p:nvPr>
            <p:ph type="sldNum" sz="quarter" idx="5"/>
          </p:nvPr>
        </p:nvSpPr>
        <p:spPr>
          <a:ln/>
        </p:spPr>
        <p:txBody>
          <a:bodyPr/>
          <a:lstStyle/>
          <a:p>
            <a:fld id="{3855D098-B382-D147-84C9-DFC3D925D016}" type="slidenum">
              <a:rPr lang="en-US" altLang="th-TH"/>
              <a:pPr/>
              <a:t>12</a:t>
            </a:fld>
            <a:endParaRPr lang="en-US" altLang="th-TH"/>
          </a:p>
        </p:txBody>
      </p:sp>
      <p:sp>
        <p:nvSpPr>
          <p:cNvPr id="911362" name="Rectangle 2">
            <a:extLst>
              <a:ext uri="{FF2B5EF4-FFF2-40B4-BE49-F238E27FC236}">
                <a16:creationId xmlns:a16="http://schemas.microsoft.com/office/drawing/2014/main" id="{429FA04B-A79F-25C4-2FFD-3A283E0025F4}"/>
              </a:ext>
            </a:extLst>
          </p:cNvPr>
          <p:cNvSpPr>
            <a:spLocks noRot="1" noChangeArrowheads="1" noTextEdit="1"/>
          </p:cNvSpPr>
          <p:nvPr>
            <p:ph type="sldImg"/>
          </p:nvPr>
        </p:nvSpPr>
        <p:spPr>
          <a:ln/>
        </p:spPr>
      </p:sp>
      <p:sp>
        <p:nvSpPr>
          <p:cNvPr id="911363" name="Rectangle 3">
            <a:extLst>
              <a:ext uri="{FF2B5EF4-FFF2-40B4-BE49-F238E27FC236}">
                <a16:creationId xmlns:a16="http://schemas.microsoft.com/office/drawing/2014/main" id="{B8691D73-21FC-19E3-C236-FEA4777F9D8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576DCE-70AE-296D-C403-38496E3CFADC}"/>
              </a:ext>
            </a:extLst>
          </p:cNvPr>
          <p:cNvSpPr>
            <a:spLocks noGrp="1" noChangeArrowheads="1"/>
          </p:cNvSpPr>
          <p:nvPr>
            <p:ph type="sldNum" sz="quarter" idx="5"/>
          </p:nvPr>
        </p:nvSpPr>
        <p:spPr>
          <a:ln/>
        </p:spPr>
        <p:txBody>
          <a:bodyPr/>
          <a:lstStyle/>
          <a:p>
            <a:fld id="{973D04BC-C32C-D14D-A86E-F399A13529C4}" type="slidenum">
              <a:rPr lang="en-US" altLang="th-TH"/>
              <a:pPr/>
              <a:t>13</a:t>
            </a:fld>
            <a:endParaRPr lang="en-US" altLang="th-TH"/>
          </a:p>
        </p:txBody>
      </p:sp>
      <p:sp>
        <p:nvSpPr>
          <p:cNvPr id="912386" name="Rectangle 2">
            <a:extLst>
              <a:ext uri="{FF2B5EF4-FFF2-40B4-BE49-F238E27FC236}">
                <a16:creationId xmlns:a16="http://schemas.microsoft.com/office/drawing/2014/main" id="{C04A7719-9775-0923-5A41-4092FFE342C4}"/>
              </a:ext>
            </a:extLst>
          </p:cNvPr>
          <p:cNvSpPr>
            <a:spLocks noRot="1" noChangeArrowheads="1" noTextEdit="1"/>
          </p:cNvSpPr>
          <p:nvPr>
            <p:ph type="sldImg"/>
          </p:nvPr>
        </p:nvSpPr>
        <p:spPr>
          <a:ln/>
        </p:spPr>
      </p:sp>
      <p:sp>
        <p:nvSpPr>
          <p:cNvPr id="912387" name="Rectangle 3">
            <a:extLst>
              <a:ext uri="{FF2B5EF4-FFF2-40B4-BE49-F238E27FC236}">
                <a16:creationId xmlns:a16="http://schemas.microsoft.com/office/drawing/2014/main" id="{6C25E488-5D25-05EC-6C2A-366B2EEDD6D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622241-3CD4-5D46-599B-E30006BB5B19}"/>
              </a:ext>
            </a:extLst>
          </p:cNvPr>
          <p:cNvSpPr>
            <a:spLocks noGrp="1" noChangeArrowheads="1"/>
          </p:cNvSpPr>
          <p:nvPr>
            <p:ph type="sldNum" sz="quarter" idx="5"/>
          </p:nvPr>
        </p:nvSpPr>
        <p:spPr>
          <a:ln/>
        </p:spPr>
        <p:txBody>
          <a:bodyPr/>
          <a:lstStyle/>
          <a:p>
            <a:fld id="{7A5A5AEA-3D08-FB4B-BF4E-F852C4558DA0}" type="slidenum">
              <a:rPr lang="en-US" altLang="th-TH"/>
              <a:pPr/>
              <a:t>14</a:t>
            </a:fld>
            <a:endParaRPr lang="en-US" altLang="th-TH"/>
          </a:p>
        </p:txBody>
      </p:sp>
      <p:sp>
        <p:nvSpPr>
          <p:cNvPr id="913410" name="Rectangle 2">
            <a:extLst>
              <a:ext uri="{FF2B5EF4-FFF2-40B4-BE49-F238E27FC236}">
                <a16:creationId xmlns:a16="http://schemas.microsoft.com/office/drawing/2014/main" id="{336D38BD-81C2-390E-E354-042B613B20A8}"/>
              </a:ext>
            </a:extLst>
          </p:cNvPr>
          <p:cNvSpPr>
            <a:spLocks noRot="1" noChangeArrowheads="1" noTextEdit="1"/>
          </p:cNvSpPr>
          <p:nvPr>
            <p:ph type="sldImg"/>
          </p:nvPr>
        </p:nvSpPr>
        <p:spPr>
          <a:ln/>
        </p:spPr>
      </p:sp>
      <p:sp>
        <p:nvSpPr>
          <p:cNvPr id="913411" name="Rectangle 3">
            <a:extLst>
              <a:ext uri="{FF2B5EF4-FFF2-40B4-BE49-F238E27FC236}">
                <a16:creationId xmlns:a16="http://schemas.microsoft.com/office/drawing/2014/main" id="{E3C0FEAA-4C01-E9E3-3733-6412A50AE01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C5A9559-F3B1-7704-6E68-431A43988AFE}"/>
              </a:ext>
            </a:extLst>
          </p:cNvPr>
          <p:cNvSpPr>
            <a:spLocks noGrp="1" noChangeArrowheads="1"/>
          </p:cNvSpPr>
          <p:nvPr>
            <p:ph type="sldNum" sz="quarter" idx="5"/>
          </p:nvPr>
        </p:nvSpPr>
        <p:spPr>
          <a:ln/>
        </p:spPr>
        <p:txBody>
          <a:bodyPr/>
          <a:lstStyle/>
          <a:p>
            <a:fld id="{756C75A3-5E18-0E4E-9DB4-F429EB4EBAB5}" type="slidenum">
              <a:rPr lang="en-US" altLang="th-TH"/>
              <a:pPr/>
              <a:t>15</a:t>
            </a:fld>
            <a:endParaRPr lang="en-US" altLang="th-TH"/>
          </a:p>
        </p:txBody>
      </p:sp>
      <p:sp>
        <p:nvSpPr>
          <p:cNvPr id="914434" name="Rectangle 2">
            <a:extLst>
              <a:ext uri="{FF2B5EF4-FFF2-40B4-BE49-F238E27FC236}">
                <a16:creationId xmlns:a16="http://schemas.microsoft.com/office/drawing/2014/main" id="{1DCE5A98-897C-1152-7768-549AA57BA05F}"/>
              </a:ext>
            </a:extLst>
          </p:cNvPr>
          <p:cNvSpPr>
            <a:spLocks noRot="1" noChangeArrowheads="1" noTextEdit="1"/>
          </p:cNvSpPr>
          <p:nvPr>
            <p:ph type="sldImg"/>
          </p:nvPr>
        </p:nvSpPr>
        <p:spPr>
          <a:ln/>
        </p:spPr>
      </p:sp>
      <p:sp>
        <p:nvSpPr>
          <p:cNvPr id="914435" name="Rectangle 3">
            <a:extLst>
              <a:ext uri="{FF2B5EF4-FFF2-40B4-BE49-F238E27FC236}">
                <a16:creationId xmlns:a16="http://schemas.microsoft.com/office/drawing/2014/main" id="{02CFE7E9-7AD2-6250-4AD3-E34310057E7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1AAC5A8-BE90-4EFE-713F-103CA9325D22}"/>
              </a:ext>
            </a:extLst>
          </p:cNvPr>
          <p:cNvSpPr>
            <a:spLocks noGrp="1" noChangeArrowheads="1"/>
          </p:cNvSpPr>
          <p:nvPr>
            <p:ph type="sldNum" sz="quarter" idx="5"/>
          </p:nvPr>
        </p:nvSpPr>
        <p:spPr>
          <a:ln/>
        </p:spPr>
        <p:txBody>
          <a:bodyPr/>
          <a:lstStyle/>
          <a:p>
            <a:fld id="{3DAC7869-9997-7F42-A1EF-825D2B6FAB54}" type="slidenum">
              <a:rPr lang="en-US" altLang="th-TH"/>
              <a:pPr/>
              <a:t>16</a:t>
            </a:fld>
            <a:endParaRPr lang="en-US" altLang="th-TH"/>
          </a:p>
        </p:txBody>
      </p:sp>
      <p:sp>
        <p:nvSpPr>
          <p:cNvPr id="915458" name="Rectangle 2">
            <a:extLst>
              <a:ext uri="{FF2B5EF4-FFF2-40B4-BE49-F238E27FC236}">
                <a16:creationId xmlns:a16="http://schemas.microsoft.com/office/drawing/2014/main" id="{5D84A4EE-5B87-19DE-2C0D-B10C66E316B1}"/>
              </a:ext>
            </a:extLst>
          </p:cNvPr>
          <p:cNvSpPr>
            <a:spLocks noRot="1" noChangeArrowheads="1" noTextEdit="1"/>
          </p:cNvSpPr>
          <p:nvPr>
            <p:ph type="sldImg"/>
          </p:nvPr>
        </p:nvSpPr>
        <p:spPr>
          <a:ln/>
        </p:spPr>
      </p:sp>
      <p:sp>
        <p:nvSpPr>
          <p:cNvPr id="915459" name="Rectangle 3">
            <a:extLst>
              <a:ext uri="{FF2B5EF4-FFF2-40B4-BE49-F238E27FC236}">
                <a16:creationId xmlns:a16="http://schemas.microsoft.com/office/drawing/2014/main" id="{23C1B25A-C9D0-43CE-18F8-F93DA693C40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ACB2F47-3D8E-EC90-BBED-1CB0F3FF1C5E}"/>
              </a:ext>
            </a:extLst>
          </p:cNvPr>
          <p:cNvSpPr>
            <a:spLocks noGrp="1" noChangeArrowheads="1"/>
          </p:cNvSpPr>
          <p:nvPr>
            <p:ph type="sldNum" sz="quarter" idx="5"/>
          </p:nvPr>
        </p:nvSpPr>
        <p:spPr>
          <a:ln/>
        </p:spPr>
        <p:txBody>
          <a:bodyPr/>
          <a:lstStyle/>
          <a:p>
            <a:fld id="{AA4C924D-1BC6-764D-9A63-79404A58AF26}" type="slidenum">
              <a:rPr lang="en-US" altLang="th-TH"/>
              <a:pPr/>
              <a:t>17</a:t>
            </a:fld>
            <a:endParaRPr lang="en-US" altLang="th-TH"/>
          </a:p>
        </p:txBody>
      </p:sp>
      <p:sp>
        <p:nvSpPr>
          <p:cNvPr id="916482" name="Rectangle 2">
            <a:extLst>
              <a:ext uri="{FF2B5EF4-FFF2-40B4-BE49-F238E27FC236}">
                <a16:creationId xmlns:a16="http://schemas.microsoft.com/office/drawing/2014/main" id="{B5ECD8A6-80EC-F43D-7FDB-8B69A92CCCBE}"/>
              </a:ext>
            </a:extLst>
          </p:cNvPr>
          <p:cNvSpPr>
            <a:spLocks noRot="1" noChangeArrowheads="1" noTextEdit="1"/>
          </p:cNvSpPr>
          <p:nvPr>
            <p:ph type="sldImg"/>
          </p:nvPr>
        </p:nvSpPr>
        <p:spPr>
          <a:ln/>
        </p:spPr>
      </p:sp>
      <p:sp>
        <p:nvSpPr>
          <p:cNvPr id="916483" name="Rectangle 3">
            <a:extLst>
              <a:ext uri="{FF2B5EF4-FFF2-40B4-BE49-F238E27FC236}">
                <a16:creationId xmlns:a16="http://schemas.microsoft.com/office/drawing/2014/main" id="{EF5AE575-3F47-571D-3D15-81A9CAAB0E2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FC96914-59C5-7F91-86EC-0450846D707F}"/>
              </a:ext>
            </a:extLst>
          </p:cNvPr>
          <p:cNvSpPr>
            <a:spLocks noGrp="1" noChangeArrowheads="1"/>
          </p:cNvSpPr>
          <p:nvPr>
            <p:ph type="sldNum" sz="quarter" idx="5"/>
          </p:nvPr>
        </p:nvSpPr>
        <p:spPr>
          <a:ln/>
        </p:spPr>
        <p:txBody>
          <a:bodyPr/>
          <a:lstStyle/>
          <a:p>
            <a:fld id="{E189216B-69ED-AA46-B51E-97138F8233FA}" type="slidenum">
              <a:rPr lang="en-US" altLang="th-TH"/>
              <a:pPr/>
              <a:t>18</a:t>
            </a:fld>
            <a:endParaRPr lang="en-US" altLang="th-TH"/>
          </a:p>
        </p:txBody>
      </p:sp>
      <p:sp>
        <p:nvSpPr>
          <p:cNvPr id="917506" name="Rectangle 2">
            <a:extLst>
              <a:ext uri="{FF2B5EF4-FFF2-40B4-BE49-F238E27FC236}">
                <a16:creationId xmlns:a16="http://schemas.microsoft.com/office/drawing/2014/main" id="{69CA9BF3-5187-D6B6-8DDE-4CB301457243}"/>
              </a:ext>
            </a:extLst>
          </p:cNvPr>
          <p:cNvSpPr>
            <a:spLocks noRot="1" noChangeArrowheads="1" noTextEdit="1"/>
          </p:cNvSpPr>
          <p:nvPr>
            <p:ph type="sldImg"/>
          </p:nvPr>
        </p:nvSpPr>
        <p:spPr>
          <a:ln/>
        </p:spPr>
      </p:sp>
      <p:sp>
        <p:nvSpPr>
          <p:cNvPr id="917507" name="Rectangle 3">
            <a:extLst>
              <a:ext uri="{FF2B5EF4-FFF2-40B4-BE49-F238E27FC236}">
                <a16:creationId xmlns:a16="http://schemas.microsoft.com/office/drawing/2014/main" id="{E3D7EA15-4D45-9867-CCEF-DECBF08C664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BFFD2DA-CEFE-B3EA-8CE6-A69BB1E35949}"/>
              </a:ext>
            </a:extLst>
          </p:cNvPr>
          <p:cNvSpPr>
            <a:spLocks noGrp="1" noChangeArrowheads="1"/>
          </p:cNvSpPr>
          <p:nvPr>
            <p:ph type="sldNum" sz="quarter" idx="5"/>
          </p:nvPr>
        </p:nvSpPr>
        <p:spPr>
          <a:ln/>
        </p:spPr>
        <p:txBody>
          <a:bodyPr/>
          <a:lstStyle/>
          <a:p>
            <a:fld id="{F997D8B1-DEDD-9140-9907-686E7C47252B}" type="slidenum">
              <a:rPr lang="en-US" altLang="th-TH"/>
              <a:pPr/>
              <a:t>19</a:t>
            </a:fld>
            <a:endParaRPr lang="en-US" altLang="th-TH"/>
          </a:p>
        </p:txBody>
      </p:sp>
      <p:sp>
        <p:nvSpPr>
          <p:cNvPr id="918530" name="Rectangle 2">
            <a:extLst>
              <a:ext uri="{FF2B5EF4-FFF2-40B4-BE49-F238E27FC236}">
                <a16:creationId xmlns:a16="http://schemas.microsoft.com/office/drawing/2014/main" id="{731BF606-82EA-2161-4742-CA48AC4991CC}"/>
              </a:ext>
            </a:extLst>
          </p:cNvPr>
          <p:cNvSpPr>
            <a:spLocks noRot="1" noChangeArrowheads="1" noTextEdit="1"/>
          </p:cNvSpPr>
          <p:nvPr>
            <p:ph type="sldImg"/>
          </p:nvPr>
        </p:nvSpPr>
        <p:spPr>
          <a:ln/>
        </p:spPr>
      </p:sp>
      <p:sp>
        <p:nvSpPr>
          <p:cNvPr id="918531" name="Rectangle 3">
            <a:extLst>
              <a:ext uri="{FF2B5EF4-FFF2-40B4-BE49-F238E27FC236}">
                <a16:creationId xmlns:a16="http://schemas.microsoft.com/office/drawing/2014/main" id="{158163EF-75D3-D5C0-F7E0-8799F17BC3A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4E6E28A-EA8C-69D4-2D41-00968DD99746}"/>
              </a:ext>
            </a:extLst>
          </p:cNvPr>
          <p:cNvSpPr>
            <a:spLocks noGrp="1" noChangeArrowheads="1"/>
          </p:cNvSpPr>
          <p:nvPr>
            <p:ph type="sldNum" sz="quarter" idx="5"/>
          </p:nvPr>
        </p:nvSpPr>
        <p:spPr>
          <a:ln/>
        </p:spPr>
        <p:txBody>
          <a:bodyPr/>
          <a:lstStyle/>
          <a:p>
            <a:fld id="{FF71DF01-2534-A14F-B180-D8671081F57A}" type="slidenum">
              <a:rPr lang="en-US" altLang="th-TH"/>
              <a:pPr/>
              <a:t>20</a:t>
            </a:fld>
            <a:endParaRPr lang="en-US" altLang="th-TH"/>
          </a:p>
        </p:txBody>
      </p:sp>
      <p:sp>
        <p:nvSpPr>
          <p:cNvPr id="919554" name="Rectangle 2">
            <a:extLst>
              <a:ext uri="{FF2B5EF4-FFF2-40B4-BE49-F238E27FC236}">
                <a16:creationId xmlns:a16="http://schemas.microsoft.com/office/drawing/2014/main" id="{E8A1717A-164F-5CD3-A4E7-6DCADD222DEC}"/>
              </a:ext>
            </a:extLst>
          </p:cNvPr>
          <p:cNvSpPr>
            <a:spLocks noRot="1" noChangeArrowheads="1" noTextEdit="1"/>
          </p:cNvSpPr>
          <p:nvPr>
            <p:ph type="sldImg"/>
          </p:nvPr>
        </p:nvSpPr>
        <p:spPr>
          <a:ln/>
        </p:spPr>
      </p:sp>
      <p:sp>
        <p:nvSpPr>
          <p:cNvPr id="919555" name="Rectangle 3">
            <a:extLst>
              <a:ext uri="{FF2B5EF4-FFF2-40B4-BE49-F238E27FC236}">
                <a16:creationId xmlns:a16="http://schemas.microsoft.com/office/drawing/2014/main" id="{13F509AB-FFEA-D15A-2EA8-C74140BAB22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800AC74-64C7-A3D0-FD57-7879D4FF3DB1}"/>
              </a:ext>
            </a:extLst>
          </p:cNvPr>
          <p:cNvSpPr>
            <a:spLocks noGrp="1" noChangeArrowheads="1"/>
          </p:cNvSpPr>
          <p:nvPr>
            <p:ph type="sldNum" sz="quarter" idx="5"/>
          </p:nvPr>
        </p:nvSpPr>
        <p:spPr>
          <a:ln/>
        </p:spPr>
        <p:txBody>
          <a:bodyPr/>
          <a:lstStyle/>
          <a:p>
            <a:fld id="{CD65AB75-2240-FB47-81F8-71B079A2D059}" type="slidenum">
              <a:rPr lang="en-US" altLang="th-TH"/>
              <a:pPr/>
              <a:t>21</a:t>
            </a:fld>
            <a:endParaRPr lang="en-US" altLang="th-TH"/>
          </a:p>
        </p:txBody>
      </p:sp>
      <p:sp>
        <p:nvSpPr>
          <p:cNvPr id="920578" name="Rectangle 2">
            <a:extLst>
              <a:ext uri="{FF2B5EF4-FFF2-40B4-BE49-F238E27FC236}">
                <a16:creationId xmlns:a16="http://schemas.microsoft.com/office/drawing/2014/main" id="{D9CEA1A6-B124-9EF0-80CB-FDB36B342FD3}"/>
              </a:ext>
            </a:extLst>
          </p:cNvPr>
          <p:cNvSpPr>
            <a:spLocks noRot="1" noChangeArrowheads="1" noTextEdit="1"/>
          </p:cNvSpPr>
          <p:nvPr>
            <p:ph type="sldImg"/>
          </p:nvPr>
        </p:nvSpPr>
        <p:spPr>
          <a:ln/>
        </p:spPr>
      </p:sp>
      <p:sp>
        <p:nvSpPr>
          <p:cNvPr id="920579" name="Rectangle 3">
            <a:extLst>
              <a:ext uri="{FF2B5EF4-FFF2-40B4-BE49-F238E27FC236}">
                <a16:creationId xmlns:a16="http://schemas.microsoft.com/office/drawing/2014/main" id="{5CE6DD21-E14B-1B08-38CF-8EDD3470260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D4066D4-71EA-980B-50A5-E7C61157E0E5}"/>
              </a:ext>
            </a:extLst>
          </p:cNvPr>
          <p:cNvSpPr>
            <a:spLocks noGrp="1" noChangeArrowheads="1"/>
          </p:cNvSpPr>
          <p:nvPr>
            <p:ph type="sldNum" sz="quarter" idx="5"/>
          </p:nvPr>
        </p:nvSpPr>
        <p:spPr>
          <a:ln/>
        </p:spPr>
        <p:txBody>
          <a:bodyPr/>
          <a:lstStyle/>
          <a:p>
            <a:fld id="{AD60DD8F-9987-8045-8A92-E56C5687FE3E}" type="slidenum">
              <a:rPr lang="en-US" altLang="th-TH"/>
              <a:pPr/>
              <a:t>22</a:t>
            </a:fld>
            <a:endParaRPr lang="en-US" altLang="th-TH"/>
          </a:p>
        </p:txBody>
      </p:sp>
      <p:sp>
        <p:nvSpPr>
          <p:cNvPr id="921602" name="Rectangle 2">
            <a:extLst>
              <a:ext uri="{FF2B5EF4-FFF2-40B4-BE49-F238E27FC236}">
                <a16:creationId xmlns:a16="http://schemas.microsoft.com/office/drawing/2014/main" id="{442B92F3-D1F7-BB45-314F-B93C93699BC3}"/>
              </a:ext>
            </a:extLst>
          </p:cNvPr>
          <p:cNvSpPr>
            <a:spLocks noRot="1" noChangeArrowheads="1" noTextEdit="1"/>
          </p:cNvSpPr>
          <p:nvPr>
            <p:ph type="sldImg"/>
          </p:nvPr>
        </p:nvSpPr>
        <p:spPr>
          <a:ln/>
        </p:spPr>
      </p:sp>
      <p:sp>
        <p:nvSpPr>
          <p:cNvPr id="921603" name="Rectangle 3">
            <a:extLst>
              <a:ext uri="{FF2B5EF4-FFF2-40B4-BE49-F238E27FC236}">
                <a16:creationId xmlns:a16="http://schemas.microsoft.com/office/drawing/2014/main" id="{5BF5D8FE-7548-C5BA-24E5-7DD7D8966B5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43B3F5E-7243-1B02-2DD1-CC2DED9F4726}"/>
              </a:ext>
            </a:extLst>
          </p:cNvPr>
          <p:cNvSpPr>
            <a:spLocks noGrp="1" noChangeArrowheads="1"/>
          </p:cNvSpPr>
          <p:nvPr>
            <p:ph type="sldNum" sz="quarter" idx="5"/>
          </p:nvPr>
        </p:nvSpPr>
        <p:spPr>
          <a:ln/>
        </p:spPr>
        <p:txBody>
          <a:bodyPr/>
          <a:lstStyle/>
          <a:p>
            <a:fld id="{79054809-E105-594A-A7C2-53AE89611980}" type="slidenum">
              <a:rPr lang="en-US" altLang="th-TH"/>
              <a:pPr/>
              <a:t>23</a:t>
            </a:fld>
            <a:endParaRPr lang="en-US" altLang="th-TH"/>
          </a:p>
        </p:txBody>
      </p:sp>
      <p:sp>
        <p:nvSpPr>
          <p:cNvPr id="922626" name="Rectangle 2">
            <a:extLst>
              <a:ext uri="{FF2B5EF4-FFF2-40B4-BE49-F238E27FC236}">
                <a16:creationId xmlns:a16="http://schemas.microsoft.com/office/drawing/2014/main" id="{B1D76080-4AFC-A909-9C4F-9B6A617E03F2}"/>
              </a:ext>
            </a:extLst>
          </p:cNvPr>
          <p:cNvSpPr>
            <a:spLocks noRot="1" noChangeArrowheads="1" noTextEdit="1"/>
          </p:cNvSpPr>
          <p:nvPr>
            <p:ph type="sldImg"/>
          </p:nvPr>
        </p:nvSpPr>
        <p:spPr>
          <a:ln/>
        </p:spPr>
      </p:sp>
      <p:sp>
        <p:nvSpPr>
          <p:cNvPr id="922627" name="Rectangle 3">
            <a:extLst>
              <a:ext uri="{FF2B5EF4-FFF2-40B4-BE49-F238E27FC236}">
                <a16:creationId xmlns:a16="http://schemas.microsoft.com/office/drawing/2014/main" id="{71191E7E-1E11-DE8F-A819-39FC5D2D098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64AA1B0-51ED-1CB7-CF4E-6B6135D0AC6C}"/>
              </a:ext>
            </a:extLst>
          </p:cNvPr>
          <p:cNvSpPr>
            <a:spLocks noGrp="1" noChangeArrowheads="1"/>
          </p:cNvSpPr>
          <p:nvPr>
            <p:ph type="sldNum" sz="quarter" idx="5"/>
          </p:nvPr>
        </p:nvSpPr>
        <p:spPr>
          <a:ln/>
        </p:spPr>
        <p:txBody>
          <a:bodyPr/>
          <a:lstStyle/>
          <a:p>
            <a:fld id="{8F3BBFE7-296F-C448-A040-DFBD04948841}" type="slidenum">
              <a:rPr lang="en-US" altLang="th-TH"/>
              <a:pPr/>
              <a:t>24</a:t>
            </a:fld>
            <a:endParaRPr lang="en-US" altLang="th-TH"/>
          </a:p>
        </p:txBody>
      </p:sp>
      <p:sp>
        <p:nvSpPr>
          <p:cNvPr id="923650" name="Rectangle 2">
            <a:extLst>
              <a:ext uri="{FF2B5EF4-FFF2-40B4-BE49-F238E27FC236}">
                <a16:creationId xmlns:a16="http://schemas.microsoft.com/office/drawing/2014/main" id="{CE138A34-E0E3-1234-2035-1A7E7E52B6C1}"/>
              </a:ext>
            </a:extLst>
          </p:cNvPr>
          <p:cNvSpPr>
            <a:spLocks noRot="1" noChangeArrowheads="1" noTextEdit="1"/>
          </p:cNvSpPr>
          <p:nvPr>
            <p:ph type="sldImg"/>
          </p:nvPr>
        </p:nvSpPr>
        <p:spPr>
          <a:ln/>
        </p:spPr>
      </p:sp>
      <p:sp>
        <p:nvSpPr>
          <p:cNvPr id="923651" name="Rectangle 3">
            <a:extLst>
              <a:ext uri="{FF2B5EF4-FFF2-40B4-BE49-F238E27FC236}">
                <a16:creationId xmlns:a16="http://schemas.microsoft.com/office/drawing/2014/main" id="{3BB96B73-E302-C0DA-A86B-82234C899AD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13A15E9-29AE-00D4-B657-8B343CBD0B32}"/>
              </a:ext>
            </a:extLst>
          </p:cNvPr>
          <p:cNvSpPr>
            <a:spLocks noGrp="1" noChangeArrowheads="1"/>
          </p:cNvSpPr>
          <p:nvPr>
            <p:ph type="sldNum" sz="quarter" idx="5"/>
          </p:nvPr>
        </p:nvSpPr>
        <p:spPr>
          <a:ln/>
        </p:spPr>
        <p:txBody>
          <a:bodyPr/>
          <a:lstStyle/>
          <a:p>
            <a:fld id="{A218EDB1-DBF9-7140-AF8B-0C12BE4DA334}" type="slidenum">
              <a:rPr lang="en-US" altLang="th-TH"/>
              <a:pPr/>
              <a:t>25</a:t>
            </a:fld>
            <a:endParaRPr lang="en-US" altLang="th-TH"/>
          </a:p>
        </p:txBody>
      </p:sp>
      <p:sp>
        <p:nvSpPr>
          <p:cNvPr id="924674" name="Rectangle 2">
            <a:extLst>
              <a:ext uri="{FF2B5EF4-FFF2-40B4-BE49-F238E27FC236}">
                <a16:creationId xmlns:a16="http://schemas.microsoft.com/office/drawing/2014/main" id="{D72DC830-E95D-8531-9ED2-36FFCB41A225}"/>
              </a:ext>
            </a:extLst>
          </p:cNvPr>
          <p:cNvSpPr>
            <a:spLocks noRot="1" noChangeArrowheads="1" noTextEdit="1"/>
          </p:cNvSpPr>
          <p:nvPr>
            <p:ph type="sldImg"/>
          </p:nvPr>
        </p:nvSpPr>
        <p:spPr>
          <a:ln/>
        </p:spPr>
      </p:sp>
      <p:sp>
        <p:nvSpPr>
          <p:cNvPr id="924675" name="Rectangle 3">
            <a:extLst>
              <a:ext uri="{FF2B5EF4-FFF2-40B4-BE49-F238E27FC236}">
                <a16:creationId xmlns:a16="http://schemas.microsoft.com/office/drawing/2014/main" id="{581A0E7B-CEB6-C6D6-FDB5-882CCD6534B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E4F4FE6-8E27-33F0-BFCD-D2B57731D897}"/>
              </a:ext>
            </a:extLst>
          </p:cNvPr>
          <p:cNvSpPr>
            <a:spLocks noGrp="1" noChangeArrowheads="1"/>
          </p:cNvSpPr>
          <p:nvPr>
            <p:ph type="sldNum" sz="quarter" idx="5"/>
          </p:nvPr>
        </p:nvSpPr>
        <p:spPr>
          <a:ln/>
        </p:spPr>
        <p:txBody>
          <a:bodyPr/>
          <a:lstStyle/>
          <a:p>
            <a:fld id="{0D94857A-D5DB-9E44-8CAA-EF56FB65AA36}" type="slidenum">
              <a:rPr lang="en-US" altLang="th-TH"/>
              <a:pPr/>
              <a:t>26</a:t>
            </a:fld>
            <a:endParaRPr lang="en-US" altLang="th-TH"/>
          </a:p>
        </p:txBody>
      </p:sp>
      <p:sp>
        <p:nvSpPr>
          <p:cNvPr id="925698" name="Rectangle 2">
            <a:extLst>
              <a:ext uri="{FF2B5EF4-FFF2-40B4-BE49-F238E27FC236}">
                <a16:creationId xmlns:a16="http://schemas.microsoft.com/office/drawing/2014/main" id="{1A2A609B-D2CE-D2E8-12F2-F728C90B7066}"/>
              </a:ext>
            </a:extLst>
          </p:cNvPr>
          <p:cNvSpPr>
            <a:spLocks noRot="1" noChangeArrowheads="1" noTextEdit="1"/>
          </p:cNvSpPr>
          <p:nvPr>
            <p:ph type="sldImg"/>
          </p:nvPr>
        </p:nvSpPr>
        <p:spPr>
          <a:ln/>
        </p:spPr>
      </p:sp>
      <p:sp>
        <p:nvSpPr>
          <p:cNvPr id="925699" name="Rectangle 3">
            <a:extLst>
              <a:ext uri="{FF2B5EF4-FFF2-40B4-BE49-F238E27FC236}">
                <a16:creationId xmlns:a16="http://schemas.microsoft.com/office/drawing/2014/main" id="{F518E9BE-190E-1519-11A7-0A9ED2F9D57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DE36720-4815-37F9-4EB1-9A577247EC81}"/>
              </a:ext>
            </a:extLst>
          </p:cNvPr>
          <p:cNvSpPr>
            <a:spLocks noGrp="1" noChangeArrowheads="1"/>
          </p:cNvSpPr>
          <p:nvPr>
            <p:ph type="sldNum" sz="quarter" idx="5"/>
          </p:nvPr>
        </p:nvSpPr>
        <p:spPr>
          <a:ln/>
        </p:spPr>
        <p:txBody>
          <a:bodyPr/>
          <a:lstStyle/>
          <a:p>
            <a:fld id="{EDA088B1-61C0-5C45-B218-C9E217F1172A}" type="slidenum">
              <a:rPr lang="en-US" altLang="th-TH"/>
              <a:pPr/>
              <a:t>27</a:t>
            </a:fld>
            <a:endParaRPr lang="en-US" altLang="th-TH"/>
          </a:p>
        </p:txBody>
      </p:sp>
      <p:sp>
        <p:nvSpPr>
          <p:cNvPr id="926722" name="Rectangle 2">
            <a:extLst>
              <a:ext uri="{FF2B5EF4-FFF2-40B4-BE49-F238E27FC236}">
                <a16:creationId xmlns:a16="http://schemas.microsoft.com/office/drawing/2014/main" id="{909CEAE7-734A-EAD5-4036-7080B5DEF7C6}"/>
              </a:ext>
            </a:extLst>
          </p:cNvPr>
          <p:cNvSpPr>
            <a:spLocks noRot="1" noChangeArrowheads="1" noTextEdit="1"/>
          </p:cNvSpPr>
          <p:nvPr>
            <p:ph type="sldImg"/>
          </p:nvPr>
        </p:nvSpPr>
        <p:spPr>
          <a:ln/>
        </p:spPr>
      </p:sp>
      <p:sp>
        <p:nvSpPr>
          <p:cNvPr id="926723" name="Rectangle 3">
            <a:extLst>
              <a:ext uri="{FF2B5EF4-FFF2-40B4-BE49-F238E27FC236}">
                <a16:creationId xmlns:a16="http://schemas.microsoft.com/office/drawing/2014/main" id="{1D3CED88-D53D-C0BA-F0D7-DAD26932C23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3840821-3485-5A99-B89F-D8680FAA7F1B}"/>
              </a:ext>
            </a:extLst>
          </p:cNvPr>
          <p:cNvSpPr>
            <a:spLocks noGrp="1" noChangeArrowheads="1"/>
          </p:cNvSpPr>
          <p:nvPr>
            <p:ph type="sldNum" sz="quarter" idx="5"/>
          </p:nvPr>
        </p:nvSpPr>
        <p:spPr>
          <a:ln/>
        </p:spPr>
        <p:txBody>
          <a:bodyPr/>
          <a:lstStyle/>
          <a:p>
            <a:fld id="{C10EF1C8-D09D-904F-8EC8-6A0BAF791917}" type="slidenum">
              <a:rPr lang="en-US" altLang="th-TH"/>
              <a:pPr/>
              <a:t>28</a:t>
            </a:fld>
            <a:endParaRPr lang="en-US" altLang="th-TH"/>
          </a:p>
        </p:txBody>
      </p:sp>
      <p:sp>
        <p:nvSpPr>
          <p:cNvPr id="927746" name="Rectangle 2">
            <a:extLst>
              <a:ext uri="{FF2B5EF4-FFF2-40B4-BE49-F238E27FC236}">
                <a16:creationId xmlns:a16="http://schemas.microsoft.com/office/drawing/2014/main" id="{79B4BFCF-D9E1-42B3-75AA-6B53CBF97007}"/>
              </a:ext>
            </a:extLst>
          </p:cNvPr>
          <p:cNvSpPr>
            <a:spLocks noRot="1" noChangeArrowheads="1" noTextEdit="1"/>
          </p:cNvSpPr>
          <p:nvPr>
            <p:ph type="sldImg"/>
          </p:nvPr>
        </p:nvSpPr>
        <p:spPr>
          <a:ln/>
        </p:spPr>
      </p:sp>
      <p:sp>
        <p:nvSpPr>
          <p:cNvPr id="927747" name="Rectangle 3">
            <a:extLst>
              <a:ext uri="{FF2B5EF4-FFF2-40B4-BE49-F238E27FC236}">
                <a16:creationId xmlns:a16="http://schemas.microsoft.com/office/drawing/2014/main" id="{E44F8425-38E5-2238-C1F0-03DE04E919A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2839145-118A-70BF-72F8-9179BCBFAE0C}"/>
              </a:ext>
            </a:extLst>
          </p:cNvPr>
          <p:cNvSpPr>
            <a:spLocks noGrp="1" noChangeArrowheads="1"/>
          </p:cNvSpPr>
          <p:nvPr>
            <p:ph type="sldNum" sz="quarter" idx="5"/>
          </p:nvPr>
        </p:nvSpPr>
        <p:spPr>
          <a:ln/>
        </p:spPr>
        <p:txBody>
          <a:bodyPr/>
          <a:lstStyle/>
          <a:p>
            <a:fld id="{48C82B98-8995-9944-9269-7020447B22E6}" type="slidenum">
              <a:rPr lang="en-US" altLang="th-TH"/>
              <a:pPr/>
              <a:t>29</a:t>
            </a:fld>
            <a:endParaRPr lang="en-US" altLang="th-TH"/>
          </a:p>
        </p:txBody>
      </p:sp>
      <p:sp>
        <p:nvSpPr>
          <p:cNvPr id="928770" name="Rectangle 2">
            <a:extLst>
              <a:ext uri="{FF2B5EF4-FFF2-40B4-BE49-F238E27FC236}">
                <a16:creationId xmlns:a16="http://schemas.microsoft.com/office/drawing/2014/main" id="{25429C9E-3A5F-9793-2C59-A5EE337F8B9A}"/>
              </a:ext>
            </a:extLst>
          </p:cNvPr>
          <p:cNvSpPr>
            <a:spLocks noRot="1" noChangeArrowheads="1" noTextEdit="1"/>
          </p:cNvSpPr>
          <p:nvPr>
            <p:ph type="sldImg"/>
          </p:nvPr>
        </p:nvSpPr>
        <p:spPr>
          <a:ln/>
        </p:spPr>
      </p:sp>
      <p:sp>
        <p:nvSpPr>
          <p:cNvPr id="928771" name="Rectangle 3">
            <a:extLst>
              <a:ext uri="{FF2B5EF4-FFF2-40B4-BE49-F238E27FC236}">
                <a16:creationId xmlns:a16="http://schemas.microsoft.com/office/drawing/2014/main" id="{AC75A74F-F7E0-1E45-C1EB-088CEFDD19C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C9F91A-01C6-35E7-6D5E-08755704CE39}"/>
              </a:ext>
            </a:extLst>
          </p:cNvPr>
          <p:cNvSpPr>
            <a:spLocks noGrp="1" noChangeArrowheads="1"/>
          </p:cNvSpPr>
          <p:nvPr>
            <p:ph type="sldNum" sz="quarter" idx="5"/>
          </p:nvPr>
        </p:nvSpPr>
        <p:spPr>
          <a:ln/>
        </p:spPr>
        <p:txBody>
          <a:bodyPr/>
          <a:lstStyle/>
          <a:p>
            <a:fld id="{AB67A403-D7C5-E64F-B045-EEF2B4ADA676}" type="slidenum">
              <a:rPr lang="en-US" altLang="th-TH"/>
              <a:pPr/>
              <a:t>30</a:t>
            </a:fld>
            <a:endParaRPr lang="en-US" altLang="th-TH"/>
          </a:p>
        </p:txBody>
      </p:sp>
      <p:sp>
        <p:nvSpPr>
          <p:cNvPr id="929794" name="Rectangle 2">
            <a:extLst>
              <a:ext uri="{FF2B5EF4-FFF2-40B4-BE49-F238E27FC236}">
                <a16:creationId xmlns:a16="http://schemas.microsoft.com/office/drawing/2014/main" id="{CFED15F2-DE33-1F8A-E4B2-6233ABE5E3E8}"/>
              </a:ext>
            </a:extLst>
          </p:cNvPr>
          <p:cNvSpPr>
            <a:spLocks noRot="1" noChangeArrowheads="1" noTextEdit="1"/>
          </p:cNvSpPr>
          <p:nvPr>
            <p:ph type="sldImg"/>
          </p:nvPr>
        </p:nvSpPr>
        <p:spPr>
          <a:ln/>
        </p:spPr>
      </p:sp>
      <p:sp>
        <p:nvSpPr>
          <p:cNvPr id="929795" name="Rectangle 3">
            <a:extLst>
              <a:ext uri="{FF2B5EF4-FFF2-40B4-BE49-F238E27FC236}">
                <a16:creationId xmlns:a16="http://schemas.microsoft.com/office/drawing/2014/main" id="{D1D05E56-291E-DFDC-D07D-2BD55BECBB8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C8F40D-5DB7-5A9E-3E83-DE9711339DC8}"/>
              </a:ext>
            </a:extLst>
          </p:cNvPr>
          <p:cNvSpPr>
            <a:spLocks noGrp="1" noChangeArrowheads="1"/>
          </p:cNvSpPr>
          <p:nvPr>
            <p:ph type="sldNum" sz="quarter" idx="5"/>
          </p:nvPr>
        </p:nvSpPr>
        <p:spPr>
          <a:ln/>
        </p:spPr>
        <p:txBody>
          <a:bodyPr/>
          <a:lstStyle/>
          <a:p>
            <a:fld id="{23F79C89-93A6-E447-BBFE-ABC8328F24B8}" type="slidenum">
              <a:rPr lang="en-US" altLang="th-TH"/>
              <a:pPr/>
              <a:t>31</a:t>
            </a:fld>
            <a:endParaRPr lang="en-US" altLang="th-TH"/>
          </a:p>
        </p:txBody>
      </p:sp>
      <p:sp>
        <p:nvSpPr>
          <p:cNvPr id="930818" name="Rectangle 2">
            <a:extLst>
              <a:ext uri="{FF2B5EF4-FFF2-40B4-BE49-F238E27FC236}">
                <a16:creationId xmlns:a16="http://schemas.microsoft.com/office/drawing/2014/main" id="{21217E84-CC79-FE48-E6BD-A42235059F26}"/>
              </a:ext>
            </a:extLst>
          </p:cNvPr>
          <p:cNvSpPr>
            <a:spLocks noRot="1" noChangeArrowheads="1" noTextEdit="1"/>
          </p:cNvSpPr>
          <p:nvPr>
            <p:ph type="sldImg"/>
          </p:nvPr>
        </p:nvSpPr>
        <p:spPr>
          <a:ln/>
        </p:spPr>
      </p:sp>
      <p:sp>
        <p:nvSpPr>
          <p:cNvPr id="930819" name="Rectangle 3">
            <a:extLst>
              <a:ext uri="{FF2B5EF4-FFF2-40B4-BE49-F238E27FC236}">
                <a16:creationId xmlns:a16="http://schemas.microsoft.com/office/drawing/2014/main" id="{98265F0A-41E6-80F1-1D63-1E0B4DFBB54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E8C84C-70B7-F402-70D7-754A07A705C3}"/>
              </a:ext>
            </a:extLst>
          </p:cNvPr>
          <p:cNvSpPr>
            <a:spLocks noGrp="1" noChangeArrowheads="1"/>
          </p:cNvSpPr>
          <p:nvPr>
            <p:ph type="sldNum" sz="quarter" idx="5"/>
          </p:nvPr>
        </p:nvSpPr>
        <p:spPr>
          <a:ln/>
        </p:spPr>
        <p:txBody>
          <a:bodyPr/>
          <a:lstStyle/>
          <a:p>
            <a:fld id="{E27401E4-6562-5046-A4EB-830E2476227F}" type="slidenum">
              <a:rPr lang="en-US" altLang="th-TH"/>
              <a:pPr/>
              <a:t>32</a:t>
            </a:fld>
            <a:endParaRPr lang="en-US" altLang="th-TH"/>
          </a:p>
        </p:txBody>
      </p:sp>
      <p:sp>
        <p:nvSpPr>
          <p:cNvPr id="931842" name="Rectangle 2">
            <a:extLst>
              <a:ext uri="{FF2B5EF4-FFF2-40B4-BE49-F238E27FC236}">
                <a16:creationId xmlns:a16="http://schemas.microsoft.com/office/drawing/2014/main" id="{51AF54D4-8833-4F13-EE4E-43CBE00CAEDF}"/>
              </a:ext>
            </a:extLst>
          </p:cNvPr>
          <p:cNvSpPr>
            <a:spLocks noRot="1" noChangeArrowheads="1" noTextEdit="1"/>
          </p:cNvSpPr>
          <p:nvPr>
            <p:ph type="sldImg"/>
          </p:nvPr>
        </p:nvSpPr>
        <p:spPr>
          <a:ln/>
        </p:spPr>
      </p:sp>
      <p:sp>
        <p:nvSpPr>
          <p:cNvPr id="931843" name="Rectangle 3">
            <a:extLst>
              <a:ext uri="{FF2B5EF4-FFF2-40B4-BE49-F238E27FC236}">
                <a16:creationId xmlns:a16="http://schemas.microsoft.com/office/drawing/2014/main" id="{21C130D4-47BA-D76B-32DA-D7096EC2B9E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C696B22-9229-C7D6-BFA6-6AF17BDA5521}"/>
              </a:ext>
            </a:extLst>
          </p:cNvPr>
          <p:cNvSpPr>
            <a:spLocks noGrp="1" noChangeArrowheads="1"/>
          </p:cNvSpPr>
          <p:nvPr>
            <p:ph type="sldNum" sz="quarter" idx="5"/>
          </p:nvPr>
        </p:nvSpPr>
        <p:spPr>
          <a:ln/>
        </p:spPr>
        <p:txBody>
          <a:bodyPr/>
          <a:lstStyle/>
          <a:p>
            <a:fld id="{BCB8B4A3-9CCF-A24C-B25C-9BD6B6814975}" type="slidenum">
              <a:rPr lang="en-US" altLang="th-TH"/>
              <a:pPr/>
              <a:t>33</a:t>
            </a:fld>
            <a:endParaRPr lang="en-US" altLang="th-TH"/>
          </a:p>
        </p:txBody>
      </p:sp>
      <p:sp>
        <p:nvSpPr>
          <p:cNvPr id="932866" name="Rectangle 2">
            <a:extLst>
              <a:ext uri="{FF2B5EF4-FFF2-40B4-BE49-F238E27FC236}">
                <a16:creationId xmlns:a16="http://schemas.microsoft.com/office/drawing/2014/main" id="{649C8A03-635D-06CE-D6BF-355B7F1F515F}"/>
              </a:ext>
            </a:extLst>
          </p:cNvPr>
          <p:cNvSpPr>
            <a:spLocks noRot="1" noChangeArrowheads="1" noTextEdit="1"/>
          </p:cNvSpPr>
          <p:nvPr>
            <p:ph type="sldImg"/>
          </p:nvPr>
        </p:nvSpPr>
        <p:spPr>
          <a:ln/>
        </p:spPr>
      </p:sp>
      <p:sp>
        <p:nvSpPr>
          <p:cNvPr id="932867" name="Rectangle 3">
            <a:extLst>
              <a:ext uri="{FF2B5EF4-FFF2-40B4-BE49-F238E27FC236}">
                <a16:creationId xmlns:a16="http://schemas.microsoft.com/office/drawing/2014/main" id="{9415C137-DF20-7D1D-BB03-60372C64ACF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7D12D24-8523-8B1F-F571-E7E59F7DDE6C}"/>
              </a:ext>
            </a:extLst>
          </p:cNvPr>
          <p:cNvSpPr>
            <a:spLocks noGrp="1" noChangeArrowheads="1"/>
          </p:cNvSpPr>
          <p:nvPr>
            <p:ph type="sldNum" sz="quarter" idx="5"/>
          </p:nvPr>
        </p:nvSpPr>
        <p:spPr>
          <a:ln/>
        </p:spPr>
        <p:txBody>
          <a:bodyPr/>
          <a:lstStyle/>
          <a:p>
            <a:fld id="{F7E14130-D8F4-0B4E-9E51-7FB8E42FEE23}" type="slidenum">
              <a:rPr lang="en-US" altLang="th-TH"/>
              <a:pPr/>
              <a:t>34</a:t>
            </a:fld>
            <a:endParaRPr lang="en-US" altLang="th-TH"/>
          </a:p>
        </p:txBody>
      </p:sp>
      <p:sp>
        <p:nvSpPr>
          <p:cNvPr id="933890" name="Rectangle 2">
            <a:extLst>
              <a:ext uri="{FF2B5EF4-FFF2-40B4-BE49-F238E27FC236}">
                <a16:creationId xmlns:a16="http://schemas.microsoft.com/office/drawing/2014/main" id="{07EE3E69-C3F6-A5DE-C743-67055342D5F1}"/>
              </a:ext>
            </a:extLst>
          </p:cNvPr>
          <p:cNvSpPr>
            <a:spLocks noRot="1" noChangeArrowheads="1" noTextEdit="1"/>
          </p:cNvSpPr>
          <p:nvPr>
            <p:ph type="sldImg"/>
          </p:nvPr>
        </p:nvSpPr>
        <p:spPr>
          <a:ln/>
        </p:spPr>
      </p:sp>
      <p:sp>
        <p:nvSpPr>
          <p:cNvPr id="933891" name="Rectangle 3">
            <a:extLst>
              <a:ext uri="{FF2B5EF4-FFF2-40B4-BE49-F238E27FC236}">
                <a16:creationId xmlns:a16="http://schemas.microsoft.com/office/drawing/2014/main" id="{0CACA8CB-76C2-D3B6-0641-A70C2DD3D5F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D4F4B78-747E-0466-397C-7D68017C0BE7}"/>
              </a:ext>
            </a:extLst>
          </p:cNvPr>
          <p:cNvSpPr>
            <a:spLocks noGrp="1" noChangeArrowheads="1"/>
          </p:cNvSpPr>
          <p:nvPr>
            <p:ph type="sldNum" sz="quarter" idx="5"/>
          </p:nvPr>
        </p:nvSpPr>
        <p:spPr>
          <a:ln/>
        </p:spPr>
        <p:txBody>
          <a:bodyPr/>
          <a:lstStyle/>
          <a:p>
            <a:fld id="{F1FF1CF9-EB7E-FE4E-81EE-EA3F05567248}" type="slidenum">
              <a:rPr lang="en-US" altLang="th-TH"/>
              <a:pPr/>
              <a:t>35</a:t>
            </a:fld>
            <a:endParaRPr lang="en-US" altLang="th-TH"/>
          </a:p>
        </p:txBody>
      </p:sp>
      <p:sp>
        <p:nvSpPr>
          <p:cNvPr id="934914" name="Rectangle 2">
            <a:extLst>
              <a:ext uri="{FF2B5EF4-FFF2-40B4-BE49-F238E27FC236}">
                <a16:creationId xmlns:a16="http://schemas.microsoft.com/office/drawing/2014/main" id="{A746FA11-2CA0-8FD2-52A3-FCCB228B0B54}"/>
              </a:ext>
            </a:extLst>
          </p:cNvPr>
          <p:cNvSpPr>
            <a:spLocks noRot="1" noChangeArrowheads="1" noTextEdit="1"/>
          </p:cNvSpPr>
          <p:nvPr>
            <p:ph type="sldImg"/>
          </p:nvPr>
        </p:nvSpPr>
        <p:spPr>
          <a:ln/>
        </p:spPr>
      </p:sp>
      <p:sp>
        <p:nvSpPr>
          <p:cNvPr id="934915" name="Rectangle 3">
            <a:extLst>
              <a:ext uri="{FF2B5EF4-FFF2-40B4-BE49-F238E27FC236}">
                <a16:creationId xmlns:a16="http://schemas.microsoft.com/office/drawing/2014/main" id="{24AFB5AB-09E6-F376-9015-B776BE5ADF4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EE0C87F-FC91-B3CF-B480-E9694F2A2760}"/>
              </a:ext>
            </a:extLst>
          </p:cNvPr>
          <p:cNvSpPr>
            <a:spLocks noGrp="1" noChangeArrowheads="1"/>
          </p:cNvSpPr>
          <p:nvPr>
            <p:ph type="sldNum" sz="quarter" idx="5"/>
          </p:nvPr>
        </p:nvSpPr>
        <p:spPr>
          <a:ln/>
        </p:spPr>
        <p:txBody>
          <a:bodyPr/>
          <a:lstStyle/>
          <a:p>
            <a:fld id="{232A7C18-4A44-5248-9129-F46CA7E4891D}" type="slidenum">
              <a:rPr lang="en-US" altLang="th-TH"/>
              <a:pPr/>
              <a:t>36</a:t>
            </a:fld>
            <a:endParaRPr lang="en-US" altLang="th-TH"/>
          </a:p>
        </p:txBody>
      </p:sp>
      <p:sp>
        <p:nvSpPr>
          <p:cNvPr id="935938" name="Rectangle 2">
            <a:extLst>
              <a:ext uri="{FF2B5EF4-FFF2-40B4-BE49-F238E27FC236}">
                <a16:creationId xmlns:a16="http://schemas.microsoft.com/office/drawing/2014/main" id="{04403A53-D1EC-393D-1FF5-DCB7616E2D3A}"/>
              </a:ext>
            </a:extLst>
          </p:cNvPr>
          <p:cNvSpPr>
            <a:spLocks noRot="1" noChangeArrowheads="1" noTextEdit="1"/>
          </p:cNvSpPr>
          <p:nvPr>
            <p:ph type="sldImg"/>
          </p:nvPr>
        </p:nvSpPr>
        <p:spPr>
          <a:ln/>
        </p:spPr>
      </p:sp>
      <p:sp>
        <p:nvSpPr>
          <p:cNvPr id="935939" name="Rectangle 3">
            <a:extLst>
              <a:ext uri="{FF2B5EF4-FFF2-40B4-BE49-F238E27FC236}">
                <a16:creationId xmlns:a16="http://schemas.microsoft.com/office/drawing/2014/main" id="{28DA9FBC-F168-6B60-6381-90917D00EE5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76BA590-CBA4-B8A9-3E38-3DE7E6648698}"/>
              </a:ext>
            </a:extLst>
          </p:cNvPr>
          <p:cNvSpPr>
            <a:spLocks noGrp="1" noChangeArrowheads="1"/>
          </p:cNvSpPr>
          <p:nvPr>
            <p:ph type="sldNum" sz="quarter" idx="5"/>
          </p:nvPr>
        </p:nvSpPr>
        <p:spPr>
          <a:ln/>
        </p:spPr>
        <p:txBody>
          <a:bodyPr/>
          <a:lstStyle/>
          <a:p>
            <a:fld id="{293123E7-B564-AE43-A322-18636CCC055C}" type="slidenum">
              <a:rPr lang="en-US" altLang="th-TH"/>
              <a:pPr/>
              <a:t>37</a:t>
            </a:fld>
            <a:endParaRPr lang="en-US" altLang="th-TH"/>
          </a:p>
        </p:txBody>
      </p:sp>
      <p:sp>
        <p:nvSpPr>
          <p:cNvPr id="936962" name="Rectangle 2">
            <a:extLst>
              <a:ext uri="{FF2B5EF4-FFF2-40B4-BE49-F238E27FC236}">
                <a16:creationId xmlns:a16="http://schemas.microsoft.com/office/drawing/2014/main" id="{D8501131-623C-A145-C6A8-1BBFC5B881A3}"/>
              </a:ext>
            </a:extLst>
          </p:cNvPr>
          <p:cNvSpPr>
            <a:spLocks noRot="1" noChangeArrowheads="1" noTextEdit="1"/>
          </p:cNvSpPr>
          <p:nvPr>
            <p:ph type="sldImg"/>
          </p:nvPr>
        </p:nvSpPr>
        <p:spPr>
          <a:ln/>
        </p:spPr>
      </p:sp>
      <p:sp>
        <p:nvSpPr>
          <p:cNvPr id="936963" name="Rectangle 3">
            <a:extLst>
              <a:ext uri="{FF2B5EF4-FFF2-40B4-BE49-F238E27FC236}">
                <a16:creationId xmlns:a16="http://schemas.microsoft.com/office/drawing/2014/main" id="{46023779-4F1E-986B-4B2E-9540C8FDBBD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25E8969-DB20-AC32-DA5F-BE863A545AC7}"/>
              </a:ext>
            </a:extLst>
          </p:cNvPr>
          <p:cNvSpPr>
            <a:spLocks noGrp="1" noChangeArrowheads="1"/>
          </p:cNvSpPr>
          <p:nvPr>
            <p:ph type="sldNum" sz="quarter" idx="5"/>
          </p:nvPr>
        </p:nvSpPr>
        <p:spPr>
          <a:ln/>
        </p:spPr>
        <p:txBody>
          <a:bodyPr/>
          <a:lstStyle/>
          <a:p>
            <a:fld id="{D998582C-69F2-A540-BFB5-4344C316DFA0}" type="slidenum">
              <a:rPr lang="en-US" altLang="th-TH"/>
              <a:pPr/>
              <a:t>38</a:t>
            </a:fld>
            <a:endParaRPr lang="en-US" altLang="th-TH"/>
          </a:p>
        </p:txBody>
      </p:sp>
      <p:sp>
        <p:nvSpPr>
          <p:cNvPr id="937986" name="Rectangle 2">
            <a:extLst>
              <a:ext uri="{FF2B5EF4-FFF2-40B4-BE49-F238E27FC236}">
                <a16:creationId xmlns:a16="http://schemas.microsoft.com/office/drawing/2014/main" id="{6567BBBB-E5F7-CB1F-BC41-452B488C86FF}"/>
              </a:ext>
            </a:extLst>
          </p:cNvPr>
          <p:cNvSpPr>
            <a:spLocks noRot="1" noChangeArrowheads="1" noTextEdit="1"/>
          </p:cNvSpPr>
          <p:nvPr>
            <p:ph type="sldImg"/>
          </p:nvPr>
        </p:nvSpPr>
        <p:spPr>
          <a:ln/>
        </p:spPr>
      </p:sp>
      <p:sp>
        <p:nvSpPr>
          <p:cNvPr id="937987" name="Rectangle 3">
            <a:extLst>
              <a:ext uri="{FF2B5EF4-FFF2-40B4-BE49-F238E27FC236}">
                <a16:creationId xmlns:a16="http://schemas.microsoft.com/office/drawing/2014/main" id="{3A066A06-65C1-EEAC-2827-D2435E9D5C8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57C402E-3465-C050-9873-8CD21C8B9E76}"/>
              </a:ext>
            </a:extLst>
          </p:cNvPr>
          <p:cNvSpPr>
            <a:spLocks noGrp="1" noChangeArrowheads="1"/>
          </p:cNvSpPr>
          <p:nvPr>
            <p:ph type="sldNum" sz="quarter" idx="5"/>
          </p:nvPr>
        </p:nvSpPr>
        <p:spPr>
          <a:ln/>
        </p:spPr>
        <p:txBody>
          <a:bodyPr/>
          <a:lstStyle/>
          <a:p>
            <a:fld id="{039BDAC8-5056-CD4F-8805-83D5D573CAB2}" type="slidenum">
              <a:rPr lang="en-US" altLang="th-TH"/>
              <a:pPr/>
              <a:t>39</a:t>
            </a:fld>
            <a:endParaRPr lang="en-US" altLang="th-TH"/>
          </a:p>
        </p:txBody>
      </p:sp>
      <p:sp>
        <p:nvSpPr>
          <p:cNvPr id="939010" name="Rectangle 2">
            <a:extLst>
              <a:ext uri="{FF2B5EF4-FFF2-40B4-BE49-F238E27FC236}">
                <a16:creationId xmlns:a16="http://schemas.microsoft.com/office/drawing/2014/main" id="{87713CB0-D32E-4898-D3AA-BD05860353F0}"/>
              </a:ext>
            </a:extLst>
          </p:cNvPr>
          <p:cNvSpPr>
            <a:spLocks noRot="1" noChangeArrowheads="1" noTextEdit="1"/>
          </p:cNvSpPr>
          <p:nvPr>
            <p:ph type="sldImg"/>
          </p:nvPr>
        </p:nvSpPr>
        <p:spPr>
          <a:ln/>
        </p:spPr>
      </p:sp>
      <p:sp>
        <p:nvSpPr>
          <p:cNvPr id="939011" name="Rectangle 3">
            <a:extLst>
              <a:ext uri="{FF2B5EF4-FFF2-40B4-BE49-F238E27FC236}">
                <a16:creationId xmlns:a16="http://schemas.microsoft.com/office/drawing/2014/main" id="{F0350E3A-FA94-FDC0-9346-B6C7923F636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C82401C-8275-D20B-4188-77D0E15891FE}"/>
              </a:ext>
            </a:extLst>
          </p:cNvPr>
          <p:cNvSpPr>
            <a:spLocks noGrp="1" noChangeArrowheads="1"/>
          </p:cNvSpPr>
          <p:nvPr>
            <p:ph type="sldNum" sz="quarter" idx="5"/>
          </p:nvPr>
        </p:nvSpPr>
        <p:spPr>
          <a:ln/>
        </p:spPr>
        <p:txBody>
          <a:bodyPr/>
          <a:lstStyle/>
          <a:p>
            <a:fld id="{900D6C31-E970-1546-BDE0-9B085745A38F}" type="slidenum">
              <a:rPr lang="en-US" altLang="th-TH"/>
              <a:pPr/>
              <a:t>40</a:t>
            </a:fld>
            <a:endParaRPr lang="en-US" altLang="th-TH"/>
          </a:p>
        </p:txBody>
      </p:sp>
      <p:sp>
        <p:nvSpPr>
          <p:cNvPr id="940034" name="Rectangle 2">
            <a:extLst>
              <a:ext uri="{FF2B5EF4-FFF2-40B4-BE49-F238E27FC236}">
                <a16:creationId xmlns:a16="http://schemas.microsoft.com/office/drawing/2014/main" id="{96AC75EA-CD34-ED19-ED4D-A6F88851E46C}"/>
              </a:ext>
            </a:extLst>
          </p:cNvPr>
          <p:cNvSpPr>
            <a:spLocks noRot="1" noChangeArrowheads="1" noTextEdit="1"/>
          </p:cNvSpPr>
          <p:nvPr>
            <p:ph type="sldImg"/>
          </p:nvPr>
        </p:nvSpPr>
        <p:spPr>
          <a:ln/>
        </p:spPr>
      </p:sp>
      <p:sp>
        <p:nvSpPr>
          <p:cNvPr id="940035" name="Rectangle 3">
            <a:extLst>
              <a:ext uri="{FF2B5EF4-FFF2-40B4-BE49-F238E27FC236}">
                <a16:creationId xmlns:a16="http://schemas.microsoft.com/office/drawing/2014/main" id="{24945792-1B13-007E-9A67-9FB8B991E612}"/>
              </a:ext>
            </a:extLst>
          </p:cNvPr>
          <p:cNvSpPr>
            <a:spLocks noGrp="1" noChangeArrowheads="1"/>
          </p:cNvSpPr>
          <p:nvPr>
            <p:ph type="body" idx="1"/>
          </p:nvPr>
        </p:nvSpPr>
        <p:spPr/>
        <p:txBody>
          <a:bodyPr/>
          <a:lstStyle/>
          <a:p>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6C02A5E6-7467-3167-EDF5-4EAC0BC0727B}"/>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FD30E964-7543-F900-FCEC-3EA7585B2E53}"/>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5706B18A-BFD9-ACB9-AD59-2E504E4F2E54}"/>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49" name="Rectangle 5">
                <a:extLst>
                  <a:ext uri="{FF2B5EF4-FFF2-40B4-BE49-F238E27FC236}">
                    <a16:creationId xmlns:a16="http://schemas.microsoft.com/office/drawing/2014/main" id="{B67CDE7A-B823-E817-0D53-C55773823CE4}"/>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10950" name="Group 6">
              <a:extLst>
                <a:ext uri="{FF2B5EF4-FFF2-40B4-BE49-F238E27FC236}">
                  <a16:creationId xmlns:a16="http://schemas.microsoft.com/office/drawing/2014/main" id="{5130B844-EC6F-BC8D-529F-C3A5EE0ABD81}"/>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76680C04-EAAE-7862-D02A-54A31359DA94}"/>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2" name="Rectangle 8">
                <a:extLst>
                  <a:ext uri="{FF2B5EF4-FFF2-40B4-BE49-F238E27FC236}">
                    <a16:creationId xmlns:a16="http://schemas.microsoft.com/office/drawing/2014/main" id="{D9308903-4283-B375-20F6-59D468092627}"/>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3" name="Rectangle 9">
              <a:extLst>
                <a:ext uri="{FF2B5EF4-FFF2-40B4-BE49-F238E27FC236}">
                  <a16:creationId xmlns:a16="http://schemas.microsoft.com/office/drawing/2014/main" id="{B2FDF56E-0AC0-C8F3-B97F-C052BC00DF75}"/>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4" name="Rectangle 10">
              <a:extLst>
                <a:ext uri="{FF2B5EF4-FFF2-40B4-BE49-F238E27FC236}">
                  <a16:creationId xmlns:a16="http://schemas.microsoft.com/office/drawing/2014/main" id="{47E26EAB-2083-AFFC-FA17-157A6CDEC3B9}"/>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5" name="Rectangle 11">
              <a:extLst>
                <a:ext uri="{FF2B5EF4-FFF2-40B4-BE49-F238E27FC236}">
                  <a16:creationId xmlns:a16="http://schemas.microsoft.com/office/drawing/2014/main" id="{3AC1CCF4-4EBD-9146-5249-7218C8674DD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6" name="Rectangle 12">
            <a:extLst>
              <a:ext uri="{FF2B5EF4-FFF2-40B4-BE49-F238E27FC236}">
                <a16:creationId xmlns:a16="http://schemas.microsoft.com/office/drawing/2014/main" id="{29E4FBC8-3206-FA94-C9A4-1D7122307D1E}"/>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th-TH" noProof="0"/>
              <a:t>Click to edit Master title style</a:t>
            </a:r>
          </a:p>
        </p:txBody>
      </p:sp>
      <p:sp>
        <p:nvSpPr>
          <p:cNvPr id="210957" name="Rectangle 13">
            <a:extLst>
              <a:ext uri="{FF2B5EF4-FFF2-40B4-BE49-F238E27FC236}">
                <a16:creationId xmlns:a16="http://schemas.microsoft.com/office/drawing/2014/main" id="{4445BE0D-9D56-A766-E1F4-F1572178357D}"/>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th-TH" noProof="0"/>
              <a:t>Click to edit Master subtitle style</a:t>
            </a:r>
          </a:p>
        </p:txBody>
      </p:sp>
      <p:sp>
        <p:nvSpPr>
          <p:cNvPr id="210958" name="Rectangle 14">
            <a:extLst>
              <a:ext uri="{FF2B5EF4-FFF2-40B4-BE49-F238E27FC236}">
                <a16:creationId xmlns:a16="http://schemas.microsoft.com/office/drawing/2014/main" id="{ED12B40B-14D5-1A84-8E61-68885705CE2C}"/>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endParaRPr lang="en-US" altLang="th-TH"/>
          </a:p>
        </p:txBody>
      </p:sp>
      <p:sp>
        <p:nvSpPr>
          <p:cNvPr id="210959" name="Rectangle 15">
            <a:extLst>
              <a:ext uri="{FF2B5EF4-FFF2-40B4-BE49-F238E27FC236}">
                <a16:creationId xmlns:a16="http://schemas.microsoft.com/office/drawing/2014/main" id="{7F9C3731-4131-E0F8-24C5-1464160AC584}"/>
              </a:ext>
            </a:extLst>
          </p:cNvPr>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endParaRPr lang="en-US" altLang="th-TH"/>
          </a:p>
        </p:txBody>
      </p:sp>
      <p:sp>
        <p:nvSpPr>
          <p:cNvPr id="210960" name="Rectangle 16">
            <a:extLst>
              <a:ext uri="{FF2B5EF4-FFF2-40B4-BE49-F238E27FC236}">
                <a16:creationId xmlns:a16="http://schemas.microsoft.com/office/drawing/2014/main" id="{C9450E60-812A-C86C-B685-9085A5CEEA1A}"/>
              </a:ext>
            </a:extLst>
          </p:cNvPr>
          <p:cNvSpPr>
            <a:spLocks noGrp="1" noChangeArrowheads="1"/>
          </p:cNvSpPr>
          <p:nvPr>
            <p:ph type="sldNum" sz="quarter" idx="4"/>
          </p:nvPr>
        </p:nvSpPr>
        <p:spPr>
          <a:xfrm>
            <a:off x="6858000" y="6248400"/>
            <a:ext cx="1905000" cy="457200"/>
          </a:xfrm>
        </p:spPr>
        <p:txBody>
          <a:bodyPr/>
          <a:lstStyle>
            <a:lvl1pPr algn="r">
              <a:defRPr sz="1400" b="0">
                <a:latin typeface="+mn-lt"/>
              </a:defRPr>
            </a:lvl1pPr>
          </a:lstStyle>
          <a:p>
            <a:fld id="{9C9E64FC-CCBF-7443-BFA7-11A20EEE40E8}" type="slidenum">
              <a:rPr lang="en-US" altLang="th-TH"/>
              <a:pPr/>
              <a:t>‹#›</a:t>
            </a:fld>
            <a:endParaRPr lang="en-US" altLang="th-TH"/>
          </a:p>
        </p:txBody>
      </p:sp>
      <p:sp>
        <p:nvSpPr>
          <p:cNvPr id="210961" name="Text Box 17">
            <a:extLst>
              <a:ext uri="{FF2B5EF4-FFF2-40B4-BE49-F238E27FC236}">
                <a16:creationId xmlns:a16="http://schemas.microsoft.com/office/drawing/2014/main" id="{67339B2B-1394-D853-DB7C-058717B577FD}"/>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210962" name="Text Box 18">
            <a:extLst>
              <a:ext uri="{FF2B5EF4-FFF2-40B4-BE49-F238E27FC236}">
                <a16:creationId xmlns:a16="http://schemas.microsoft.com/office/drawing/2014/main" id="{447A942B-0448-7D3D-7EB1-1B68CB6FE6D6}"/>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4D2024B-7BB0-522A-CC0B-6284C94200D2}"/>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31082FBE-14AE-20D6-C5FA-FA66E41E44AB}"/>
              </a:ext>
            </a:extLst>
          </p:cNvPr>
          <p:cNvSpPr>
            <a:spLocks noGrp="1"/>
          </p:cNvSpPr>
          <p:nvPr>
            <p:ph idx="1"/>
          </p:nvPr>
        </p:nvSpPr>
        <p:spPr>
          <a:xfrm>
            <a:off x="628650" y="1825625"/>
            <a:ext cx="788670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549C78A6-F36F-1456-4B67-C203B4CF8D6A}"/>
              </a:ext>
            </a:extLst>
          </p:cNvPr>
          <p:cNvSpPr>
            <a:spLocks noGrp="1"/>
          </p:cNvSpPr>
          <p:nvPr>
            <p:ph type="sldNum" sz="quarter" idx="10"/>
          </p:nvPr>
        </p:nvSpPr>
        <p:spPr/>
        <p:txBody>
          <a:bodyPr/>
          <a:lstStyle>
            <a:lvl1pPr>
              <a:defRPr/>
            </a:lvl1pPr>
          </a:lstStyle>
          <a:p>
            <a:r>
              <a:rPr lang="en-US" altLang="th-TH"/>
              <a:t>13.</a:t>
            </a:r>
            <a:fld id="{A81FD5D0-DDE5-3741-8BB4-5017B954BCB8}" type="slidenum">
              <a:rPr lang="en-US" altLang="th-TH"/>
              <a:pPr/>
              <a:t>‹#›</a:t>
            </a:fld>
            <a:endParaRPr lang="en-US" altLang="th-TH"/>
          </a:p>
        </p:txBody>
      </p:sp>
    </p:spTree>
    <p:extLst>
      <p:ext uri="{BB962C8B-B14F-4D97-AF65-F5344CB8AC3E}">
        <p14:creationId xmlns:p14="http://schemas.microsoft.com/office/powerpoint/2010/main" val="1476578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E8808CB-A74C-D783-F7C2-319244498FC5}"/>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7DAE5578-33E3-DAEF-0BC6-6A4F325F0B07}"/>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h-TH"/>
              <a:t>คลิกเพื่อแก้ไขสไตล์ของข้อความต้นแบบ</a:t>
            </a:r>
          </a:p>
        </p:txBody>
      </p:sp>
      <p:sp>
        <p:nvSpPr>
          <p:cNvPr id="4" name="ตัวแทนหมายเลขสไลด์ 3">
            <a:extLst>
              <a:ext uri="{FF2B5EF4-FFF2-40B4-BE49-F238E27FC236}">
                <a16:creationId xmlns:a16="http://schemas.microsoft.com/office/drawing/2014/main" id="{8B86E5F5-7B32-3001-1433-9E5FFB7D5197}"/>
              </a:ext>
            </a:extLst>
          </p:cNvPr>
          <p:cNvSpPr>
            <a:spLocks noGrp="1"/>
          </p:cNvSpPr>
          <p:nvPr>
            <p:ph type="sldNum" sz="quarter" idx="10"/>
          </p:nvPr>
        </p:nvSpPr>
        <p:spPr/>
        <p:txBody>
          <a:bodyPr/>
          <a:lstStyle>
            <a:lvl1pPr>
              <a:defRPr/>
            </a:lvl1pPr>
          </a:lstStyle>
          <a:p>
            <a:r>
              <a:rPr lang="en-US" altLang="th-TH"/>
              <a:t>13.</a:t>
            </a:r>
            <a:fld id="{927DDCE7-ADFA-EE45-9B0D-19EDB1F7490E}" type="slidenum">
              <a:rPr lang="en-US" altLang="th-TH"/>
              <a:pPr/>
              <a:t>‹#›</a:t>
            </a:fld>
            <a:endParaRPr lang="en-US" altLang="th-TH"/>
          </a:p>
        </p:txBody>
      </p:sp>
    </p:spTree>
    <p:extLst>
      <p:ext uri="{BB962C8B-B14F-4D97-AF65-F5344CB8AC3E}">
        <p14:creationId xmlns:p14="http://schemas.microsoft.com/office/powerpoint/2010/main" val="2419265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05BDA4CF-9F95-7E67-0E2F-82814AE5E05A}"/>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2D986676-7B5A-AA57-9D29-A5A6AE6C174F}"/>
              </a:ext>
            </a:extLst>
          </p:cNvPr>
          <p:cNvSpPr>
            <a:spLocks noGrp="1"/>
          </p:cNvSpPr>
          <p:nvPr>
            <p:ph sz="half" idx="1"/>
          </p:nvPr>
        </p:nvSpPr>
        <p:spPr>
          <a:xfrm>
            <a:off x="62865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0E347F61-6DEE-AAF9-D082-B2E4711C1C40}"/>
              </a:ext>
            </a:extLst>
          </p:cNvPr>
          <p:cNvSpPr>
            <a:spLocks noGrp="1"/>
          </p:cNvSpPr>
          <p:nvPr>
            <p:ph sz="half" idx="2"/>
          </p:nvPr>
        </p:nvSpPr>
        <p:spPr>
          <a:xfrm>
            <a:off x="464820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หมายเลขสไลด์ 4">
            <a:extLst>
              <a:ext uri="{FF2B5EF4-FFF2-40B4-BE49-F238E27FC236}">
                <a16:creationId xmlns:a16="http://schemas.microsoft.com/office/drawing/2014/main" id="{9346679B-50B5-F9CF-F545-15D19FD7C248}"/>
              </a:ext>
            </a:extLst>
          </p:cNvPr>
          <p:cNvSpPr>
            <a:spLocks noGrp="1"/>
          </p:cNvSpPr>
          <p:nvPr>
            <p:ph type="sldNum" sz="quarter" idx="10"/>
          </p:nvPr>
        </p:nvSpPr>
        <p:spPr/>
        <p:txBody>
          <a:bodyPr/>
          <a:lstStyle>
            <a:lvl1pPr>
              <a:defRPr/>
            </a:lvl1pPr>
          </a:lstStyle>
          <a:p>
            <a:r>
              <a:rPr lang="en-US" altLang="th-TH"/>
              <a:t>13.</a:t>
            </a:r>
            <a:fld id="{67DC2F0A-E913-6D48-90C4-F25D59C712C7}" type="slidenum">
              <a:rPr lang="en-US" altLang="th-TH"/>
              <a:pPr/>
              <a:t>‹#›</a:t>
            </a:fld>
            <a:endParaRPr lang="en-US" altLang="th-TH"/>
          </a:p>
        </p:txBody>
      </p:sp>
    </p:spTree>
    <p:extLst>
      <p:ext uri="{BB962C8B-B14F-4D97-AF65-F5344CB8AC3E}">
        <p14:creationId xmlns:p14="http://schemas.microsoft.com/office/powerpoint/2010/main" val="2339266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65C151F3-E67C-84D4-312E-D1208F28B243}"/>
              </a:ext>
            </a:extLst>
          </p:cNvPr>
          <p:cNvSpPr>
            <a:spLocks noGrp="1"/>
          </p:cNvSpPr>
          <p:nvPr>
            <p:ph type="title"/>
          </p:nvPr>
        </p:nvSpPr>
        <p:spPr>
          <a:xfrm>
            <a:off x="630238"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C5A6800D-3544-CADA-6A6F-E1928F536ADD}"/>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8C35E2F7-1406-4E23-6F54-D4A6060E312D}"/>
              </a:ext>
            </a:extLst>
          </p:cNvPr>
          <p:cNvSpPr>
            <a:spLocks noGrp="1"/>
          </p:cNvSpPr>
          <p:nvPr>
            <p:ph sz="half" idx="2"/>
          </p:nvPr>
        </p:nvSpPr>
        <p:spPr>
          <a:xfrm>
            <a:off x="630238" y="2505075"/>
            <a:ext cx="3868737"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A5E55776-F3B6-4C29-2FEF-040A1C6607FB}"/>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1640EC34-2D82-44D2-E7F2-EFCB6323BCE4}"/>
              </a:ext>
            </a:extLst>
          </p:cNvPr>
          <p:cNvSpPr>
            <a:spLocks noGrp="1"/>
          </p:cNvSpPr>
          <p:nvPr>
            <p:ph sz="quarter" idx="4"/>
          </p:nvPr>
        </p:nvSpPr>
        <p:spPr>
          <a:xfrm>
            <a:off x="4629150" y="2505075"/>
            <a:ext cx="3887788"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หมายเลขสไลด์ 6">
            <a:extLst>
              <a:ext uri="{FF2B5EF4-FFF2-40B4-BE49-F238E27FC236}">
                <a16:creationId xmlns:a16="http://schemas.microsoft.com/office/drawing/2014/main" id="{77F00B9F-3FD4-95BD-8AA9-472C8E73E041}"/>
              </a:ext>
            </a:extLst>
          </p:cNvPr>
          <p:cNvSpPr>
            <a:spLocks noGrp="1"/>
          </p:cNvSpPr>
          <p:nvPr>
            <p:ph type="sldNum" sz="quarter" idx="10"/>
          </p:nvPr>
        </p:nvSpPr>
        <p:spPr/>
        <p:txBody>
          <a:bodyPr/>
          <a:lstStyle>
            <a:lvl1pPr>
              <a:defRPr/>
            </a:lvl1pPr>
          </a:lstStyle>
          <a:p>
            <a:r>
              <a:rPr lang="en-US" altLang="th-TH"/>
              <a:t>13.</a:t>
            </a:r>
            <a:fld id="{F5700E57-6155-E14C-99B9-6F9034E993D8}" type="slidenum">
              <a:rPr lang="en-US" altLang="th-TH"/>
              <a:pPr/>
              <a:t>‹#›</a:t>
            </a:fld>
            <a:endParaRPr lang="en-US" altLang="th-TH"/>
          </a:p>
        </p:txBody>
      </p:sp>
    </p:spTree>
    <p:extLst>
      <p:ext uri="{BB962C8B-B14F-4D97-AF65-F5344CB8AC3E}">
        <p14:creationId xmlns:p14="http://schemas.microsoft.com/office/powerpoint/2010/main" val="1910633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7E016925-62AA-2F81-569B-89D5F067A893}"/>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หมายเลขสไลด์ 2">
            <a:extLst>
              <a:ext uri="{FF2B5EF4-FFF2-40B4-BE49-F238E27FC236}">
                <a16:creationId xmlns:a16="http://schemas.microsoft.com/office/drawing/2014/main" id="{DD6DC4CD-FF01-5A8D-A02C-53A957C740C6}"/>
              </a:ext>
            </a:extLst>
          </p:cNvPr>
          <p:cNvSpPr>
            <a:spLocks noGrp="1"/>
          </p:cNvSpPr>
          <p:nvPr>
            <p:ph type="sldNum" sz="quarter" idx="10"/>
          </p:nvPr>
        </p:nvSpPr>
        <p:spPr/>
        <p:txBody>
          <a:bodyPr/>
          <a:lstStyle>
            <a:lvl1pPr>
              <a:defRPr/>
            </a:lvl1pPr>
          </a:lstStyle>
          <a:p>
            <a:r>
              <a:rPr lang="en-US" altLang="th-TH"/>
              <a:t>13.</a:t>
            </a:r>
            <a:fld id="{8A22E8A4-0A2C-F246-863C-0A1CDFE8856C}" type="slidenum">
              <a:rPr lang="en-US" altLang="th-TH"/>
              <a:pPr/>
              <a:t>‹#›</a:t>
            </a:fld>
            <a:endParaRPr lang="en-US" altLang="th-TH"/>
          </a:p>
        </p:txBody>
      </p:sp>
    </p:spTree>
    <p:extLst>
      <p:ext uri="{BB962C8B-B14F-4D97-AF65-F5344CB8AC3E}">
        <p14:creationId xmlns:p14="http://schemas.microsoft.com/office/powerpoint/2010/main" val="2573172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6930649-DECF-0162-1F79-2B6FEB4EB835}"/>
              </a:ext>
            </a:extLst>
          </p:cNvPr>
          <p:cNvSpPr>
            <a:spLocks noGrp="1"/>
          </p:cNvSpPr>
          <p:nvPr>
            <p:ph type="sldNum" sz="quarter" idx="10"/>
          </p:nvPr>
        </p:nvSpPr>
        <p:spPr/>
        <p:txBody>
          <a:bodyPr/>
          <a:lstStyle>
            <a:lvl1pPr>
              <a:defRPr/>
            </a:lvl1pPr>
          </a:lstStyle>
          <a:p>
            <a:r>
              <a:rPr lang="en-US" altLang="th-TH"/>
              <a:t>13.</a:t>
            </a:r>
            <a:fld id="{D57AEF89-89DA-3548-A1C8-9CC060D657ED}" type="slidenum">
              <a:rPr lang="en-US" altLang="th-TH"/>
              <a:pPr/>
              <a:t>‹#›</a:t>
            </a:fld>
            <a:endParaRPr lang="en-US" altLang="th-TH"/>
          </a:p>
        </p:txBody>
      </p:sp>
    </p:spTree>
    <p:extLst>
      <p:ext uri="{BB962C8B-B14F-4D97-AF65-F5344CB8AC3E}">
        <p14:creationId xmlns:p14="http://schemas.microsoft.com/office/powerpoint/2010/main" val="1595832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A339B2F-4C77-5BBC-B1E0-EB813A8D557E}"/>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DFAE1CB6-350E-A407-CC64-6C1576AB9B2B}"/>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B3F432E0-EEDF-2E6C-962A-BC745F3C6E9F}"/>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58303065-1F94-4292-31F5-B007540790EE}"/>
              </a:ext>
            </a:extLst>
          </p:cNvPr>
          <p:cNvSpPr>
            <a:spLocks noGrp="1"/>
          </p:cNvSpPr>
          <p:nvPr>
            <p:ph type="sldNum" sz="quarter" idx="10"/>
          </p:nvPr>
        </p:nvSpPr>
        <p:spPr/>
        <p:txBody>
          <a:bodyPr/>
          <a:lstStyle>
            <a:lvl1pPr>
              <a:defRPr/>
            </a:lvl1pPr>
          </a:lstStyle>
          <a:p>
            <a:r>
              <a:rPr lang="en-US" altLang="th-TH"/>
              <a:t>13.</a:t>
            </a:r>
            <a:fld id="{A7ED0F62-9DB3-4E4C-BED9-B75CE9346F89}" type="slidenum">
              <a:rPr lang="en-US" altLang="th-TH"/>
              <a:pPr/>
              <a:t>‹#›</a:t>
            </a:fld>
            <a:endParaRPr lang="en-US" altLang="th-TH"/>
          </a:p>
        </p:txBody>
      </p:sp>
    </p:spTree>
    <p:extLst>
      <p:ext uri="{BB962C8B-B14F-4D97-AF65-F5344CB8AC3E}">
        <p14:creationId xmlns:p14="http://schemas.microsoft.com/office/powerpoint/2010/main" val="220611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7638131B-7781-1298-56B0-6F853730AC80}"/>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92688D3E-AA20-FA6B-D446-082D55E00AE7}"/>
              </a:ext>
            </a:extLst>
          </p:cNvPr>
          <p:cNvSpPr>
            <a:spLocks noGrp="1" noChangeAspect="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5E8A8802-7C0D-6F5B-BAC6-C6369C167061}"/>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13A6BE75-7EF1-B744-1A90-99B9503D3605}"/>
              </a:ext>
            </a:extLst>
          </p:cNvPr>
          <p:cNvSpPr>
            <a:spLocks noGrp="1"/>
          </p:cNvSpPr>
          <p:nvPr>
            <p:ph type="sldNum" sz="quarter" idx="10"/>
          </p:nvPr>
        </p:nvSpPr>
        <p:spPr/>
        <p:txBody>
          <a:bodyPr/>
          <a:lstStyle>
            <a:lvl1pPr>
              <a:defRPr/>
            </a:lvl1pPr>
          </a:lstStyle>
          <a:p>
            <a:r>
              <a:rPr lang="en-US" altLang="th-TH"/>
              <a:t>13.</a:t>
            </a:r>
            <a:fld id="{FBB8AE9E-FDF7-9944-9EC9-530EF247DA97}" type="slidenum">
              <a:rPr lang="en-US" altLang="th-TH"/>
              <a:pPr/>
              <a:t>‹#›</a:t>
            </a:fld>
            <a:endParaRPr lang="en-US" altLang="th-TH"/>
          </a:p>
        </p:txBody>
      </p:sp>
    </p:spTree>
    <p:extLst>
      <p:ext uri="{BB962C8B-B14F-4D97-AF65-F5344CB8AC3E}">
        <p14:creationId xmlns:p14="http://schemas.microsoft.com/office/powerpoint/2010/main" val="233279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7FC6F065-412F-3BB3-1179-9A215436D5A5}"/>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64604F00-F70C-37B3-E24F-4B646371E242}"/>
              </a:ext>
            </a:extLst>
          </p:cNvPr>
          <p:cNvSpPr>
            <a:spLocks noGrp="1"/>
          </p:cNvSpPr>
          <p:nvPr>
            <p:ph type="body" orient="vert" idx="1"/>
          </p:nvPr>
        </p:nvSpPr>
        <p:spPr>
          <a:xfrm>
            <a:off x="628650" y="1825625"/>
            <a:ext cx="7886700" cy="43513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98881EC9-1979-53D8-8C14-273464DC778D}"/>
              </a:ext>
            </a:extLst>
          </p:cNvPr>
          <p:cNvSpPr>
            <a:spLocks noGrp="1"/>
          </p:cNvSpPr>
          <p:nvPr>
            <p:ph type="sldNum" sz="quarter" idx="10"/>
          </p:nvPr>
        </p:nvSpPr>
        <p:spPr/>
        <p:txBody>
          <a:bodyPr/>
          <a:lstStyle>
            <a:lvl1pPr>
              <a:defRPr/>
            </a:lvl1pPr>
          </a:lstStyle>
          <a:p>
            <a:r>
              <a:rPr lang="en-US" altLang="th-TH"/>
              <a:t>13.</a:t>
            </a:r>
            <a:fld id="{0D215055-39BC-2848-A1E0-E294A007315B}" type="slidenum">
              <a:rPr lang="en-US" altLang="th-TH"/>
              <a:pPr/>
              <a:t>‹#›</a:t>
            </a:fld>
            <a:endParaRPr lang="en-US" altLang="th-TH"/>
          </a:p>
        </p:txBody>
      </p:sp>
    </p:spTree>
    <p:extLst>
      <p:ext uri="{BB962C8B-B14F-4D97-AF65-F5344CB8AC3E}">
        <p14:creationId xmlns:p14="http://schemas.microsoft.com/office/powerpoint/2010/main" val="3658323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3CB736D0-4D77-00D6-10BE-5470D8FC65BC}"/>
              </a:ext>
            </a:extLst>
          </p:cNvPr>
          <p:cNvSpPr>
            <a:spLocks noGrp="1"/>
          </p:cNvSpPr>
          <p:nvPr>
            <p:ph type="title" orient="vert"/>
          </p:nvPr>
        </p:nvSpPr>
        <p:spPr>
          <a:xfrm>
            <a:off x="6543675" y="365125"/>
            <a:ext cx="1971675" cy="5811838"/>
          </a:xfrm>
          <a:prstGeom prst="rect">
            <a:avLst/>
          </a:prstGeo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2FF93041-4CC1-074F-EBF7-75D707381948}"/>
              </a:ext>
            </a:extLst>
          </p:cNvPr>
          <p:cNvSpPr>
            <a:spLocks noGrp="1"/>
          </p:cNvSpPr>
          <p:nvPr>
            <p:ph type="body" orient="vert" idx="1"/>
          </p:nvPr>
        </p:nvSpPr>
        <p:spPr>
          <a:xfrm>
            <a:off x="628650" y="365125"/>
            <a:ext cx="5762625" cy="58118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708C1D27-1F5B-38B8-DBC2-C82C9FD13825}"/>
              </a:ext>
            </a:extLst>
          </p:cNvPr>
          <p:cNvSpPr>
            <a:spLocks noGrp="1"/>
          </p:cNvSpPr>
          <p:nvPr>
            <p:ph type="sldNum" sz="quarter" idx="10"/>
          </p:nvPr>
        </p:nvSpPr>
        <p:spPr/>
        <p:txBody>
          <a:bodyPr/>
          <a:lstStyle>
            <a:lvl1pPr>
              <a:defRPr/>
            </a:lvl1pPr>
          </a:lstStyle>
          <a:p>
            <a:r>
              <a:rPr lang="en-US" altLang="th-TH"/>
              <a:t>13.</a:t>
            </a:r>
            <a:fld id="{414B12B8-AEB2-8440-8502-9C46126C5F46}" type="slidenum">
              <a:rPr lang="en-US" altLang="th-TH"/>
              <a:pPr/>
              <a:t>‹#›</a:t>
            </a:fld>
            <a:endParaRPr lang="en-US" altLang="th-TH"/>
          </a:p>
        </p:txBody>
      </p:sp>
    </p:spTree>
    <p:extLst>
      <p:ext uri="{BB962C8B-B14F-4D97-AF65-F5344CB8AC3E}">
        <p14:creationId xmlns:p14="http://schemas.microsoft.com/office/powerpoint/2010/main" val="4175018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แทนเนื้อหา 1">
            <a:extLst>
              <a:ext uri="{FF2B5EF4-FFF2-40B4-BE49-F238E27FC236}">
                <a16:creationId xmlns:a16="http://schemas.microsoft.com/office/drawing/2014/main" id="{2D85D120-74AA-41EA-F584-25842217C37A}"/>
              </a:ext>
            </a:extLst>
          </p:cNvPr>
          <p:cNvSpPr>
            <a:spLocks noGrp="1"/>
          </p:cNvSpPr>
          <p:nvPr>
            <p:ph/>
          </p:nvPr>
        </p:nvSpPr>
        <p:spPr>
          <a:xfrm>
            <a:off x="628650" y="365125"/>
            <a:ext cx="7886700" cy="58118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ตัวแทนหมายเลขสไลด์ 2">
            <a:extLst>
              <a:ext uri="{FF2B5EF4-FFF2-40B4-BE49-F238E27FC236}">
                <a16:creationId xmlns:a16="http://schemas.microsoft.com/office/drawing/2014/main" id="{76B60FDC-70CD-44B3-E7B6-146E2262F99D}"/>
              </a:ext>
            </a:extLst>
          </p:cNvPr>
          <p:cNvSpPr>
            <a:spLocks noGrp="1"/>
          </p:cNvSpPr>
          <p:nvPr>
            <p:ph type="sldNum" sz="quarter" idx="10"/>
          </p:nvPr>
        </p:nvSpPr>
        <p:spPr>
          <a:xfrm>
            <a:off x="-76200" y="6400800"/>
            <a:ext cx="1905000" cy="457200"/>
          </a:xfrm>
        </p:spPr>
        <p:txBody>
          <a:bodyPr/>
          <a:lstStyle>
            <a:lvl1pPr>
              <a:defRPr/>
            </a:lvl1pPr>
          </a:lstStyle>
          <a:p>
            <a:r>
              <a:rPr lang="en-US" altLang="th-TH"/>
              <a:t>13.</a:t>
            </a:r>
            <a:fld id="{BDBC21E9-17BB-BC48-85B4-C938E11BE10F}" type="slidenum">
              <a:rPr lang="en-US" altLang="th-TH"/>
              <a:pPr/>
              <a:t>‹#›</a:t>
            </a:fld>
            <a:endParaRPr lang="en-US" altLang="th-TH"/>
          </a:p>
        </p:txBody>
      </p:sp>
    </p:spTree>
    <p:extLst>
      <p:ext uri="{BB962C8B-B14F-4D97-AF65-F5344CB8AC3E}">
        <p14:creationId xmlns:p14="http://schemas.microsoft.com/office/powerpoint/2010/main" val="3395572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0A6F67FB-029D-7821-9CC8-563866A29994}"/>
              </a:ext>
            </a:extLst>
          </p:cNvPr>
          <p:cNvSpPr>
            <a:spLocks noGrp="1" noChangeArrowheads="1"/>
          </p:cNvSpPr>
          <p:nvPr>
            <p:ph type="sldNum" sz="quarter" idx="4"/>
          </p:nvPr>
        </p:nvSpPr>
        <p:spPr bwMode="auto">
          <a:xfrm>
            <a:off x="-76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th-TH"/>
              <a:t>13.</a:t>
            </a:r>
            <a:fld id="{5F920627-A8A9-B645-A388-AC3788F7A3AC}"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2">
            <a:extLst>
              <a:ext uri="{FF2B5EF4-FFF2-40B4-BE49-F238E27FC236}">
                <a16:creationId xmlns:a16="http://schemas.microsoft.com/office/drawing/2014/main" id="{085E7B97-64D1-DDF5-D544-D1B11148AA48}"/>
              </a:ext>
            </a:extLst>
          </p:cNvPr>
          <p:cNvSpPr>
            <a:spLocks noGrp="1"/>
          </p:cNvSpPr>
          <p:nvPr>
            <p:ph type="sldNum" sz="quarter" idx="10"/>
          </p:nvPr>
        </p:nvSpPr>
        <p:spPr/>
        <p:txBody>
          <a:bodyPr/>
          <a:lstStyle/>
          <a:p>
            <a:r>
              <a:rPr lang="en-US" altLang="th-TH"/>
              <a:t>13.</a:t>
            </a:r>
            <a:fld id="{D929096D-4CE4-3640-8FE2-246E568894AB}" type="slidenum">
              <a:rPr lang="en-US" altLang="th-TH"/>
              <a:pPr/>
              <a:t>1</a:t>
            </a:fld>
            <a:endParaRPr lang="en-US" altLang="th-TH"/>
          </a:p>
        </p:txBody>
      </p:sp>
      <p:pic>
        <p:nvPicPr>
          <p:cNvPr id="941058" name="Picture 2">
            <a:extLst>
              <a:ext uri="{FF2B5EF4-FFF2-40B4-BE49-F238E27FC236}">
                <a16:creationId xmlns:a16="http://schemas.microsoft.com/office/drawing/2014/main" id="{928D7A33-225A-2F6D-BB85-63618E89FD38}"/>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1059" name="Rectangle 3">
            <a:extLst>
              <a:ext uri="{FF2B5EF4-FFF2-40B4-BE49-F238E27FC236}">
                <a16:creationId xmlns:a16="http://schemas.microsoft.com/office/drawing/2014/main" id="{A6BC4C30-147E-BAF5-E295-CE59E010E31F}"/>
              </a:ext>
            </a:extLst>
          </p:cNvPr>
          <p:cNvSpPr>
            <a:spLocks noChangeArrowheads="1"/>
          </p:cNvSpPr>
          <p:nvPr/>
        </p:nvSpPr>
        <p:spPr bwMode="auto">
          <a:xfrm>
            <a:off x="1143000" y="2514600"/>
            <a:ext cx="68580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a:solidFill>
                  <a:schemeClr val="tx2"/>
                </a:solidFill>
              </a:rPr>
              <a:t>Chapter 13</a:t>
            </a:r>
          </a:p>
          <a:p>
            <a:pPr algn="ctr"/>
            <a:endParaRPr lang="en-US" altLang="en-US" sz="2000">
              <a:solidFill>
                <a:schemeClr val="tx2"/>
              </a:solidFill>
            </a:endParaRPr>
          </a:p>
          <a:p>
            <a:pPr algn="ctr"/>
            <a:r>
              <a:rPr lang="en-US" altLang="th-TH" sz="4400"/>
              <a:t>Wired LANs: Ethernet</a:t>
            </a:r>
          </a:p>
        </p:txBody>
      </p:sp>
      <p:sp>
        <p:nvSpPr>
          <p:cNvPr id="941060" name="Text Box 4">
            <a:extLst>
              <a:ext uri="{FF2B5EF4-FFF2-40B4-BE49-F238E27FC236}">
                <a16:creationId xmlns:a16="http://schemas.microsoft.com/office/drawing/2014/main" id="{D3D84437-1B55-7AF4-131D-5F6FEB164462}"/>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th-TH"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73BB698-D4F7-AA54-A1E0-41ED97D588D0}"/>
              </a:ext>
            </a:extLst>
          </p:cNvPr>
          <p:cNvSpPr>
            <a:spLocks noGrp="1"/>
          </p:cNvSpPr>
          <p:nvPr>
            <p:ph type="sldNum" sz="quarter" idx="10"/>
          </p:nvPr>
        </p:nvSpPr>
        <p:spPr/>
        <p:txBody>
          <a:bodyPr/>
          <a:lstStyle/>
          <a:p>
            <a:r>
              <a:rPr lang="en-US" altLang="th-TH"/>
              <a:t>13.</a:t>
            </a:r>
            <a:fld id="{ED566FF3-9689-0649-A999-7F79D6C3F38A}" type="slidenum">
              <a:rPr lang="en-US" altLang="th-TH"/>
              <a:pPr/>
              <a:t>2</a:t>
            </a:fld>
            <a:endParaRPr lang="en-US" altLang="th-TH"/>
          </a:p>
        </p:txBody>
      </p:sp>
      <p:sp>
        <p:nvSpPr>
          <p:cNvPr id="565250" name="Rectangle 2">
            <a:extLst>
              <a:ext uri="{FF2B5EF4-FFF2-40B4-BE49-F238E27FC236}">
                <a16:creationId xmlns:a16="http://schemas.microsoft.com/office/drawing/2014/main" id="{0E4C1351-4C28-ECFA-D240-CF89B60604D1}"/>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DEA70B5D-7EF7-4032-F0C7-9A38FDDCD5FF}"/>
              </a:ext>
            </a:extLst>
          </p:cNvPr>
          <p:cNvSpPr txBox="1">
            <a:spLocks noChangeArrowheads="1"/>
          </p:cNvSpPr>
          <p:nvPr/>
        </p:nvSpPr>
        <p:spPr bwMode="auto">
          <a:xfrm>
            <a:off x="228600" y="406400"/>
            <a:ext cx="47926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13-1   IEEE STANDARDS</a:t>
            </a:r>
          </a:p>
        </p:txBody>
      </p:sp>
      <p:sp>
        <p:nvSpPr>
          <p:cNvPr id="565252" name="Text Box 4">
            <a:extLst>
              <a:ext uri="{FF2B5EF4-FFF2-40B4-BE49-F238E27FC236}">
                <a16:creationId xmlns:a16="http://schemas.microsoft.com/office/drawing/2014/main" id="{4854335E-50F8-6F00-E438-9056C9A857D0}"/>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565253" name="Rectangle 5">
            <a:extLst>
              <a:ext uri="{FF2B5EF4-FFF2-40B4-BE49-F238E27FC236}">
                <a16:creationId xmlns:a16="http://schemas.microsoft.com/office/drawing/2014/main" id="{68464081-14BC-16D8-371F-84B98ECD4931}"/>
              </a:ext>
            </a:extLst>
          </p:cNvPr>
          <p:cNvSpPr>
            <a:spLocks noChangeArrowheads="1"/>
          </p:cNvSpPr>
          <p:nvPr/>
        </p:nvSpPr>
        <p:spPr bwMode="auto">
          <a:xfrm>
            <a:off x="304800" y="1371600"/>
            <a:ext cx="8229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In 1985, the Computer Society of the IEEE started a project, called Project 802, to set standards to enable intercommunication among equipment from a variety of manufacturers. Project 802 is a way of specifying functions of the physical layer and the data link layer of major LAN protocols.</a:t>
            </a:r>
          </a:p>
        </p:txBody>
      </p:sp>
      <p:sp>
        <p:nvSpPr>
          <p:cNvPr id="565277" name="Rectangle 29">
            <a:extLst>
              <a:ext uri="{FF2B5EF4-FFF2-40B4-BE49-F238E27FC236}">
                <a16:creationId xmlns:a16="http://schemas.microsoft.com/office/drawing/2014/main" id="{3067772B-3D07-E242-6C0D-E3D5F7F8AEBA}"/>
              </a:ext>
            </a:extLst>
          </p:cNvPr>
          <p:cNvSpPr>
            <a:spLocks noChangeArrowheads="1"/>
          </p:cNvSpPr>
          <p:nvPr/>
        </p:nvSpPr>
        <p:spPr bwMode="auto">
          <a:xfrm>
            <a:off x="152400" y="5121275"/>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Data Link Layer</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Physical Layer</a:t>
            </a:r>
            <a:endParaRPr lang="en-US" altLang="th-TH" sz="2400">
              <a:solidFill>
                <a:srgbClr val="0033CC"/>
              </a:solidFill>
              <a:latin typeface="Times New Roman" panose="02020603050405020304" pitchFamily="18" charset="0"/>
            </a:endParaRPr>
          </a:p>
        </p:txBody>
      </p:sp>
      <p:sp>
        <p:nvSpPr>
          <p:cNvPr id="565278" name="Text Box 30">
            <a:extLst>
              <a:ext uri="{FF2B5EF4-FFF2-40B4-BE49-F238E27FC236}">
                <a16:creationId xmlns:a16="http://schemas.microsoft.com/office/drawing/2014/main" id="{90F69670-5B31-0DDF-581C-DC0C7ECAABA0}"/>
              </a:ext>
            </a:extLst>
          </p:cNvPr>
          <p:cNvSpPr txBox="1">
            <a:spLocks noChangeArrowheads="1"/>
          </p:cNvSpPr>
          <p:nvPr/>
        </p:nvSpPr>
        <p:spPr bwMode="auto">
          <a:xfrm>
            <a:off x="165100" y="452437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4039656-F7C2-51BB-114A-E43BF5437DF1}"/>
              </a:ext>
            </a:extLst>
          </p:cNvPr>
          <p:cNvSpPr>
            <a:spLocks noGrp="1"/>
          </p:cNvSpPr>
          <p:nvPr>
            <p:ph type="sldNum" sz="quarter" idx="10"/>
          </p:nvPr>
        </p:nvSpPr>
        <p:spPr/>
        <p:txBody>
          <a:bodyPr/>
          <a:lstStyle/>
          <a:p>
            <a:r>
              <a:rPr lang="en-US" altLang="th-TH"/>
              <a:t>13.</a:t>
            </a:r>
            <a:fld id="{2CCC2F5E-4B3E-0E45-A01F-96B55CE4E4CE}" type="slidenum">
              <a:rPr lang="en-US" altLang="th-TH"/>
              <a:pPr/>
              <a:t>3</a:t>
            </a:fld>
            <a:endParaRPr lang="en-US" altLang="th-TH"/>
          </a:p>
        </p:txBody>
      </p:sp>
      <p:sp>
        <p:nvSpPr>
          <p:cNvPr id="862210" name="Line 2">
            <a:extLst>
              <a:ext uri="{FF2B5EF4-FFF2-40B4-BE49-F238E27FC236}">
                <a16:creationId xmlns:a16="http://schemas.microsoft.com/office/drawing/2014/main" id="{FE39E793-E03B-85D1-FA10-70CC6BDAC37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2211" name="Line 3">
            <a:extLst>
              <a:ext uri="{FF2B5EF4-FFF2-40B4-BE49-F238E27FC236}">
                <a16:creationId xmlns:a16="http://schemas.microsoft.com/office/drawing/2014/main" id="{BAA9A247-B677-B6FA-1978-0DA5DEA3D16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2212" name="Text Box 4">
            <a:extLst>
              <a:ext uri="{FF2B5EF4-FFF2-40B4-BE49-F238E27FC236}">
                <a16:creationId xmlns:a16="http://schemas.microsoft.com/office/drawing/2014/main" id="{FE34EADB-AFD4-60AC-DFBE-782691B2BE7A}"/>
              </a:ext>
            </a:extLst>
          </p:cNvPr>
          <p:cNvSpPr txBox="1">
            <a:spLocks noChangeArrowheads="1"/>
          </p:cNvSpPr>
          <p:nvPr/>
        </p:nvSpPr>
        <p:spPr bwMode="auto">
          <a:xfrm>
            <a:off x="304800" y="762000"/>
            <a:ext cx="4440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  </a:t>
            </a:r>
            <a:r>
              <a:rPr lang="en-US" altLang="th-TH" sz="2000" i="1">
                <a:latin typeface="Times New Roman" panose="02020603050405020304" pitchFamily="18" charset="0"/>
              </a:rPr>
              <a:t>IEEE standard for LANs</a:t>
            </a:r>
          </a:p>
        </p:txBody>
      </p:sp>
      <p:sp>
        <p:nvSpPr>
          <p:cNvPr id="862213" name="Line 5">
            <a:extLst>
              <a:ext uri="{FF2B5EF4-FFF2-40B4-BE49-F238E27FC236}">
                <a16:creationId xmlns:a16="http://schemas.microsoft.com/office/drawing/2014/main" id="{0CB6B5E0-12F2-E2DF-D308-B0FE77E63F7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2214" name="Picture 6">
            <a:extLst>
              <a:ext uri="{FF2B5EF4-FFF2-40B4-BE49-F238E27FC236}">
                <a16:creationId xmlns:a16="http://schemas.microsoft.com/office/drawing/2014/main" id="{F49F66B5-7083-6DFC-7BC6-D03E1ADE9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1739900"/>
            <a:ext cx="8866187" cy="42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4CA7206-8841-6640-AB1F-7EC9663A4921}"/>
              </a:ext>
            </a:extLst>
          </p:cNvPr>
          <p:cNvSpPr>
            <a:spLocks noGrp="1"/>
          </p:cNvSpPr>
          <p:nvPr>
            <p:ph type="sldNum" sz="quarter" idx="10"/>
          </p:nvPr>
        </p:nvSpPr>
        <p:spPr/>
        <p:txBody>
          <a:bodyPr/>
          <a:lstStyle/>
          <a:p>
            <a:r>
              <a:rPr lang="en-US" altLang="th-TH"/>
              <a:t>13.</a:t>
            </a:r>
            <a:fld id="{F25D64F1-7DE1-0542-A93E-A4DB9A31F12F}" type="slidenum">
              <a:rPr lang="en-US" altLang="th-TH"/>
              <a:pPr/>
              <a:t>4</a:t>
            </a:fld>
            <a:endParaRPr lang="en-US" altLang="th-TH"/>
          </a:p>
        </p:txBody>
      </p:sp>
      <p:sp>
        <p:nvSpPr>
          <p:cNvPr id="863234" name="Line 2">
            <a:extLst>
              <a:ext uri="{FF2B5EF4-FFF2-40B4-BE49-F238E27FC236}">
                <a16:creationId xmlns:a16="http://schemas.microsoft.com/office/drawing/2014/main" id="{6FD4A661-B17A-C4ED-0F54-397A3698751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3235" name="Line 3">
            <a:extLst>
              <a:ext uri="{FF2B5EF4-FFF2-40B4-BE49-F238E27FC236}">
                <a16:creationId xmlns:a16="http://schemas.microsoft.com/office/drawing/2014/main" id="{F3D8025A-4729-C3DA-B534-8E2D70F5383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3236" name="Text Box 4">
            <a:extLst>
              <a:ext uri="{FF2B5EF4-FFF2-40B4-BE49-F238E27FC236}">
                <a16:creationId xmlns:a16="http://schemas.microsoft.com/office/drawing/2014/main" id="{27FE559C-D251-971A-4E24-9E7C997A468F}"/>
              </a:ext>
            </a:extLst>
          </p:cNvPr>
          <p:cNvSpPr txBox="1">
            <a:spLocks noChangeArrowheads="1"/>
          </p:cNvSpPr>
          <p:nvPr/>
        </p:nvSpPr>
        <p:spPr bwMode="auto">
          <a:xfrm>
            <a:off x="304800" y="762000"/>
            <a:ext cx="7216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13.2  </a:t>
            </a:r>
            <a:r>
              <a:rPr lang="en-US" altLang="th-TH" sz="2000" i="1">
                <a:latin typeface="Times New Roman" panose="02020603050405020304" pitchFamily="18" charset="0"/>
              </a:rPr>
              <a:t>HDLC frame compared with LLC and MAC frames</a:t>
            </a:r>
          </a:p>
        </p:txBody>
      </p:sp>
      <p:sp>
        <p:nvSpPr>
          <p:cNvPr id="863237" name="Line 5">
            <a:extLst>
              <a:ext uri="{FF2B5EF4-FFF2-40B4-BE49-F238E27FC236}">
                <a16:creationId xmlns:a16="http://schemas.microsoft.com/office/drawing/2014/main" id="{6F70E9F3-003F-B0E8-5C93-9FFFDC6E60F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3238" name="Picture 6">
            <a:extLst>
              <a:ext uri="{FF2B5EF4-FFF2-40B4-BE49-F238E27FC236}">
                <a16:creationId xmlns:a16="http://schemas.microsoft.com/office/drawing/2014/main" id="{B116CBFC-A125-6B20-9AA7-FFB0EA30F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609850"/>
            <a:ext cx="8866188"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6A263C8-DACE-1AC8-00DA-A914FA44A96E}"/>
              </a:ext>
            </a:extLst>
          </p:cNvPr>
          <p:cNvSpPr>
            <a:spLocks noGrp="1"/>
          </p:cNvSpPr>
          <p:nvPr>
            <p:ph type="sldNum" sz="quarter" idx="10"/>
          </p:nvPr>
        </p:nvSpPr>
        <p:spPr/>
        <p:txBody>
          <a:bodyPr/>
          <a:lstStyle/>
          <a:p>
            <a:r>
              <a:rPr lang="en-US" altLang="th-TH"/>
              <a:t>13.</a:t>
            </a:r>
            <a:fld id="{624A91D4-F638-5B4E-AFEE-EA86B8521B1C}" type="slidenum">
              <a:rPr lang="en-US" altLang="th-TH"/>
              <a:pPr/>
              <a:t>5</a:t>
            </a:fld>
            <a:endParaRPr lang="en-US" altLang="th-TH"/>
          </a:p>
        </p:txBody>
      </p:sp>
      <p:sp>
        <p:nvSpPr>
          <p:cNvPr id="858114" name="Rectangle 2">
            <a:extLst>
              <a:ext uri="{FF2B5EF4-FFF2-40B4-BE49-F238E27FC236}">
                <a16:creationId xmlns:a16="http://schemas.microsoft.com/office/drawing/2014/main" id="{8B01FB44-3B3D-F69B-E10F-C1396A21E2D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58115" name="Text Box 3">
            <a:extLst>
              <a:ext uri="{FF2B5EF4-FFF2-40B4-BE49-F238E27FC236}">
                <a16:creationId xmlns:a16="http://schemas.microsoft.com/office/drawing/2014/main" id="{83FD087E-4159-5399-82D6-33DBAC0799A3}"/>
              </a:ext>
            </a:extLst>
          </p:cNvPr>
          <p:cNvSpPr txBox="1">
            <a:spLocks noChangeArrowheads="1"/>
          </p:cNvSpPr>
          <p:nvPr/>
        </p:nvSpPr>
        <p:spPr bwMode="auto">
          <a:xfrm>
            <a:off x="228600" y="406400"/>
            <a:ext cx="5854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13-2   STANDARD ETHERNET</a:t>
            </a:r>
          </a:p>
        </p:txBody>
      </p:sp>
      <p:sp>
        <p:nvSpPr>
          <p:cNvPr id="858116" name="Text Box 4">
            <a:extLst>
              <a:ext uri="{FF2B5EF4-FFF2-40B4-BE49-F238E27FC236}">
                <a16:creationId xmlns:a16="http://schemas.microsoft.com/office/drawing/2014/main" id="{088003C0-1984-174B-99B0-3E1468C0392F}"/>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58117" name="Rectangle 5">
            <a:extLst>
              <a:ext uri="{FF2B5EF4-FFF2-40B4-BE49-F238E27FC236}">
                <a16:creationId xmlns:a16="http://schemas.microsoft.com/office/drawing/2014/main" id="{D00B4381-D4E8-1C4B-F411-F20A61FE8605}"/>
              </a:ext>
            </a:extLst>
          </p:cNvPr>
          <p:cNvSpPr>
            <a:spLocks noChangeArrowheads="1"/>
          </p:cNvSpPr>
          <p:nvPr/>
        </p:nvSpPr>
        <p:spPr bwMode="auto">
          <a:xfrm>
            <a:off x="76200" y="13843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The original Ethernet was created in 1976 at Xerox’s Palo Alto Research Center (PARC). Since then, it has gone through four generations. We briefly discuss the </a:t>
            </a:r>
            <a:r>
              <a:rPr lang="en-US" altLang="th-TH" sz="2800" i="1">
                <a:solidFill>
                  <a:schemeClr val="hlink"/>
                </a:solidFill>
                <a:effectLst>
                  <a:outerShdw blurRad="38100" dist="38100" dir="2700000" algn="tl">
                    <a:srgbClr val="C0C0C0"/>
                  </a:outerShdw>
                </a:effectLst>
                <a:latin typeface="Times New Roman" panose="02020603050405020304" pitchFamily="18" charset="0"/>
              </a:rPr>
              <a:t>Standard (or traditional) Ethernet</a:t>
            </a:r>
            <a:r>
              <a:rPr lang="en-US" altLang="th-TH" sz="2800" i="1">
                <a:effectLst>
                  <a:outerShdw blurRad="38100" dist="38100" dir="2700000" algn="tl">
                    <a:srgbClr val="C0C0C0"/>
                  </a:outerShdw>
                </a:effectLst>
                <a:latin typeface="Times New Roman" panose="02020603050405020304" pitchFamily="18" charset="0"/>
              </a:rPr>
              <a:t> in this section. </a:t>
            </a:r>
          </a:p>
        </p:txBody>
      </p:sp>
      <p:sp>
        <p:nvSpPr>
          <p:cNvPr id="858118" name="Rectangle 6">
            <a:extLst>
              <a:ext uri="{FF2B5EF4-FFF2-40B4-BE49-F238E27FC236}">
                <a16:creationId xmlns:a16="http://schemas.microsoft.com/office/drawing/2014/main" id="{CC12297E-B608-DA33-1E9C-75BF65A358A2}"/>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MAC Sublayer</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Physical Layer</a:t>
            </a:r>
            <a:br>
              <a:rPr lang="fr-FR" altLang="th-TH" sz="2400">
                <a:solidFill>
                  <a:srgbClr val="0033CC"/>
                </a:solidFill>
                <a:latin typeface="Times New Roman" panose="02020603050405020304" pitchFamily="18" charset="0"/>
              </a:rPr>
            </a:br>
            <a:endParaRPr lang="en-US" altLang="th-TH" sz="2400">
              <a:solidFill>
                <a:srgbClr val="0033CC"/>
              </a:solidFill>
              <a:latin typeface="Times New Roman" panose="02020603050405020304" pitchFamily="18" charset="0"/>
            </a:endParaRPr>
          </a:p>
        </p:txBody>
      </p:sp>
      <p:sp>
        <p:nvSpPr>
          <p:cNvPr id="858119" name="Text Box 7">
            <a:extLst>
              <a:ext uri="{FF2B5EF4-FFF2-40B4-BE49-F238E27FC236}">
                <a16:creationId xmlns:a16="http://schemas.microsoft.com/office/drawing/2014/main" id="{05E8C7FE-B608-E316-5148-0C9340441C22}"/>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773C158-6FE5-C5AE-D7C2-51F7F5383141}"/>
              </a:ext>
            </a:extLst>
          </p:cNvPr>
          <p:cNvSpPr>
            <a:spLocks noGrp="1"/>
          </p:cNvSpPr>
          <p:nvPr>
            <p:ph type="sldNum" sz="quarter" idx="10"/>
          </p:nvPr>
        </p:nvSpPr>
        <p:spPr/>
        <p:txBody>
          <a:bodyPr/>
          <a:lstStyle/>
          <a:p>
            <a:r>
              <a:rPr lang="en-US" altLang="th-TH"/>
              <a:t>13.</a:t>
            </a:r>
            <a:fld id="{962EB8CB-68F1-A441-886A-FE5E26422CCF}" type="slidenum">
              <a:rPr lang="en-US" altLang="th-TH"/>
              <a:pPr/>
              <a:t>6</a:t>
            </a:fld>
            <a:endParaRPr lang="en-US" altLang="th-TH"/>
          </a:p>
        </p:txBody>
      </p:sp>
      <p:sp>
        <p:nvSpPr>
          <p:cNvPr id="865282" name="Line 2">
            <a:extLst>
              <a:ext uri="{FF2B5EF4-FFF2-40B4-BE49-F238E27FC236}">
                <a16:creationId xmlns:a16="http://schemas.microsoft.com/office/drawing/2014/main" id="{BD826898-F52A-0BC3-E4BD-123026D828D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3" name="Line 3">
            <a:extLst>
              <a:ext uri="{FF2B5EF4-FFF2-40B4-BE49-F238E27FC236}">
                <a16:creationId xmlns:a16="http://schemas.microsoft.com/office/drawing/2014/main" id="{D5DA9636-F6F3-F664-ADE6-54D4FB28DE1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4" name="Text Box 4">
            <a:extLst>
              <a:ext uri="{FF2B5EF4-FFF2-40B4-BE49-F238E27FC236}">
                <a16:creationId xmlns:a16="http://schemas.microsoft.com/office/drawing/2014/main" id="{AE25E2B0-C666-9717-548F-E9D5740A1586}"/>
              </a:ext>
            </a:extLst>
          </p:cNvPr>
          <p:cNvSpPr txBox="1">
            <a:spLocks noChangeArrowheads="1"/>
          </p:cNvSpPr>
          <p:nvPr/>
        </p:nvSpPr>
        <p:spPr bwMode="auto">
          <a:xfrm>
            <a:off x="304800" y="762000"/>
            <a:ext cx="6472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13.3  </a:t>
            </a:r>
            <a:r>
              <a:rPr lang="en-US" altLang="th-TH" sz="2000" i="1">
                <a:latin typeface="Times New Roman" panose="02020603050405020304" pitchFamily="18" charset="0"/>
              </a:rPr>
              <a:t>Ethernet evolution through four generations</a:t>
            </a:r>
          </a:p>
        </p:txBody>
      </p:sp>
      <p:sp>
        <p:nvSpPr>
          <p:cNvPr id="865285" name="Line 5">
            <a:extLst>
              <a:ext uri="{FF2B5EF4-FFF2-40B4-BE49-F238E27FC236}">
                <a16:creationId xmlns:a16="http://schemas.microsoft.com/office/drawing/2014/main" id="{1818C968-3D05-25B9-40CE-57302D98394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5286" name="Picture 6">
            <a:extLst>
              <a:ext uri="{FF2B5EF4-FFF2-40B4-BE49-F238E27FC236}">
                <a16:creationId xmlns:a16="http://schemas.microsoft.com/office/drawing/2014/main" id="{B88A6485-DDD3-B8C0-455A-F20DD0414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286000"/>
            <a:ext cx="7394575" cy="235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7DC776B-CEAD-F644-4324-A9DB8DD881A9}"/>
              </a:ext>
            </a:extLst>
          </p:cNvPr>
          <p:cNvSpPr>
            <a:spLocks noGrp="1"/>
          </p:cNvSpPr>
          <p:nvPr>
            <p:ph type="sldNum" sz="quarter" idx="10"/>
          </p:nvPr>
        </p:nvSpPr>
        <p:spPr/>
        <p:txBody>
          <a:bodyPr/>
          <a:lstStyle/>
          <a:p>
            <a:r>
              <a:rPr lang="en-US" altLang="th-TH"/>
              <a:t>13.</a:t>
            </a:r>
            <a:fld id="{28641C2C-E2AE-3346-B95E-9E52BF91A273}" type="slidenum">
              <a:rPr lang="en-US" altLang="th-TH"/>
              <a:pPr/>
              <a:t>7</a:t>
            </a:fld>
            <a:endParaRPr lang="en-US" altLang="th-TH"/>
          </a:p>
        </p:txBody>
      </p:sp>
      <p:sp>
        <p:nvSpPr>
          <p:cNvPr id="866306" name="Line 2">
            <a:extLst>
              <a:ext uri="{FF2B5EF4-FFF2-40B4-BE49-F238E27FC236}">
                <a16:creationId xmlns:a16="http://schemas.microsoft.com/office/drawing/2014/main" id="{C346F5D3-584F-AD5E-9B9F-991782AE949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7" name="Line 3">
            <a:extLst>
              <a:ext uri="{FF2B5EF4-FFF2-40B4-BE49-F238E27FC236}">
                <a16:creationId xmlns:a16="http://schemas.microsoft.com/office/drawing/2014/main" id="{0D6684D5-F3CE-02D9-B2DB-7AF5DD35A0A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8" name="Text Box 4">
            <a:extLst>
              <a:ext uri="{FF2B5EF4-FFF2-40B4-BE49-F238E27FC236}">
                <a16:creationId xmlns:a16="http://schemas.microsoft.com/office/drawing/2014/main" id="{89F25007-D393-25B2-4A02-9EA819AECF87}"/>
              </a:ext>
            </a:extLst>
          </p:cNvPr>
          <p:cNvSpPr txBox="1">
            <a:spLocks noChangeArrowheads="1"/>
          </p:cNvSpPr>
          <p:nvPr/>
        </p:nvSpPr>
        <p:spPr bwMode="auto">
          <a:xfrm>
            <a:off x="304800" y="762000"/>
            <a:ext cx="369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13.4  </a:t>
            </a:r>
            <a:r>
              <a:rPr lang="en-US" altLang="th-TH" sz="2000" i="1">
                <a:latin typeface="Times New Roman" panose="02020603050405020304" pitchFamily="18" charset="0"/>
              </a:rPr>
              <a:t>802.3 MAC frame</a:t>
            </a:r>
          </a:p>
        </p:txBody>
      </p:sp>
      <p:sp>
        <p:nvSpPr>
          <p:cNvPr id="866309" name="Line 5">
            <a:extLst>
              <a:ext uri="{FF2B5EF4-FFF2-40B4-BE49-F238E27FC236}">
                <a16:creationId xmlns:a16="http://schemas.microsoft.com/office/drawing/2014/main" id="{F75F2C6E-DD04-A751-0843-D7204104E9F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6310" name="Picture 6">
            <a:extLst>
              <a:ext uri="{FF2B5EF4-FFF2-40B4-BE49-F238E27FC236}">
                <a16:creationId xmlns:a16="http://schemas.microsoft.com/office/drawing/2014/main" id="{B1CC7B99-D784-E177-66D0-8298895525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3" y="2290763"/>
            <a:ext cx="8821737" cy="258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53B6697-A7D1-EE83-E2A5-F3D56D1F2582}"/>
              </a:ext>
            </a:extLst>
          </p:cNvPr>
          <p:cNvSpPr>
            <a:spLocks noGrp="1"/>
          </p:cNvSpPr>
          <p:nvPr>
            <p:ph type="sldNum" sz="quarter" idx="10"/>
          </p:nvPr>
        </p:nvSpPr>
        <p:spPr/>
        <p:txBody>
          <a:bodyPr/>
          <a:lstStyle/>
          <a:p>
            <a:r>
              <a:rPr lang="en-US" altLang="th-TH"/>
              <a:t>13.</a:t>
            </a:r>
            <a:fld id="{216066AF-37CD-D74E-9162-3F88293B2877}" type="slidenum">
              <a:rPr lang="en-US" altLang="th-TH"/>
              <a:pPr/>
              <a:t>8</a:t>
            </a:fld>
            <a:endParaRPr lang="en-US" altLang="th-TH"/>
          </a:p>
        </p:txBody>
      </p:sp>
      <p:sp>
        <p:nvSpPr>
          <p:cNvPr id="867330" name="Line 2">
            <a:extLst>
              <a:ext uri="{FF2B5EF4-FFF2-40B4-BE49-F238E27FC236}">
                <a16:creationId xmlns:a16="http://schemas.microsoft.com/office/drawing/2014/main" id="{4242B077-41B7-C3BE-340B-1EC3360C112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1" name="Line 3">
            <a:extLst>
              <a:ext uri="{FF2B5EF4-FFF2-40B4-BE49-F238E27FC236}">
                <a16:creationId xmlns:a16="http://schemas.microsoft.com/office/drawing/2014/main" id="{70AAEDE3-6828-2284-E685-7BA24BAB723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2" name="Text Box 4">
            <a:extLst>
              <a:ext uri="{FF2B5EF4-FFF2-40B4-BE49-F238E27FC236}">
                <a16:creationId xmlns:a16="http://schemas.microsoft.com/office/drawing/2014/main" id="{2EC5EC38-7AA1-5412-8663-0AA034D5C3A3}"/>
              </a:ext>
            </a:extLst>
          </p:cNvPr>
          <p:cNvSpPr txBox="1">
            <a:spLocks noChangeArrowheads="1"/>
          </p:cNvSpPr>
          <p:nvPr/>
        </p:nvSpPr>
        <p:spPr bwMode="auto">
          <a:xfrm>
            <a:off x="304800" y="762000"/>
            <a:ext cx="525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13.5  </a:t>
            </a:r>
            <a:r>
              <a:rPr lang="en-US" altLang="th-TH" sz="2000" i="1">
                <a:latin typeface="Times New Roman" panose="02020603050405020304" pitchFamily="18" charset="0"/>
              </a:rPr>
              <a:t>Minimum and maximum lengths</a:t>
            </a:r>
          </a:p>
        </p:txBody>
      </p:sp>
      <p:sp>
        <p:nvSpPr>
          <p:cNvPr id="867333" name="Line 5">
            <a:extLst>
              <a:ext uri="{FF2B5EF4-FFF2-40B4-BE49-F238E27FC236}">
                <a16:creationId xmlns:a16="http://schemas.microsoft.com/office/drawing/2014/main" id="{01022BA4-A5C5-5604-74A6-A32B31EA89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7334" name="Picture 6">
            <a:extLst>
              <a:ext uri="{FF2B5EF4-FFF2-40B4-BE49-F238E27FC236}">
                <a16:creationId xmlns:a16="http://schemas.microsoft.com/office/drawing/2014/main" id="{B7701052-A523-FDF7-1D3B-A09739CDD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433638"/>
            <a:ext cx="8574088" cy="267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A5C1837-1942-75C7-A8B6-20DEFB3A7206}"/>
              </a:ext>
            </a:extLst>
          </p:cNvPr>
          <p:cNvSpPr>
            <a:spLocks noGrp="1"/>
          </p:cNvSpPr>
          <p:nvPr>
            <p:ph type="sldNum" sz="quarter" idx="10"/>
          </p:nvPr>
        </p:nvSpPr>
        <p:spPr/>
        <p:txBody>
          <a:bodyPr/>
          <a:lstStyle/>
          <a:p>
            <a:r>
              <a:rPr lang="en-US" altLang="th-TH"/>
              <a:t>13.</a:t>
            </a:r>
            <a:fld id="{9618802E-7885-034D-A717-54561CD02FFE}" type="slidenum">
              <a:rPr lang="en-US" altLang="th-TH"/>
              <a:pPr/>
              <a:t>9</a:t>
            </a:fld>
            <a:endParaRPr lang="en-US" altLang="th-TH"/>
          </a:p>
        </p:txBody>
      </p:sp>
      <p:sp>
        <p:nvSpPr>
          <p:cNvPr id="891906" name="Rectangle 2">
            <a:extLst>
              <a:ext uri="{FF2B5EF4-FFF2-40B4-BE49-F238E27FC236}">
                <a16:creationId xmlns:a16="http://schemas.microsoft.com/office/drawing/2014/main" id="{68B3581E-D8C8-1ED1-13A3-288EE09596F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07" name="Rectangle 3">
            <a:extLst>
              <a:ext uri="{FF2B5EF4-FFF2-40B4-BE49-F238E27FC236}">
                <a16:creationId xmlns:a16="http://schemas.microsoft.com/office/drawing/2014/main" id="{DB07DACC-1256-7020-F41A-A0D125A5F3F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08" name="Rectangle 4">
            <a:extLst>
              <a:ext uri="{FF2B5EF4-FFF2-40B4-BE49-F238E27FC236}">
                <a16:creationId xmlns:a16="http://schemas.microsoft.com/office/drawing/2014/main" id="{067A7B61-23E4-F281-CC02-DC9875E9721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09" name="Rectangle 5">
            <a:extLst>
              <a:ext uri="{FF2B5EF4-FFF2-40B4-BE49-F238E27FC236}">
                <a16:creationId xmlns:a16="http://schemas.microsoft.com/office/drawing/2014/main" id="{DDBE1A3C-5C1A-017F-C977-7240D5E55EA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0" name="Rectangle 6">
            <a:extLst>
              <a:ext uri="{FF2B5EF4-FFF2-40B4-BE49-F238E27FC236}">
                <a16:creationId xmlns:a16="http://schemas.microsoft.com/office/drawing/2014/main" id="{6BE15F10-A11D-C35C-4881-6007DE65BE8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1" name="Rectangle 7">
            <a:extLst>
              <a:ext uri="{FF2B5EF4-FFF2-40B4-BE49-F238E27FC236}">
                <a16:creationId xmlns:a16="http://schemas.microsoft.com/office/drawing/2014/main" id="{E3372338-5B6C-7B61-BBDF-757ED398597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2" name="Rectangle 8">
            <a:extLst>
              <a:ext uri="{FF2B5EF4-FFF2-40B4-BE49-F238E27FC236}">
                <a16:creationId xmlns:a16="http://schemas.microsoft.com/office/drawing/2014/main" id="{73FD66B5-2675-44D6-2E3B-B4D7A9010B4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3" name="Line 9">
            <a:extLst>
              <a:ext uri="{FF2B5EF4-FFF2-40B4-BE49-F238E27FC236}">
                <a16:creationId xmlns:a16="http://schemas.microsoft.com/office/drawing/2014/main" id="{FF12398F-A531-E8B4-657F-6BCDF2CDD11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14" name="Line 10">
            <a:extLst>
              <a:ext uri="{FF2B5EF4-FFF2-40B4-BE49-F238E27FC236}">
                <a16:creationId xmlns:a16="http://schemas.microsoft.com/office/drawing/2014/main" id="{411A1666-63BE-FD30-8688-F4025ABC2F07}"/>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15" name="Rectangle 11">
            <a:extLst>
              <a:ext uri="{FF2B5EF4-FFF2-40B4-BE49-F238E27FC236}">
                <a16:creationId xmlns:a16="http://schemas.microsoft.com/office/drawing/2014/main" id="{C48051BC-4F3D-CEFD-7169-9F0202D3A1D4}"/>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solidFill>
                  <a:schemeClr val="hlink"/>
                </a:solidFill>
              </a:rPr>
              <a:t>Frame length:</a:t>
            </a:r>
            <a:endParaRPr lang="en-US" altLang="th-TH"/>
          </a:p>
          <a:p>
            <a:pPr algn="ctr"/>
            <a:r>
              <a:rPr lang="en-US" altLang="th-TH"/>
              <a:t>Minimum: 64 bytes (512 bits) </a:t>
            </a:r>
            <a:br>
              <a:rPr lang="en-US" altLang="th-TH"/>
            </a:br>
            <a:r>
              <a:rPr lang="en-US" altLang="th-TH"/>
              <a:t>Maximum: 1518 bytes (12,144 bits)</a:t>
            </a:r>
            <a:endParaRPr lang="en-US" altLang="th-TH" baseline="30000"/>
          </a:p>
        </p:txBody>
      </p:sp>
      <p:grpSp>
        <p:nvGrpSpPr>
          <p:cNvPr id="891916" name="Group 12">
            <a:extLst>
              <a:ext uri="{FF2B5EF4-FFF2-40B4-BE49-F238E27FC236}">
                <a16:creationId xmlns:a16="http://schemas.microsoft.com/office/drawing/2014/main" id="{5CC83845-9EF6-0D67-BCB9-920EDF7A7B4B}"/>
              </a:ext>
            </a:extLst>
          </p:cNvPr>
          <p:cNvGrpSpPr>
            <a:grpSpLocks/>
          </p:cNvGrpSpPr>
          <p:nvPr/>
        </p:nvGrpSpPr>
        <p:grpSpPr bwMode="auto">
          <a:xfrm>
            <a:off x="457200" y="1981200"/>
            <a:ext cx="1143000" cy="566738"/>
            <a:chOff x="1200" y="1248"/>
            <a:chExt cx="720" cy="357"/>
          </a:xfrm>
        </p:grpSpPr>
        <p:pic>
          <p:nvPicPr>
            <p:cNvPr id="891917" name="Picture 13">
              <a:extLst>
                <a:ext uri="{FF2B5EF4-FFF2-40B4-BE49-F238E27FC236}">
                  <a16:creationId xmlns:a16="http://schemas.microsoft.com/office/drawing/2014/main" id="{37409E7E-C9CB-057C-F008-89C457375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1918" name="Text Box 14">
              <a:extLst>
                <a:ext uri="{FF2B5EF4-FFF2-40B4-BE49-F238E27FC236}">
                  <a16:creationId xmlns:a16="http://schemas.microsoft.com/office/drawing/2014/main" id="{369D50AB-B429-2BA9-E853-00B96020CA5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E169359-0772-71F2-934E-650E16D7C64B}"/>
              </a:ext>
            </a:extLst>
          </p:cNvPr>
          <p:cNvSpPr>
            <a:spLocks noGrp="1"/>
          </p:cNvSpPr>
          <p:nvPr>
            <p:ph type="sldNum" sz="quarter" idx="10"/>
          </p:nvPr>
        </p:nvSpPr>
        <p:spPr/>
        <p:txBody>
          <a:bodyPr/>
          <a:lstStyle/>
          <a:p>
            <a:r>
              <a:rPr lang="en-US" altLang="th-TH"/>
              <a:t>13.</a:t>
            </a:r>
            <a:fld id="{DBE04090-80B2-BE40-986D-DCB69BBE7CEA}" type="slidenum">
              <a:rPr lang="en-US" altLang="th-TH"/>
              <a:pPr/>
              <a:t>10</a:t>
            </a:fld>
            <a:endParaRPr lang="en-US" altLang="th-TH"/>
          </a:p>
        </p:txBody>
      </p:sp>
      <p:sp>
        <p:nvSpPr>
          <p:cNvPr id="868354" name="Line 2">
            <a:extLst>
              <a:ext uri="{FF2B5EF4-FFF2-40B4-BE49-F238E27FC236}">
                <a16:creationId xmlns:a16="http://schemas.microsoft.com/office/drawing/2014/main" id="{AEE3FE76-ED4E-B008-6696-02B55891BE0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5" name="Line 3">
            <a:extLst>
              <a:ext uri="{FF2B5EF4-FFF2-40B4-BE49-F238E27FC236}">
                <a16:creationId xmlns:a16="http://schemas.microsoft.com/office/drawing/2014/main" id="{7A57A25A-F41B-AD39-7E7A-DC16FB275A4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6" name="Text Box 4">
            <a:extLst>
              <a:ext uri="{FF2B5EF4-FFF2-40B4-BE49-F238E27FC236}">
                <a16:creationId xmlns:a16="http://schemas.microsoft.com/office/drawing/2014/main" id="{9427AF1D-43A0-953F-DCEC-33A65B4633BB}"/>
              </a:ext>
            </a:extLst>
          </p:cNvPr>
          <p:cNvSpPr txBox="1">
            <a:spLocks noChangeArrowheads="1"/>
          </p:cNvSpPr>
          <p:nvPr/>
        </p:nvSpPr>
        <p:spPr bwMode="auto">
          <a:xfrm>
            <a:off x="304800" y="762000"/>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13.6  </a:t>
            </a:r>
            <a:r>
              <a:rPr lang="en-US" altLang="th-TH" sz="2000" i="1">
                <a:latin typeface="Times New Roman" panose="02020603050405020304" pitchFamily="18" charset="0"/>
              </a:rPr>
              <a:t>Example of an Ethernet address in hexadecimal notation</a:t>
            </a:r>
          </a:p>
        </p:txBody>
      </p:sp>
      <p:sp>
        <p:nvSpPr>
          <p:cNvPr id="868357" name="Line 5">
            <a:extLst>
              <a:ext uri="{FF2B5EF4-FFF2-40B4-BE49-F238E27FC236}">
                <a16:creationId xmlns:a16="http://schemas.microsoft.com/office/drawing/2014/main" id="{B9E6C409-C2C1-874C-5FE4-56FE264F3CE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8358" name="Picture 6">
            <a:extLst>
              <a:ext uri="{FF2B5EF4-FFF2-40B4-BE49-F238E27FC236}">
                <a16:creationId xmlns:a16="http://schemas.microsoft.com/office/drawing/2014/main" id="{F68BDE98-95FE-F87C-5C04-9BFE75F4B2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8" y="2679700"/>
            <a:ext cx="6078537" cy="149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FD8DD08-2CEA-BFAA-7B03-E9C248C3D006}"/>
              </a:ext>
            </a:extLst>
          </p:cNvPr>
          <p:cNvSpPr>
            <a:spLocks noGrp="1"/>
          </p:cNvSpPr>
          <p:nvPr>
            <p:ph type="sldNum" sz="quarter" idx="10"/>
          </p:nvPr>
        </p:nvSpPr>
        <p:spPr/>
        <p:txBody>
          <a:bodyPr/>
          <a:lstStyle/>
          <a:p>
            <a:r>
              <a:rPr lang="en-US" altLang="th-TH"/>
              <a:t>13.</a:t>
            </a:r>
            <a:fld id="{B1A71E2D-265F-F042-90AE-5363982E4B5B}" type="slidenum">
              <a:rPr lang="en-US" altLang="th-TH"/>
              <a:pPr/>
              <a:t>11</a:t>
            </a:fld>
            <a:endParaRPr lang="en-US" altLang="th-TH"/>
          </a:p>
        </p:txBody>
      </p:sp>
      <p:sp>
        <p:nvSpPr>
          <p:cNvPr id="869378" name="Line 2">
            <a:extLst>
              <a:ext uri="{FF2B5EF4-FFF2-40B4-BE49-F238E27FC236}">
                <a16:creationId xmlns:a16="http://schemas.microsoft.com/office/drawing/2014/main" id="{D223C0B5-ADF5-1D18-DCF7-2E3E2B0BD1E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9379" name="Line 3">
            <a:extLst>
              <a:ext uri="{FF2B5EF4-FFF2-40B4-BE49-F238E27FC236}">
                <a16:creationId xmlns:a16="http://schemas.microsoft.com/office/drawing/2014/main" id="{4DDA190D-1535-5A5D-395D-C7613CC75C7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9380" name="Text Box 4">
            <a:extLst>
              <a:ext uri="{FF2B5EF4-FFF2-40B4-BE49-F238E27FC236}">
                <a16:creationId xmlns:a16="http://schemas.microsoft.com/office/drawing/2014/main" id="{B754455C-D13E-DCA8-E21D-4CE417C5A37F}"/>
              </a:ext>
            </a:extLst>
          </p:cNvPr>
          <p:cNvSpPr txBox="1">
            <a:spLocks noChangeArrowheads="1"/>
          </p:cNvSpPr>
          <p:nvPr/>
        </p:nvSpPr>
        <p:spPr bwMode="auto">
          <a:xfrm>
            <a:off x="304800" y="762000"/>
            <a:ext cx="5153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13.7  </a:t>
            </a:r>
            <a:r>
              <a:rPr lang="en-US" altLang="th-TH" sz="2000" i="1">
                <a:latin typeface="Times New Roman" panose="02020603050405020304" pitchFamily="18" charset="0"/>
              </a:rPr>
              <a:t>Unicast and multicast addresses</a:t>
            </a:r>
          </a:p>
        </p:txBody>
      </p:sp>
      <p:sp>
        <p:nvSpPr>
          <p:cNvPr id="869381" name="Line 5">
            <a:extLst>
              <a:ext uri="{FF2B5EF4-FFF2-40B4-BE49-F238E27FC236}">
                <a16:creationId xmlns:a16="http://schemas.microsoft.com/office/drawing/2014/main" id="{345D17A9-4597-177B-CA09-50BD9095978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9382" name="Picture 6">
            <a:extLst>
              <a:ext uri="{FF2B5EF4-FFF2-40B4-BE49-F238E27FC236}">
                <a16:creationId xmlns:a16="http://schemas.microsoft.com/office/drawing/2014/main" id="{68CB2347-CCB0-7FB3-C4B5-F1967FA1AD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2892425"/>
            <a:ext cx="7277100" cy="114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2299C2B-DAA9-40FA-4649-C10485DAF999}"/>
              </a:ext>
            </a:extLst>
          </p:cNvPr>
          <p:cNvSpPr>
            <a:spLocks noGrp="1"/>
          </p:cNvSpPr>
          <p:nvPr>
            <p:ph type="sldNum" sz="quarter" idx="10"/>
          </p:nvPr>
        </p:nvSpPr>
        <p:spPr/>
        <p:txBody>
          <a:bodyPr/>
          <a:lstStyle/>
          <a:p>
            <a:r>
              <a:rPr lang="en-US" altLang="th-TH"/>
              <a:t>13.</a:t>
            </a:r>
            <a:fld id="{0DBCE461-D7B9-E547-B3A5-AF4788A83805}" type="slidenum">
              <a:rPr lang="en-US" altLang="th-TH"/>
              <a:pPr/>
              <a:t>12</a:t>
            </a:fld>
            <a:endParaRPr lang="en-US" altLang="th-TH"/>
          </a:p>
        </p:txBody>
      </p:sp>
      <p:sp>
        <p:nvSpPr>
          <p:cNvPr id="892930" name="Rectangle 2">
            <a:extLst>
              <a:ext uri="{FF2B5EF4-FFF2-40B4-BE49-F238E27FC236}">
                <a16:creationId xmlns:a16="http://schemas.microsoft.com/office/drawing/2014/main" id="{2E8B9EFB-8C25-7ED5-55C3-DB89A29C453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1" name="Rectangle 3">
            <a:extLst>
              <a:ext uri="{FF2B5EF4-FFF2-40B4-BE49-F238E27FC236}">
                <a16:creationId xmlns:a16="http://schemas.microsoft.com/office/drawing/2014/main" id="{08A4201B-6D31-DD1E-7C8E-3294C05F8F7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2" name="Rectangle 4">
            <a:extLst>
              <a:ext uri="{FF2B5EF4-FFF2-40B4-BE49-F238E27FC236}">
                <a16:creationId xmlns:a16="http://schemas.microsoft.com/office/drawing/2014/main" id="{C4221C15-BC87-5C06-D62E-E02A8846B73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3" name="Rectangle 5">
            <a:extLst>
              <a:ext uri="{FF2B5EF4-FFF2-40B4-BE49-F238E27FC236}">
                <a16:creationId xmlns:a16="http://schemas.microsoft.com/office/drawing/2014/main" id="{5767FFAA-FE0D-5DB6-7E88-243603CE889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4" name="Rectangle 6">
            <a:extLst>
              <a:ext uri="{FF2B5EF4-FFF2-40B4-BE49-F238E27FC236}">
                <a16:creationId xmlns:a16="http://schemas.microsoft.com/office/drawing/2014/main" id="{1C72E63F-5FAB-0FFD-B1AE-0E505F4D8F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5" name="Rectangle 7">
            <a:extLst>
              <a:ext uri="{FF2B5EF4-FFF2-40B4-BE49-F238E27FC236}">
                <a16:creationId xmlns:a16="http://schemas.microsoft.com/office/drawing/2014/main" id="{71E21FFE-FFE4-92CA-FD41-95059814FE0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6" name="Rectangle 8">
            <a:extLst>
              <a:ext uri="{FF2B5EF4-FFF2-40B4-BE49-F238E27FC236}">
                <a16:creationId xmlns:a16="http://schemas.microsoft.com/office/drawing/2014/main" id="{65F18752-7007-6AAE-7384-DD1B8A9BB7D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7" name="Line 9">
            <a:extLst>
              <a:ext uri="{FF2B5EF4-FFF2-40B4-BE49-F238E27FC236}">
                <a16:creationId xmlns:a16="http://schemas.microsoft.com/office/drawing/2014/main" id="{A47106DF-1AAB-D2D0-B9FA-0502B32002D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8" name="Line 10">
            <a:extLst>
              <a:ext uri="{FF2B5EF4-FFF2-40B4-BE49-F238E27FC236}">
                <a16:creationId xmlns:a16="http://schemas.microsoft.com/office/drawing/2014/main" id="{BA3239E2-6774-0E50-33CE-CBC8543DD1EB}"/>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9" name="Rectangle 11">
            <a:extLst>
              <a:ext uri="{FF2B5EF4-FFF2-40B4-BE49-F238E27FC236}">
                <a16:creationId xmlns:a16="http://schemas.microsoft.com/office/drawing/2014/main" id="{6F2B454A-5127-EDFA-3E99-88269BB47745}"/>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The least significant bit of the first byte </a:t>
            </a:r>
            <a:br>
              <a:rPr lang="en-US" altLang="th-TH"/>
            </a:br>
            <a:r>
              <a:rPr lang="en-US" altLang="th-TH"/>
              <a:t>defines the type of address.</a:t>
            </a:r>
            <a:br>
              <a:rPr lang="en-US" altLang="th-TH"/>
            </a:br>
            <a:r>
              <a:rPr lang="en-US" altLang="th-TH"/>
              <a:t>If the bit is </a:t>
            </a:r>
            <a:r>
              <a:rPr lang="en-US" altLang="th-TH">
                <a:solidFill>
                  <a:schemeClr val="hlink"/>
                </a:solidFill>
              </a:rPr>
              <a:t>0</a:t>
            </a:r>
            <a:r>
              <a:rPr lang="en-US" altLang="th-TH"/>
              <a:t>, the address is unicast;</a:t>
            </a:r>
            <a:br>
              <a:rPr lang="en-US" altLang="th-TH"/>
            </a:br>
            <a:r>
              <a:rPr lang="en-US" altLang="th-TH"/>
              <a:t>otherwise, it is multicast.</a:t>
            </a:r>
          </a:p>
        </p:txBody>
      </p:sp>
      <p:grpSp>
        <p:nvGrpSpPr>
          <p:cNvPr id="892940" name="Group 12">
            <a:extLst>
              <a:ext uri="{FF2B5EF4-FFF2-40B4-BE49-F238E27FC236}">
                <a16:creationId xmlns:a16="http://schemas.microsoft.com/office/drawing/2014/main" id="{14A8184D-C238-8288-D50A-C310F16AFFA1}"/>
              </a:ext>
            </a:extLst>
          </p:cNvPr>
          <p:cNvGrpSpPr>
            <a:grpSpLocks/>
          </p:cNvGrpSpPr>
          <p:nvPr/>
        </p:nvGrpSpPr>
        <p:grpSpPr bwMode="auto">
          <a:xfrm>
            <a:off x="457200" y="1981200"/>
            <a:ext cx="1143000" cy="566738"/>
            <a:chOff x="1200" y="1248"/>
            <a:chExt cx="720" cy="357"/>
          </a:xfrm>
        </p:grpSpPr>
        <p:pic>
          <p:nvPicPr>
            <p:cNvPr id="892941" name="Picture 13">
              <a:extLst>
                <a:ext uri="{FF2B5EF4-FFF2-40B4-BE49-F238E27FC236}">
                  <a16:creationId xmlns:a16="http://schemas.microsoft.com/office/drawing/2014/main" id="{81061DAB-D19B-77CF-B595-3B86BEF88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2942" name="Text Box 14">
              <a:extLst>
                <a:ext uri="{FF2B5EF4-FFF2-40B4-BE49-F238E27FC236}">
                  <a16:creationId xmlns:a16="http://schemas.microsoft.com/office/drawing/2014/main" id="{E0746FC3-C9D8-A411-3695-A6A80DF45A6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4BD82F6-B0D6-DA4A-FEDD-A7631152FB3B}"/>
              </a:ext>
            </a:extLst>
          </p:cNvPr>
          <p:cNvSpPr>
            <a:spLocks noGrp="1"/>
          </p:cNvSpPr>
          <p:nvPr>
            <p:ph type="sldNum" sz="quarter" idx="10"/>
          </p:nvPr>
        </p:nvSpPr>
        <p:spPr/>
        <p:txBody>
          <a:bodyPr/>
          <a:lstStyle/>
          <a:p>
            <a:r>
              <a:rPr lang="en-US" altLang="th-TH"/>
              <a:t>13.</a:t>
            </a:r>
            <a:fld id="{2FA23C83-523B-D64E-B878-B00174629A0A}" type="slidenum">
              <a:rPr lang="en-US" altLang="th-TH"/>
              <a:pPr/>
              <a:t>13</a:t>
            </a:fld>
            <a:endParaRPr lang="en-US" altLang="th-TH"/>
          </a:p>
        </p:txBody>
      </p:sp>
      <p:sp>
        <p:nvSpPr>
          <p:cNvPr id="893954" name="Rectangle 2">
            <a:extLst>
              <a:ext uri="{FF2B5EF4-FFF2-40B4-BE49-F238E27FC236}">
                <a16:creationId xmlns:a16="http://schemas.microsoft.com/office/drawing/2014/main" id="{DCE309B0-BE4E-3B56-EDBB-5912F00EE0F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5" name="Rectangle 3">
            <a:extLst>
              <a:ext uri="{FF2B5EF4-FFF2-40B4-BE49-F238E27FC236}">
                <a16:creationId xmlns:a16="http://schemas.microsoft.com/office/drawing/2014/main" id="{BFAEB3CF-A3DC-2B59-1B49-0705A6F26C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6" name="Rectangle 4">
            <a:extLst>
              <a:ext uri="{FF2B5EF4-FFF2-40B4-BE49-F238E27FC236}">
                <a16:creationId xmlns:a16="http://schemas.microsoft.com/office/drawing/2014/main" id="{A378D602-1D42-2D61-46F5-6F2C0548815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7" name="Rectangle 5">
            <a:extLst>
              <a:ext uri="{FF2B5EF4-FFF2-40B4-BE49-F238E27FC236}">
                <a16:creationId xmlns:a16="http://schemas.microsoft.com/office/drawing/2014/main" id="{71DBBBFD-6307-3F29-722C-484687F1E2B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8" name="Rectangle 6">
            <a:extLst>
              <a:ext uri="{FF2B5EF4-FFF2-40B4-BE49-F238E27FC236}">
                <a16:creationId xmlns:a16="http://schemas.microsoft.com/office/drawing/2014/main" id="{A85B802E-8820-A356-23E4-161CFC9FE11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9" name="Rectangle 7">
            <a:extLst>
              <a:ext uri="{FF2B5EF4-FFF2-40B4-BE49-F238E27FC236}">
                <a16:creationId xmlns:a16="http://schemas.microsoft.com/office/drawing/2014/main" id="{C1FD9060-E750-66B7-DEBE-9A3141F62A0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60" name="Rectangle 8">
            <a:extLst>
              <a:ext uri="{FF2B5EF4-FFF2-40B4-BE49-F238E27FC236}">
                <a16:creationId xmlns:a16="http://schemas.microsoft.com/office/drawing/2014/main" id="{A09B39D1-E87B-1121-6BD9-69C01A749FE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61" name="Line 9">
            <a:extLst>
              <a:ext uri="{FF2B5EF4-FFF2-40B4-BE49-F238E27FC236}">
                <a16:creationId xmlns:a16="http://schemas.microsoft.com/office/drawing/2014/main" id="{B0053B2A-C8B6-1421-5EAE-8F28CD34B10D}"/>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62" name="Line 10">
            <a:extLst>
              <a:ext uri="{FF2B5EF4-FFF2-40B4-BE49-F238E27FC236}">
                <a16:creationId xmlns:a16="http://schemas.microsoft.com/office/drawing/2014/main" id="{4372E994-F07E-42E4-9F68-FF162AA42B23}"/>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63" name="Rectangle 11">
            <a:extLst>
              <a:ext uri="{FF2B5EF4-FFF2-40B4-BE49-F238E27FC236}">
                <a16:creationId xmlns:a16="http://schemas.microsoft.com/office/drawing/2014/main" id="{203CF7A0-0B61-AF26-5EEB-B09F0209D5A8}"/>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The broadcast destination address is a special case of the multicast address in which all bits are 1s.</a:t>
            </a:r>
          </a:p>
        </p:txBody>
      </p:sp>
      <p:grpSp>
        <p:nvGrpSpPr>
          <p:cNvPr id="893964" name="Group 12">
            <a:extLst>
              <a:ext uri="{FF2B5EF4-FFF2-40B4-BE49-F238E27FC236}">
                <a16:creationId xmlns:a16="http://schemas.microsoft.com/office/drawing/2014/main" id="{417372F9-70A1-240A-77C1-9E4AFC439DB1}"/>
              </a:ext>
            </a:extLst>
          </p:cNvPr>
          <p:cNvGrpSpPr>
            <a:grpSpLocks/>
          </p:cNvGrpSpPr>
          <p:nvPr/>
        </p:nvGrpSpPr>
        <p:grpSpPr bwMode="auto">
          <a:xfrm>
            <a:off x="457200" y="1981200"/>
            <a:ext cx="1143000" cy="566738"/>
            <a:chOff x="1200" y="1248"/>
            <a:chExt cx="720" cy="357"/>
          </a:xfrm>
        </p:grpSpPr>
        <p:pic>
          <p:nvPicPr>
            <p:cNvPr id="893965" name="Picture 13">
              <a:extLst>
                <a:ext uri="{FF2B5EF4-FFF2-40B4-BE49-F238E27FC236}">
                  <a16:creationId xmlns:a16="http://schemas.microsoft.com/office/drawing/2014/main" id="{324FECB3-0F7B-CDEA-8607-E08EB6B53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3966" name="Text Box 14">
              <a:extLst>
                <a:ext uri="{FF2B5EF4-FFF2-40B4-BE49-F238E27FC236}">
                  <a16:creationId xmlns:a16="http://schemas.microsoft.com/office/drawing/2014/main" id="{57E44AF3-6A3E-C876-BFA7-6742DE1DFE3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4862D89-F053-BAA1-49AE-C80A7137B6FD}"/>
              </a:ext>
            </a:extLst>
          </p:cNvPr>
          <p:cNvSpPr>
            <a:spLocks noGrp="1"/>
          </p:cNvSpPr>
          <p:nvPr>
            <p:ph type="sldNum" sz="quarter" idx="10"/>
          </p:nvPr>
        </p:nvSpPr>
        <p:spPr/>
        <p:txBody>
          <a:bodyPr/>
          <a:lstStyle/>
          <a:p>
            <a:r>
              <a:rPr lang="en-US" altLang="th-TH"/>
              <a:t>13.</a:t>
            </a:r>
            <a:fld id="{4B166692-D0AB-154C-AB35-8D123C26BD1D}" type="slidenum">
              <a:rPr lang="en-US" altLang="th-TH"/>
              <a:pPr/>
              <a:t>14</a:t>
            </a:fld>
            <a:endParaRPr lang="en-US" altLang="th-TH"/>
          </a:p>
        </p:txBody>
      </p:sp>
      <p:sp>
        <p:nvSpPr>
          <p:cNvPr id="897026" name="Rectangle 2">
            <a:extLst>
              <a:ext uri="{FF2B5EF4-FFF2-40B4-BE49-F238E27FC236}">
                <a16:creationId xmlns:a16="http://schemas.microsoft.com/office/drawing/2014/main" id="{FCAEDFAF-E5BE-4B31-39B1-6EC5ED5FC2D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27" name="Rectangle 3">
            <a:extLst>
              <a:ext uri="{FF2B5EF4-FFF2-40B4-BE49-F238E27FC236}">
                <a16:creationId xmlns:a16="http://schemas.microsoft.com/office/drawing/2014/main" id="{986C8030-B6DC-14AA-0BF5-C84F2261389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28" name="Rectangle 4">
            <a:extLst>
              <a:ext uri="{FF2B5EF4-FFF2-40B4-BE49-F238E27FC236}">
                <a16:creationId xmlns:a16="http://schemas.microsoft.com/office/drawing/2014/main" id="{56219935-A02E-93CA-76C2-C2045E78574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29" name="Rectangle 5">
            <a:extLst>
              <a:ext uri="{FF2B5EF4-FFF2-40B4-BE49-F238E27FC236}">
                <a16:creationId xmlns:a16="http://schemas.microsoft.com/office/drawing/2014/main" id="{144A0ED3-80F5-4B40-D33D-301E6834953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0" name="Rectangle 6">
            <a:extLst>
              <a:ext uri="{FF2B5EF4-FFF2-40B4-BE49-F238E27FC236}">
                <a16:creationId xmlns:a16="http://schemas.microsoft.com/office/drawing/2014/main" id="{DB8B5A7D-1E59-E81B-043B-4E8202CE09D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1" name="Rectangle 7">
            <a:extLst>
              <a:ext uri="{FF2B5EF4-FFF2-40B4-BE49-F238E27FC236}">
                <a16:creationId xmlns:a16="http://schemas.microsoft.com/office/drawing/2014/main" id="{9CC069CF-CA07-2828-31BA-A1546A8C2C2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2" name="Rectangle 8">
            <a:extLst>
              <a:ext uri="{FF2B5EF4-FFF2-40B4-BE49-F238E27FC236}">
                <a16:creationId xmlns:a16="http://schemas.microsoft.com/office/drawing/2014/main" id="{12E2B3D9-4E6D-7E36-4F62-DACE1984A5D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3" name="Rectangle 9">
            <a:extLst>
              <a:ext uri="{FF2B5EF4-FFF2-40B4-BE49-F238E27FC236}">
                <a16:creationId xmlns:a16="http://schemas.microsoft.com/office/drawing/2014/main" id="{ABB38E7A-0BEE-8FFE-0AE2-40F0E0AFEA27}"/>
              </a:ext>
            </a:extLst>
          </p:cNvPr>
          <p:cNvSpPr>
            <a:spLocks noChangeArrowheads="1"/>
          </p:cNvSpPr>
          <p:nvPr/>
        </p:nvSpPr>
        <p:spPr bwMode="auto">
          <a:xfrm>
            <a:off x="228600" y="990600"/>
            <a:ext cx="8686800" cy="13731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Define the type of the following destination addresses:</a:t>
            </a:r>
          </a:p>
          <a:p>
            <a:pPr algn="just"/>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4A:30:10:21:10:1A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47:20:1B:2E:08:EE</a:t>
            </a:r>
          </a:p>
          <a:p>
            <a:pPr algn="just"/>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FF:FF:FF:FF:FF:FF</a:t>
            </a:r>
          </a:p>
        </p:txBody>
      </p:sp>
      <p:sp>
        <p:nvSpPr>
          <p:cNvPr id="897034" name="Rectangle 10">
            <a:extLst>
              <a:ext uri="{FF2B5EF4-FFF2-40B4-BE49-F238E27FC236}">
                <a16:creationId xmlns:a16="http://schemas.microsoft.com/office/drawing/2014/main" id="{71421322-472D-F4CC-F0FF-1C822EBE46D5}"/>
              </a:ext>
            </a:extLst>
          </p:cNvPr>
          <p:cNvSpPr>
            <a:spLocks noChangeArrowheads="1"/>
          </p:cNvSpPr>
          <p:nvPr/>
        </p:nvSpPr>
        <p:spPr bwMode="auto">
          <a:xfrm>
            <a:off x="228600" y="2438400"/>
            <a:ext cx="8686800" cy="39354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latin typeface="Times" pitchFamily="18" charset="0"/>
              </a:rPr>
              <a:t>To find the type of the address, we need to look at the second hexadecimal digit from the left. If it is even, the address is unicast. If it is odd, the address is multicast. If all digits are F’s, the address is broadcast. Therefore, we have the following:</a:t>
            </a:r>
          </a:p>
          <a:p>
            <a:r>
              <a:rPr lang="en-US" altLang="th-TH" sz="2800" i="1">
                <a:solidFill>
                  <a:schemeClr val="hlink"/>
                </a:solidFill>
                <a:latin typeface="Times" pitchFamily="18" charset="0"/>
              </a:rPr>
              <a:t>a</a:t>
            </a:r>
            <a:r>
              <a:rPr lang="en-US" altLang="th-TH" sz="2800" i="1">
                <a:latin typeface="Times" pitchFamily="18" charset="0"/>
              </a:rPr>
              <a:t>.  This is a unicast address because A in binary is 1010.</a:t>
            </a:r>
          </a:p>
          <a:p>
            <a:r>
              <a:rPr lang="en-US" altLang="th-TH" sz="2800" i="1">
                <a:solidFill>
                  <a:schemeClr val="hlink"/>
                </a:solidFill>
                <a:latin typeface="Times" pitchFamily="18" charset="0"/>
              </a:rPr>
              <a:t>b.</a:t>
            </a:r>
            <a:r>
              <a:rPr lang="en-US" altLang="th-TH" sz="2800" i="1">
                <a:latin typeface="Times" pitchFamily="18" charset="0"/>
              </a:rPr>
              <a:t>  This is a multicast address because 7 in binary is 0111.</a:t>
            </a:r>
          </a:p>
          <a:p>
            <a:r>
              <a:rPr lang="en-US" altLang="th-TH" sz="2800" i="1">
                <a:solidFill>
                  <a:schemeClr val="hlink"/>
                </a:solidFill>
                <a:latin typeface="Times" pitchFamily="18" charset="0"/>
              </a:rPr>
              <a:t>c.</a:t>
            </a:r>
            <a:r>
              <a:rPr lang="en-US" altLang="th-TH" sz="2800" i="1">
                <a:latin typeface="Times" pitchFamily="18" charset="0"/>
              </a:rPr>
              <a:t>  This is a broadcast address because all digits are F’s.</a:t>
            </a:r>
          </a:p>
        </p:txBody>
      </p:sp>
      <p:sp>
        <p:nvSpPr>
          <p:cNvPr id="897035" name="Text Box 11">
            <a:extLst>
              <a:ext uri="{FF2B5EF4-FFF2-40B4-BE49-F238E27FC236}">
                <a16:creationId xmlns:a16="http://schemas.microsoft.com/office/drawing/2014/main" id="{281349D3-E352-EA46-4CE8-84118655393C}"/>
              </a:ext>
            </a:extLst>
          </p:cNvPr>
          <p:cNvSpPr txBox="1">
            <a:spLocks noChangeArrowheads="1"/>
          </p:cNvSpPr>
          <p:nvPr/>
        </p:nvSpPr>
        <p:spPr bwMode="auto">
          <a:xfrm>
            <a:off x="1068388" y="-46038"/>
            <a:ext cx="24876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13.1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699E857-82A7-276E-3BA6-B89D35090284}"/>
              </a:ext>
            </a:extLst>
          </p:cNvPr>
          <p:cNvSpPr>
            <a:spLocks noGrp="1"/>
          </p:cNvSpPr>
          <p:nvPr>
            <p:ph type="sldNum" sz="quarter" idx="10"/>
          </p:nvPr>
        </p:nvSpPr>
        <p:spPr/>
        <p:txBody>
          <a:bodyPr/>
          <a:lstStyle/>
          <a:p>
            <a:r>
              <a:rPr lang="en-US" altLang="th-TH"/>
              <a:t>13.</a:t>
            </a:r>
            <a:fld id="{B66F7BEE-D8F0-7F41-B592-810EFB5E732D}" type="slidenum">
              <a:rPr lang="en-US" altLang="th-TH"/>
              <a:pPr/>
              <a:t>15</a:t>
            </a:fld>
            <a:endParaRPr lang="en-US" altLang="th-TH"/>
          </a:p>
        </p:txBody>
      </p:sp>
      <p:sp>
        <p:nvSpPr>
          <p:cNvPr id="898050" name="Rectangle 2">
            <a:extLst>
              <a:ext uri="{FF2B5EF4-FFF2-40B4-BE49-F238E27FC236}">
                <a16:creationId xmlns:a16="http://schemas.microsoft.com/office/drawing/2014/main" id="{806B6CB9-9F90-5C14-26CD-CE447733432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1" name="Rectangle 3">
            <a:extLst>
              <a:ext uri="{FF2B5EF4-FFF2-40B4-BE49-F238E27FC236}">
                <a16:creationId xmlns:a16="http://schemas.microsoft.com/office/drawing/2014/main" id="{626327E5-EF13-BC28-C547-4CF4B83A4FC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2" name="Rectangle 4">
            <a:extLst>
              <a:ext uri="{FF2B5EF4-FFF2-40B4-BE49-F238E27FC236}">
                <a16:creationId xmlns:a16="http://schemas.microsoft.com/office/drawing/2014/main" id="{D891FD0D-B787-D2DD-7EFF-638A0B522EA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3" name="Rectangle 5">
            <a:extLst>
              <a:ext uri="{FF2B5EF4-FFF2-40B4-BE49-F238E27FC236}">
                <a16:creationId xmlns:a16="http://schemas.microsoft.com/office/drawing/2014/main" id="{F4EE1C91-ED1E-86B6-FFC7-3BC688058F2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4" name="Rectangle 6">
            <a:extLst>
              <a:ext uri="{FF2B5EF4-FFF2-40B4-BE49-F238E27FC236}">
                <a16:creationId xmlns:a16="http://schemas.microsoft.com/office/drawing/2014/main" id="{5259C2E1-7D6D-AB4E-AFA7-218C9FC0C6C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5" name="Rectangle 7">
            <a:extLst>
              <a:ext uri="{FF2B5EF4-FFF2-40B4-BE49-F238E27FC236}">
                <a16:creationId xmlns:a16="http://schemas.microsoft.com/office/drawing/2014/main" id="{EB538E2C-FE9F-C45D-C99F-D3219C2E3D3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6" name="Rectangle 8">
            <a:extLst>
              <a:ext uri="{FF2B5EF4-FFF2-40B4-BE49-F238E27FC236}">
                <a16:creationId xmlns:a16="http://schemas.microsoft.com/office/drawing/2014/main" id="{AB2CBAA3-4548-C80F-F48C-32CC27184F6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7" name="Rectangle 9">
            <a:extLst>
              <a:ext uri="{FF2B5EF4-FFF2-40B4-BE49-F238E27FC236}">
                <a16:creationId xmlns:a16="http://schemas.microsoft.com/office/drawing/2014/main" id="{5AE23FE1-ED3C-E629-A541-586EBCA6B1FE}"/>
              </a:ext>
            </a:extLst>
          </p:cNvPr>
          <p:cNvSpPr>
            <a:spLocks noChangeArrowheads="1"/>
          </p:cNvSpPr>
          <p:nvPr/>
        </p:nvSpPr>
        <p:spPr bwMode="auto">
          <a:xfrm>
            <a:off x="228600" y="12954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Show how the address </a:t>
            </a:r>
            <a:r>
              <a:rPr lang="en-US" altLang="th-TH" sz="2800" i="1">
                <a:solidFill>
                  <a:schemeClr val="folHlink"/>
                </a:solidFill>
                <a:latin typeface="Times New Roman" panose="02020603050405020304" pitchFamily="18" charset="0"/>
              </a:rPr>
              <a:t>47:20:1B:2E:08:EE</a:t>
            </a:r>
            <a:r>
              <a:rPr lang="en-US" altLang="th-TH" sz="2800" i="1">
                <a:latin typeface="Times New Roman" panose="02020603050405020304" pitchFamily="18" charset="0"/>
              </a:rPr>
              <a:t> is sent out on line.</a:t>
            </a:r>
          </a:p>
        </p:txBody>
      </p:sp>
      <p:sp>
        <p:nvSpPr>
          <p:cNvPr id="898058" name="Rectangle 10">
            <a:extLst>
              <a:ext uri="{FF2B5EF4-FFF2-40B4-BE49-F238E27FC236}">
                <a16:creationId xmlns:a16="http://schemas.microsoft.com/office/drawing/2014/main" id="{CC1669F3-1E91-F407-0E52-F2FC7F07A985}"/>
              </a:ext>
            </a:extLst>
          </p:cNvPr>
          <p:cNvSpPr>
            <a:spLocks noChangeArrowheads="1"/>
          </p:cNvSpPr>
          <p:nvPr/>
        </p:nvSpPr>
        <p:spPr bwMode="auto">
          <a:xfrm>
            <a:off x="228600" y="2819400"/>
            <a:ext cx="8686800" cy="13731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Solution</a:t>
            </a:r>
          </a:p>
          <a:p>
            <a:r>
              <a:rPr lang="en-US" altLang="th-TH" sz="2800" i="1">
                <a:latin typeface="Times" pitchFamily="18" charset="0"/>
              </a:rPr>
              <a:t>The address is sent left-to-right, byte by byte; for each byte, it is sent right-to-left, bit by bit, as shown below:</a:t>
            </a:r>
          </a:p>
        </p:txBody>
      </p:sp>
      <p:sp>
        <p:nvSpPr>
          <p:cNvPr id="898061" name="Text Box 13">
            <a:extLst>
              <a:ext uri="{FF2B5EF4-FFF2-40B4-BE49-F238E27FC236}">
                <a16:creationId xmlns:a16="http://schemas.microsoft.com/office/drawing/2014/main" id="{16E36BF9-A0CE-405F-10FD-168364188E05}"/>
              </a:ext>
            </a:extLst>
          </p:cNvPr>
          <p:cNvSpPr txBox="1">
            <a:spLocks noChangeArrowheads="1"/>
          </p:cNvSpPr>
          <p:nvPr/>
        </p:nvSpPr>
        <p:spPr bwMode="auto">
          <a:xfrm>
            <a:off x="1068388" y="0"/>
            <a:ext cx="24876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13.2</a:t>
            </a:r>
          </a:p>
        </p:txBody>
      </p:sp>
      <p:pic>
        <p:nvPicPr>
          <p:cNvPr id="898062" name="Picture 14">
            <a:extLst>
              <a:ext uri="{FF2B5EF4-FFF2-40B4-BE49-F238E27FC236}">
                <a16:creationId xmlns:a16="http://schemas.microsoft.com/office/drawing/2014/main" id="{C7F4246A-9B78-4FFA-1BD0-166E594192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579938"/>
            <a:ext cx="8091488" cy="2968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FD9C728-AF01-7170-AB63-A0D259D1F36B}"/>
              </a:ext>
            </a:extLst>
          </p:cNvPr>
          <p:cNvSpPr>
            <a:spLocks noGrp="1"/>
          </p:cNvSpPr>
          <p:nvPr>
            <p:ph type="sldNum" sz="quarter" idx="10"/>
          </p:nvPr>
        </p:nvSpPr>
        <p:spPr/>
        <p:txBody>
          <a:bodyPr/>
          <a:lstStyle/>
          <a:p>
            <a:r>
              <a:rPr lang="en-US" altLang="th-TH"/>
              <a:t>13.</a:t>
            </a:r>
            <a:fld id="{82C36CA4-F1A8-4F42-B4BF-C8D78C6A08FF}" type="slidenum">
              <a:rPr lang="en-US" altLang="th-TH"/>
              <a:pPr/>
              <a:t>16</a:t>
            </a:fld>
            <a:endParaRPr lang="en-US" altLang="th-TH"/>
          </a:p>
        </p:txBody>
      </p:sp>
      <p:sp>
        <p:nvSpPr>
          <p:cNvPr id="870402" name="Line 2">
            <a:extLst>
              <a:ext uri="{FF2B5EF4-FFF2-40B4-BE49-F238E27FC236}">
                <a16:creationId xmlns:a16="http://schemas.microsoft.com/office/drawing/2014/main" id="{6DD13056-27F3-0836-412F-A719A1A4F51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3" name="Line 3">
            <a:extLst>
              <a:ext uri="{FF2B5EF4-FFF2-40B4-BE49-F238E27FC236}">
                <a16:creationId xmlns:a16="http://schemas.microsoft.com/office/drawing/2014/main" id="{E840184D-240E-8F25-1FA3-8239D44702C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4" name="Text Box 4">
            <a:extLst>
              <a:ext uri="{FF2B5EF4-FFF2-40B4-BE49-F238E27FC236}">
                <a16:creationId xmlns:a16="http://schemas.microsoft.com/office/drawing/2014/main" id="{2F9D87F8-AEFA-C798-7F5C-90DC9754D035}"/>
              </a:ext>
            </a:extLst>
          </p:cNvPr>
          <p:cNvSpPr txBox="1">
            <a:spLocks noChangeArrowheads="1"/>
          </p:cNvSpPr>
          <p:nvPr/>
        </p:nvSpPr>
        <p:spPr bwMode="auto">
          <a:xfrm>
            <a:off x="304800" y="762000"/>
            <a:ext cx="5197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13.8  </a:t>
            </a:r>
            <a:r>
              <a:rPr lang="en-US" altLang="th-TH" sz="2000" i="1">
                <a:latin typeface="Times New Roman" panose="02020603050405020304" pitchFamily="18" charset="0"/>
              </a:rPr>
              <a:t>Categories of Standard Ethernet</a:t>
            </a:r>
          </a:p>
        </p:txBody>
      </p:sp>
      <p:sp>
        <p:nvSpPr>
          <p:cNvPr id="870405" name="Line 5">
            <a:extLst>
              <a:ext uri="{FF2B5EF4-FFF2-40B4-BE49-F238E27FC236}">
                <a16:creationId xmlns:a16="http://schemas.microsoft.com/office/drawing/2014/main" id="{7F553BD0-66EA-0038-5F26-81CDDA9071B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0406" name="Picture 6">
            <a:extLst>
              <a:ext uri="{FF2B5EF4-FFF2-40B4-BE49-F238E27FC236}">
                <a16:creationId xmlns:a16="http://schemas.microsoft.com/office/drawing/2014/main" id="{C2DF1DD0-9A80-1023-63D6-1F97EA174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133600"/>
            <a:ext cx="6389688" cy="335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FC983C7-78A1-2634-8A80-75C3B1277BDB}"/>
              </a:ext>
            </a:extLst>
          </p:cNvPr>
          <p:cNvSpPr>
            <a:spLocks noGrp="1"/>
          </p:cNvSpPr>
          <p:nvPr>
            <p:ph type="sldNum" sz="quarter" idx="10"/>
          </p:nvPr>
        </p:nvSpPr>
        <p:spPr/>
        <p:txBody>
          <a:bodyPr/>
          <a:lstStyle/>
          <a:p>
            <a:r>
              <a:rPr lang="en-US" altLang="th-TH"/>
              <a:t>13.</a:t>
            </a:r>
            <a:fld id="{B8BC68A1-2BF9-0547-8C7A-7F4322AF031A}" type="slidenum">
              <a:rPr lang="en-US" altLang="th-TH"/>
              <a:pPr/>
              <a:t>17</a:t>
            </a:fld>
            <a:endParaRPr lang="en-US" altLang="th-TH"/>
          </a:p>
        </p:txBody>
      </p:sp>
      <p:sp>
        <p:nvSpPr>
          <p:cNvPr id="871426" name="Line 2">
            <a:extLst>
              <a:ext uri="{FF2B5EF4-FFF2-40B4-BE49-F238E27FC236}">
                <a16:creationId xmlns:a16="http://schemas.microsoft.com/office/drawing/2014/main" id="{34159470-9B84-7E1B-41FB-2154A4C1237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7" name="Line 3">
            <a:extLst>
              <a:ext uri="{FF2B5EF4-FFF2-40B4-BE49-F238E27FC236}">
                <a16:creationId xmlns:a16="http://schemas.microsoft.com/office/drawing/2014/main" id="{6516ECA7-6686-FE01-C883-B84F328F82B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8" name="Text Box 4">
            <a:extLst>
              <a:ext uri="{FF2B5EF4-FFF2-40B4-BE49-F238E27FC236}">
                <a16:creationId xmlns:a16="http://schemas.microsoft.com/office/drawing/2014/main" id="{DC83E9A7-2780-A694-1051-D200A930B7CB}"/>
              </a:ext>
            </a:extLst>
          </p:cNvPr>
          <p:cNvSpPr txBox="1">
            <a:spLocks noChangeArrowheads="1"/>
          </p:cNvSpPr>
          <p:nvPr/>
        </p:nvSpPr>
        <p:spPr bwMode="auto">
          <a:xfrm>
            <a:off x="304800" y="762000"/>
            <a:ext cx="6986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13.9  </a:t>
            </a:r>
            <a:r>
              <a:rPr lang="en-US" altLang="th-TH" sz="2000" i="1">
                <a:latin typeface="Times New Roman" panose="02020603050405020304" pitchFamily="18" charset="0"/>
              </a:rPr>
              <a:t>Encoding in a Standard Ethernet implementation</a:t>
            </a:r>
          </a:p>
        </p:txBody>
      </p:sp>
      <p:sp>
        <p:nvSpPr>
          <p:cNvPr id="871429" name="Line 5">
            <a:extLst>
              <a:ext uri="{FF2B5EF4-FFF2-40B4-BE49-F238E27FC236}">
                <a16:creationId xmlns:a16="http://schemas.microsoft.com/office/drawing/2014/main" id="{A8EDD0BB-BFE3-CC14-6C14-C27B2CA31C2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1430" name="Picture 6">
            <a:extLst>
              <a:ext uri="{FF2B5EF4-FFF2-40B4-BE49-F238E27FC236}">
                <a16:creationId xmlns:a16="http://schemas.microsoft.com/office/drawing/2014/main" id="{65CA3216-634B-294A-D7A1-E3923BE87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363788"/>
            <a:ext cx="7367587" cy="327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90C0B66-A053-3514-537A-67369319EFDC}"/>
              </a:ext>
            </a:extLst>
          </p:cNvPr>
          <p:cNvSpPr>
            <a:spLocks noGrp="1"/>
          </p:cNvSpPr>
          <p:nvPr>
            <p:ph type="sldNum" sz="quarter" idx="10"/>
          </p:nvPr>
        </p:nvSpPr>
        <p:spPr/>
        <p:txBody>
          <a:bodyPr/>
          <a:lstStyle/>
          <a:p>
            <a:r>
              <a:rPr lang="en-US" altLang="th-TH"/>
              <a:t>13.</a:t>
            </a:r>
            <a:fld id="{B0648904-003D-E248-9D58-7F7E4B13F804}" type="slidenum">
              <a:rPr lang="en-US" altLang="th-TH"/>
              <a:pPr/>
              <a:t>18</a:t>
            </a:fld>
            <a:endParaRPr lang="en-US" altLang="th-TH"/>
          </a:p>
        </p:txBody>
      </p:sp>
      <p:sp>
        <p:nvSpPr>
          <p:cNvPr id="872450" name="Line 2">
            <a:extLst>
              <a:ext uri="{FF2B5EF4-FFF2-40B4-BE49-F238E27FC236}">
                <a16:creationId xmlns:a16="http://schemas.microsoft.com/office/drawing/2014/main" id="{1EAD02B7-FBDC-ABC7-2F8F-35FE921DD22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1" name="Line 3">
            <a:extLst>
              <a:ext uri="{FF2B5EF4-FFF2-40B4-BE49-F238E27FC236}">
                <a16:creationId xmlns:a16="http://schemas.microsoft.com/office/drawing/2014/main" id="{B78AD007-8017-2498-199E-D838979B05E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2" name="Text Box 4">
            <a:extLst>
              <a:ext uri="{FF2B5EF4-FFF2-40B4-BE49-F238E27FC236}">
                <a16:creationId xmlns:a16="http://schemas.microsoft.com/office/drawing/2014/main" id="{74E8481B-6966-5710-5233-8310848EBCE3}"/>
              </a:ext>
            </a:extLst>
          </p:cNvPr>
          <p:cNvSpPr txBox="1">
            <a:spLocks noChangeArrowheads="1"/>
          </p:cNvSpPr>
          <p:nvPr/>
        </p:nvSpPr>
        <p:spPr bwMode="auto">
          <a:xfrm>
            <a:off x="304800" y="762000"/>
            <a:ext cx="4545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13.10  </a:t>
            </a:r>
            <a:r>
              <a:rPr lang="en-US" altLang="th-TH" sz="2000" i="1">
                <a:latin typeface="Times New Roman" panose="02020603050405020304" pitchFamily="18" charset="0"/>
              </a:rPr>
              <a:t>10Base5 implementation</a:t>
            </a:r>
          </a:p>
        </p:txBody>
      </p:sp>
      <p:sp>
        <p:nvSpPr>
          <p:cNvPr id="872453" name="Line 5">
            <a:extLst>
              <a:ext uri="{FF2B5EF4-FFF2-40B4-BE49-F238E27FC236}">
                <a16:creationId xmlns:a16="http://schemas.microsoft.com/office/drawing/2014/main" id="{12C18614-E709-FAE7-EDF3-5CA17E30EAB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2454" name="Picture 6">
            <a:extLst>
              <a:ext uri="{FF2B5EF4-FFF2-40B4-BE49-F238E27FC236}">
                <a16:creationId xmlns:a16="http://schemas.microsoft.com/office/drawing/2014/main" id="{25D7FFBF-9C71-F90F-E6BC-E205AA4D9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590800"/>
            <a:ext cx="8720138" cy="185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4F2A7E3-D13E-25C6-1584-5A20954B346B}"/>
              </a:ext>
            </a:extLst>
          </p:cNvPr>
          <p:cNvSpPr>
            <a:spLocks noGrp="1"/>
          </p:cNvSpPr>
          <p:nvPr>
            <p:ph type="sldNum" sz="quarter" idx="10"/>
          </p:nvPr>
        </p:nvSpPr>
        <p:spPr/>
        <p:txBody>
          <a:bodyPr/>
          <a:lstStyle/>
          <a:p>
            <a:r>
              <a:rPr lang="en-US" altLang="th-TH"/>
              <a:t>13.</a:t>
            </a:r>
            <a:fld id="{3A05FE42-3D96-D549-A453-DE1DC93DBFD9}" type="slidenum">
              <a:rPr lang="en-US" altLang="th-TH"/>
              <a:pPr/>
              <a:t>19</a:t>
            </a:fld>
            <a:endParaRPr lang="en-US" altLang="th-TH"/>
          </a:p>
        </p:txBody>
      </p:sp>
      <p:sp>
        <p:nvSpPr>
          <p:cNvPr id="873474" name="Line 2">
            <a:extLst>
              <a:ext uri="{FF2B5EF4-FFF2-40B4-BE49-F238E27FC236}">
                <a16:creationId xmlns:a16="http://schemas.microsoft.com/office/drawing/2014/main" id="{ED9B9F7D-0344-5E37-993B-C430740AAB1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5" name="Line 3">
            <a:extLst>
              <a:ext uri="{FF2B5EF4-FFF2-40B4-BE49-F238E27FC236}">
                <a16:creationId xmlns:a16="http://schemas.microsoft.com/office/drawing/2014/main" id="{2255A28D-BB96-A926-32B8-B8AF89854BF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6" name="Text Box 4">
            <a:extLst>
              <a:ext uri="{FF2B5EF4-FFF2-40B4-BE49-F238E27FC236}">
                <a16:creationId xmlns:a16="http://schemas.microsoft.com/office/drawing/2014/main" id="{382CE96F-4305-1C3A-5314-4CBF0D978E8F}"/>
              </a:ext>
            </a:extLst>
          </p:cNvPr>
          <p:cNvSpPr txBox="1">
            <a:spLocks noChangeArrowheads="1"/>
          </p:cNvSpPr>
          <p:nvPr/>
        </p:nvSpPr>
        <p:spPr bwMode="auto">
          <a:xfrm>
            <a:off x="304800" y="762000"/>
            <a:ext cx="4545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13.11  </a:t>
            </a:r>
            <a:r>
              <a:rPr lang="en-US" altLang="th-TH" sz="2000" i="1">
                <a:latin typeface="Times New Roman" panose="02020603050405020304" pitchFamily="18" charset="0"/>
              </a:rPr>
              <a:t>10Base2 implementation</a:t>
            </a:r>
          </a:p>
        </p:txBody>
      </p:sp>
      <p:sp>
        <p:nvSpPr>
          <p:cNvPr id="873477" name="Line 5">
            <a:extLst>
              <a:ext uri="{FF2B5EF4-FFF2-40B4-BE49-F238E27FC236}">
                <a16:creationId xmlns:a16="http://schemas.microsoft.com/office/drawing/2014/main" id="{3AA1B35A-F5DC-1298-26F3-DE1B69E01B2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3478" name="Picture 6">
            <a:extLst>
              <a:ext uri="{FF2B5EF4-FFF2-40B4-BE49-F238E27FC236}">
                <a16:creationId xmlns:a16="http://schemas.microsoft.com/office/drawing/2014/main" id="{7DBF25DA-9309-F612-D3DF-E538480AE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3" y="2214563"/>
            <a:ext cx="7843837" cy="327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2960E43-988A-6B27-0BE1-DDD347FBD717}"/>
              </a:ext>
            </a:extLst>
          </p:cNvPr>
          <p:cNvSpPr>
            <a:spLocks noGrp="1"/>
          </p:cNvSpPr>
          <p:nvPr>
            <p:ph type="sldNum" sz="quarter" idx="10"/>
          </p:nvPr>
        </p:nvSpPr>
        <p:spPr/>
        <p:txBody>
          <a:bodyPr/>
          <a:lstStyle/>
          <a:p>
            <a:r>
              <a:rPr lang="en-US" altLang="th-TH"/>
              <a:t>13.</a:t>
            </a:r>
            <a:fld id="{44871CD0-3B31-884D-A090-54E653D77933}" type="slidenum">
              <a:rPr lang="en-US" altLang="th-TH"/>
              <a:pPr/>
              <a:t>20</a:t>
            </a:fld>
            <a:endParaRPr lang="en-US" altLang="th-TH"/>
          </a:p>
        </p:txBody>
      </p:sp>
      <p:sp>
        <p:nvSpPr>
          <p:cNvPr id="874498" name="Line 2">
            <a:extLst>
              <a:ext uri="{FF2B5EF4-FFF2-40B4-BE49-F238E27FC236}">
                <a16:creationId xmlns:a16="http://schemas.microsoft.com/office/drawing/2014/main" id="{4CDC7681-47B5-7C22-BD1C-D20225B5A00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499" name="Line 3">
            <a:extLst>
              <a:ext uri="{FF2B5EF4-FFF2-40B4-BE49-F238E27FC236}">
                <a16:creationId xmlns:a16="http://schemas.microsoft.com/office/drawing/2014/main" id="{F5D335FF-CDBD-7D0D-D953-15779CA210A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500" name="Text Box 4">
            <a:extLst>
              <a:ext uri="{FF2B5EF4-FFF2-40B4-BE49-F238E27FC236}">
                <a16:creationId xmlns:a16="http://schemas.microsoft.com/office/drawing/2014/main" id="{1C11A772-BFB9-68D8-62E5-D9E8789232EE}"/>
              </a:ext>
            </a:extLst>
          </p:cNvPr>
          <p:cNvSpPr txBox="1">
            <a:spLocks noChangeArrowheads="1"/>
          </p:cNvSpPr>
          <p:nvPr/>
        </p:nvSpPr>
        <p:spPr bwMode="auto">
          <a:xfrm>
            <a:off x="304800" y="762000"/>
            <a:ext cx="4657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13.12  </a:t>
            </a:r>
            <a:r>
              <a:rPr lang="en-US" altLang="th-TH" sz="2000" i="1">
                <a:latin typeface="Times New Roman" panose="02020603050405020304" pitchFamily="18" charset="0"/>
              </a:rPr>
              <a:t>10Base-T implementation</a:t>
            </a:r>
          </a:p>
        </p:txBody>
      </p:sp>
      <p:sp>
        <p:nvSpPr>
          <p:cNvPr id="874501" name="Line 5">
            <a:extLst>
              <a:ext uri="{FF2B5EF4-FFF2-40B4-BE49-F238E27FC236}">
                <a16:creationId xmlns:a16="http://schemas.microsoft.com/office/drawing/2014/main" id="{43367801-38C2-0E1C-65A4-C006BEA8C61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4502" name="Picture 6">
            <a:extLst>
              <a:ext uri="{FF2B5EF4-FFF2-40B4-BE49-F238E27FC236}">
                <a16:creationId xmlns:a16="http://schemas.microsoft.com/office/drawing/2014/main" id="{4AFE2516-0BC4-03CD-D232-BCB6A8065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5" y="2409825"/>
            <a:ext cx="7724775" cy="284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117A9DB-E26C-AF1E-0957-C59F6852F557}"/>
              </a:ext>
            </a:extLst>
          </p:cNvPr>
          <p:cNvSpPr>
            <a:spLocks noGrp="1"/>
          </p:cNvSpPr>
          <p:nvPr>
            <p:ph type="sldNum" sz="quarter" idx="10"/>
          </p:nvPr>
        </p:nvSpPr>
        <p:spPr/>
        <p:txBody>
          <a:bodyPr/>
          <a:lstStyle/>
          <a:p>
            <a:r>
              <a:rPr lang="en-US" altLang="th-TH"/>
              <a:t>13.</a:t>
            </a:r>
            <a:fld id="{2EF808BF-006F-E041-AA92-90209B042FA3}" type="slidenum">
              <a:rPr lang="en-US" altLang="th-TH"/>
              <a:pPr/>
              <a:t>21</a:t>
            </a:fld>
            <a:endParaRPr lang="en-US" altLang="th-TH"/>
          </a:p>
        </p:txBody>
      </p:sp>
      <p:sp>
        <p:nvSpPr>
          <p:cNvPr id="886786" name="Line 2">
            <a:extLst>
              <a:ext uri="{FF2B5EF4-FFF2-40B4-BE49-F238E27FC236}">
                <a16:creationId xmlns:a16="http://schemas.microsoft.com/office/drawing/2014/main" id="{7A6DB80A-498E-7E9E-B60E-AA763118097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7" name="Line 3">
            <a:extLst>
              <a:ext uri="{FF2B5EF4-FFF2-40B4-BE49-F238E27FC236}">
                <a16:creationId xmlns:a16="http://schemas.microsoft.com/office/drawing/2014/main" id="{4E768FAC-C0D6-BC2A-5897-53370B66E31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8" name="Text Box 4">
            <a:extLst>
              <a:ext uri="{FF2B5EF4-FFF2-40B4-BE49-F238E27FC236}">
                <a16:creationId xmlns:a16="http://schemas.microsoft.com/office/drawing/2014/main" id="{582D0D8A-1776-0664-A57D-D8AA7AF147E3}"/>
              </a:ext>
            </a:extLst>
          </p:cNvPr>
          <p:cNvSpPr txBox="1">
            <a:spLocks noChangeArrowheads="1"/>
          </p:cNvSpPr>
          <p:nvPr/>
        </p:nvSpPr>
        <p:spPr bwMode="auto">
          <a:xfrm>
            <a:off x="304800" y="762000"/>
            <a:ext cx="4672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13.13  </a:t>
            </a:r>
            <a:r>
              <a:rPr lang="en-US" altLang="th-TH" sz="2000" i="1">
                <a:latin typeface="Times New Roman" panose="02020603050405020304" pitchFamily="18" charset="0"/>
              </a:rPr>
              <a:t>10Base-F implementation</a:t>
            </a:r>
          </a:p>
        </p:txBody>
      </p:sp>
      <p:sp>
        <p:nvSpPr>
          <p:cNvPr id="886789" name="Line 5">
            <a:extLst>
              <a:ext uri="{FF2B5EF4-FFF2-40B4-BE49-F238E27FC236}">
                <a16:creationId xmlns:a16="http://schemas.microsoft.com/office/drawing/2014/main" id="{214465F0-1B91-81FA-8D1D-46EBEDFAA9D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6790" name="Picture 6">
            <a:extLst>
              <a:ext uri="{FF2B5EF4-FFF2-40B4-BE49-F238E27FC236}">
                <a16:creationId xmlns:a16="http://schemas.microsoft.com/office/drawing/2014/main" id="{699CE22D-EA80-DEBA-6148-3E191EC42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63" y="2430463"/>
            <a:ext cx="7805737" cy="2598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BC4531D-D659-5CFF-4108-22609740046F}"/>
              </a:ext>
            </a:extLst>
          </p:cNvPr>
          <p:cNvSpPr>
            <a:spLocks noGrp="1"/>
          </p:cNvSpPr>
          <p:nvPr>
            <p:ph type="sldNum" sz="quarter" idx="10"/>
          </p:nvPr>
        </p:nvSpPr>
        <p:spPr/>
        <p:txBody>
          <a:bodyPr/>
          <a:lstStyle/>
          <a:p>
            <a:r>
              <a:rPr lang="en-US" altLang="th-TH"/>
              <a:t>13.</a:t>
            </a:r>
            <a:fld id="{89FA35FE-B2EC-CB47-8DA1-4F0FC78763AB}" type="slidenum">
              <a:rPr lang="en-US" altLang="th-TH"/>
              <a:pPr/>
              <a:t>22</a:t>
            </a:fld>
            <a:endParaRPr lang="en-US" altLang="th-TH"/>
          </a:p>
        </p:txBody>
      </p:sp>
      <p:sp>
        <p:nvSpPr>
          <p:cNvPr id="887810" name="Text Box 2">
            <a:extLst>
              <a:ext uri="{FF2B5EF4-FFF2-40B4-BE49-F238E27FC236}">
                <a16:creationId xmlns:a16="http://schemas.microsoft.com/office/drawing/2014/main" id="{CFF2EF1C-6499-7036-3E9B-925FFE56D510}"/>
              </a:ext>
            </a:extLst>
          </p:cNvPr>
          <p:cNvSpPr txBox="1">
            <a:spLocks noChangeArrowheads="1"/>
          </p:cNvSpPr>
          <p:nvPr/>
        </p:nvSpPr>
        <p:spPr bwMode="auto">
          <a:xfrm>
            <a:off x="838200" y="1981200"/>
            <a:ext cx="6775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13.1  </a:t>
            </a:r>
            <a:r>
              <a:rPr lang="en-US" altLang="th-TH" sz="2000" i="1">
                <a:latin typeface="Times New Roman" panose="02020603050405020304" pitchFamily="18" charset="0"/>
              </a:rPr>
              <a:t>Summary of Standard Ethernet implementations</a:t>
            </a:r>
          </a:p>
        </p:txBody>
      </p:sp>
      <p:pic>
        <p:nvPicPr>
          <p:cNvPr id="887812" name="Picture 4">
            <a:extLst>
              <a:ext uri="{FF2B5EF4-FFF2-40B4-BE49-F238E27FC236}">
                <a16:creationId xmlns:a16="http://schemas.microsoft.com/office/drawing/2014/main" id="{62E6B684-B436-46CD-C0DC-4F696D690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00" y="2559050"/>
            <a:ext cx="77978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9FFF7FC-F9B7-BBEC-E167-F054B492BBD6}"/>
              </a:ext>
            </a:extLst>
          </p:cNvPr>
          <p:cNvSpPr>
            <a:spLocks noGrp="1"/>
          </p:cNvSpPr>
          <p:nvPr>
            <p:ph type="sldNum" sz="quarter" idx="10"/>
          </p:nvPr>
        </p:nvSpPr>
        <p:spPr/>
        <p:txBody>
          <a:bodyPr/>
          <a:lstStyle/>
          <a:p>
            <a:r>
              <a:rPr lang="en-US" altLang="th-TH"/>
              <a:t>13.</a:t>
            </a:r>
            <a:fld id="{D3531DC5-7C92-9A47-826B-F287BE0C948A}" type="slidenum">
              <a:rPr lang="en-US" altLang="th-TH"/>
              <a:pPr/>
              <a:t>23</a:t>
            </a:fld>
            <a:endParaRPr lang="en-US" altLang="th-TH"/>
          </a:p>
        </p:txBody>
      </p:sp>
      <p:sp>
        <p:nvSpPr>
          <p:cNvPr id="859138" name="Rectangle 2">
            <a:extLst>
              <a:ext uri="{FF2B5EF4-FFF2-40B4-BE49-F238E27FC236}">
                <a16:creationId xmlns:a16="http://schemas.microsoft.com/office/drawing/2014/main" id="{882F45FF-CBD5-C65B-A08D-EF295F739E66}"/>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59139" name="Text Box 3">
            <a:extLst>
              <a:ext uri="{FF2B5EF4-FFF2-40B4-BE49-F238E27FC236}">
                <a16:creationId xmlns:a16="http://schemas.microsoft.com/office/drawing/2014/main" id="{D05BDDCA-17F3-62DC-9328-775231A790E3}"/>
              </a:ext>
            </a:extLst>
          </p:cNvPr>
          <p:cNvSpPr txBox="1">
            <a:spLocks noChangeArrowheads="1"/>
          </p:cNvSpPr>
          <p:nvPr/>
        </p:nvSpPr>
        <p:spPr bwMode="auto">
          <a:xfrm>
            <a:off x="228600" y="406400"/>
            <a:ext cx="7118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13-3   CHANGES IN THE STANDARD</a:t>
            </a:r>
          </a:p>
        </p:txBody>
      </p:sp>
      <p:sp>
        <p:nvSpPr>
          <p:cNvPr id="859140" name="Text Box 4">
            <a:extLst>
              <a:ext uri="{FF2B5EF4-FFF2-40B4-BE49-F238E27FC236}">
                <a16:creationId xmlns:a16="http://schemas.microsoft.com/office/drawing/2014/main" id="{46FFB0D7-0613-5216-7D10-05916981D9F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59141" name="Rectangle 5">
            <a:extLst>
              <a:ext uri="{FF2B5EF4-FFF2-40B4-BE49-F238E27FC236}">
                <a16:creationId xmlns:a16="http://schemas.microsoft.com/office/drawing/2014/main" id="{406C96FF-CF55-9F99-7A1E-A38F62FB8560}"/>
              </a:ext>
            </a:extLst>
          </p:cNvPr>
          <p:cNvSpPr>
            <a:spLocks noChangeArrowheads="1"/>
          </p:cNvSpPr>
          <p:nvPr/>
        </p:nvSpPr>
        <p:spPr bwMode="auto">
          <a:xfrm>
            <a:off x="304800" y="1506538"/>
            <a:ext cx="8229600"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The 10-Mbps Standard Ethernet has gone through several changes before moving to the higher data rates. These changes actually opened the road to the evolution of the Ethernet to become compatible with other high-data-rate LANs. </a:t>
            </a:r>
          </a:p>
        </p:txBody>
      </p:sp>
      <p:sp>
        <p:nvSpPr>
          <p:cNvPr id="859142" name="Rectangle 6">
            <a:extLst>
              <a:ext uri="{FF2B5EF4-FFF2-40B4-BE49-F238E27FC236}">
                <a16:creationId xmlns:a16="http://schemas.microsoft.com/office/drawing/2014/main" id="{CC229238-ACEC-03CB-AFDF-B0CEB3F903ED}"/>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Bridged Ethernet</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Switched Ethernet</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Full-Duplex Ethernet</a:t>
            </a:r>
            <a:endParaRPr lang="en-US" altLang="th-TH" sz="2400">
              <a:solidFill>
                <a:srgbClr val="0033CC"/>
              </a:solidFill>
              <a:latin typeface="Times New Roman" panose="02020603050405020304" pitchFamily="18" charset="0"/>
            </a:endParaRPr>
          </a:p>
        </p:txBody>
      </p:sp>
      <p:sp>
        <p:nvSpPr>
          <p:cNvPr id="859143" name="Text Box 7">
            <a:extLst>
              <a:ext uri="{FF2B5EF4-FFF2-40B4-BE49-F238E27FC236}">
                <a16:creationId xmlns:a16="http://schemas.microsoft.com/office/drawing/2014/main" id="{036DEB0B-F70D-A728-4C6F-689727E9485A}"/>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B3940EC-9FE4-2CFA-2390-752CDC541812}"/>
              </a:ext>
            </a:extLst>
          </p:cNvPr>
          <p:cNvSpPr>
            <a:spLocks noGrp="1"/>
          </p:cNvSpPr>
          <p:nvPr>
            <p:ph type="sldNum" sz="quarter" idx="10"/>
          </p:nvPr>
        </p:nvSpPr>
        <p:spPr/>
        <p:txBody>
          <a:bodyPr/>
          <a:lstStyle/>
          <a:p>
            <a:r>
              <a:rPr lang="en-US" altLang="th-TH"/>
              <a:t>13.</a:t>
            </a:r>
            <a:fld id="{7F0C1BA4-0006-364A-A92C-4D0C41F15441}" type="slidenum">
              <a:rPr lang="en-US" altLang="th-TH"/>
              <a:pPr/>
              <a:t>24</a:t>
            </a:fld>
            <a:endParaRPr lang="en-US" altLang="th-TH"/>
          </a:p>
        </p:txBody>
      </p:sp>
      <p:sp>
        <p:nvSpPr>
          <p:cNvPr id="875522" name="Line 2">
            <a:extLst>
              <a:ext uri="{FF2B5EF4-FFF2-40B4-BE49-F238E27FC236}">
                <a16:creationId xmlns:a16="http://schemas.microsoft.com/office/drawing/2014/main" id="{8C1313F8-BBC6-EFD8-2678-F003B196110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3" name="Line 3">
            <a:extLst>
              <a:ext uri="{FF2B5EF4-FFF2-40B4-BE49-F238E27FC236}">
                <a16:creationId xmlns:a16="http://schemas.microsoft.com/office/drawing/2014/main" id="{4AD785C5-FAFE-ECC6-AAA2-63BB08C93C1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4" name="Text Box 4">
            <a:extLst>
              <a:ext uri="{FF2B5EF4-FFF2-40B4-BE49-F238E27FC236}">
                <a16:creationId xmlns:a16="http://schemas.microsoft.com/office/drawing/2014/main" id="{DA7C8AD2-9DD3-35F4-BF74-43E31BF79127}"/>
              </a:ext>
            </a:extLst>
          </p:cNvPr>
          <p:cNvSpPr txBox="1">
            <a:spLocks noChangeArrowheads="1"/>
          </p:cNvSpPr>
          <p:nvPr/>
        </p:nvSpPr>
        <p:spPr bwMode="auto">
          <a:xfrm>
            <a:off x="304800" y="762000"/>
            <a:ext cx="3970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13.14  </a:t>
            </a:r>
            <a:r>
              <a:rPr lang="en-US" altLang="th-TH" sz="2000" i="1">
                <a:latin typeface="Times New Roman" panose="02020603050405020304" pitchFamily="18" charset="0"/>
              </a:rPr>
              <a:t>Sharing bandwidth</a:t>
            </a:r>
          </a:p>
        </p:txBody>
      </p:sp>
      <p:sp>
        <p:nvSpPr>
          <p:cNvPr id="875525" name="Line 5">
            <a:extLst>
              <a:ext uri="{FF2B5EF4-FFF2-40B4-BE49-F238E27FC236}">
                <a16:creationId xmlns:a16="http://schemas.microsoft.com/office/drawing/2014/main" id="{D4C437A3-7B84-6A3C-3663-46BBD1C1182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5526" name="Picture 6">
            <a:extLst>
              <a:ext uri="{FF2B5EF4-FFF2-40B4-BE49-F238E27FC236}">
                <a16:creationId xmlns:a16="http://schemas.microsoft.com/office/drawing/2014/main" id="{70FD2F86-4244-072C-5519-0002CC08F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470150"/>
            <a:ext cx="8382000" cy="225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DB22444-D307-92AE-9C92-506B4F15A216}"/>
              </a:ext>
            </a:extLst>
          </p:cNvPr>
          <p:cNvSpPr>
            <a:spLocks noGrp="1"/>
          </p:cNvSpPr>
          <p:nvPr>
            <p:ph type="sldNum" sz="quarter" idx="10"/>
          </p:nvPr>
        </p:nvSpPr>
        <p:spPr/>
        <p:txBody>
          <a:bodyPr/>
          <a:lstStyle/>
          <a:p>
            <a:r>
              <a:rPr lang="en-US" altLang="th-TH"/>
              <a:t>13.</a:t>
            </a:r>
            <a:fld id="{53D0EC5C-C216-614E-A326-720D610D7848}" type="slidenum">
              <a:rPr lang="en-US" altLang="th-TH"/>
              <a:pPr/>
              <a:t>25</a:t>
            </a:fld>
            <a:endParaRPr lang="en-US" altLang="th-TH"/>
          </a:p>
        </p:txBody>
      </p:sp>
      <p:sp>
        <p:nvSpPr>
          <p:cNvPr id="876546" name="Line 2">
            <a:extLst>
              <a:ext uri="{FF2B5EF4-FFF2-40B4-BE49-F238E27FC236}">
                <a16:creationId xmlns:a16="http://schemas.microsoft.com/office/drawing/2014/main" id="{DBEEA76C-FDBA-AE3F-4CFA-ACD2A8F0904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6547" name="Line 3">
            <a:extLst>
              <a:ext uri="{FF2B5EF4-FFF2-40B4-BE49-F238E27FC236}">
                <a16:creationId xmlns:a16="http://schemas.microsoft.com/office/drawing/2014/main" id="{62D82665-4137-0A25-57A8-755DB6C5080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6548" name="Text Box 4">
            <a:extLst>
              <a:ext uri="{FF2B5EF4-FFF2-40B4-BE49-F238E27FC236}">
                <a16:creationId xmlns:a16="http://schemas.microsoft.com/office/drawing/2014/main" id="{D24ACE30-EBE5-16CF-9F70-319E041B5278}"/>
              </a:ext>
            </a:extLst>
          </p:cNvPr>
          <p:cNvSpPr txBox="1">
            <a:spLocks noChangeArrowheads="1"/>
          </p:cNvSpPr>
          <p:nvPr/>
        </p:nvSpPr>
        <p:spPr bwMode="auto">
          <a:xfrm>
            <a:off x="304800" y="762000"/>
            <a:ext cx="5781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13.15  </a:t>
            </a:r>
            <a:r>
              <a:rPr lang="en-US" altLang="th-TH" sz="2000" i="1">
                <a:latin typeface="Times New Roman" panose="02020603050405020304" pitchFamily="18" charset="0"/>
              </a:rPr>
              <a:t>A network with and without a bridge</a:t>
            </a:r>
          </a:p>
        </p:txBody>
      </p:sp>
      <p:sp>
        <p:nvSpPr>
          <p:cNvPr id="876549" name="Line 5">
            <a:extLst>
              <a:ext uri="{FF2B5EF4-FFF2-40B4-BE49-F238E27FC236}">
                <a16:creationId xmlns:a16="http://schemas.microsoft.com/office/drawing/2014/main" id="{66C35F8F-EA84-F886-5747-B8298A1A7C1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6550" name="Picture 6">
            <a:extLst>
              <a:ext uri="{FF2B5EF4-FFF2-40B4-BE49-F238E27FC236}">
                <a16:creationId xmlns:a16="http://schemas.microsoft.com/office/drawing/2014/main" id="{1F0A119B-5A82-3356-7E87-F6CD197CE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50" y="2133600"/>
            <a:ext cx="852805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1E78B09-7CC8-5046-7EC1-585084A893CB}"/>
              </a:ext>
            </a:extLst>
          </p:cNvPr>
          <p:cNvSpPr>
            <a:spLocks noGrp="1"/>
          </p:cNvSpPr>
          <p:nvPr>
            <p:ph type="sldNum" sz="quarter" idx="10"/>
          </p:nvPr>
        </p:nvSpPr>
        <p:spPr/>
        <p:txBody>
          <a:bodyPr/>
          <a:lstStyle/>
          <a:p>
            <a:r>
              <a:rPr lang="en-US" altLang="th-TH"/>
              <a:t>13.</a:t>
            </a:r>
            <a:fld id="{ED7D7742-D74B-0A4C-94E3-7C8AE8189C9A}" type="slidenum">
              <a:rPr lang="en-US" altLang="th-TH"/>
              <a:pPr/>
              <a:t>26</a:t>
            </a:fld>
            <a:endParaRPr lang="en-US" altLang="th-TH"/>
          </a:p>
        </p:txBody>
      </p:sp>
      <p:sp>
        <p:nvSpPr>
          <p:cNvPr id="877570" name="Line 2">
            <a:extLst>
              <a:ext uri="{FF2B5EF4-FFF2-40B4-BE49-F238E27FC236}">
                <a16:creationId xmlns:a16="http://schemas.microsoft.com/office/drawing/2014/main" id="{CB451364-C2BC-8F9D-9A7D-7223A7D125A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1" name="Line 3">
            <a:extLst>
              <a:ext uri="{FF2B5EF4-FFF2-40B4-BE49-F238E27FC236}">
                <a16:creationId xmlns:a16="http://schemas.microsoft.com/office/drawing/2014/main" id="{3CEFC907-89A1-9979-9609-C8141C7B199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2" name="Text Box 4">
            <a:extLst>
              <a:ext uri="{FF2B5EF4-FFF2-40B4-BE49-F238E27FC236}">
                <a16:creationId xmlns:a16="http://schemas.microsoft.com/office/drawing/2014/main" id="{9CB9C022-F643-DE94-B79F-42DBF37E621C}"/>
              </a:ext>
            </a:extLst>
          </p:cNvPr>
          <p:cNvSpPr txBox="1">
            <a:spLocks noChangeArrowheads="1"/>
          </p:cNvSpPr>
          <p:nvPr/>
        </p:nvSpPr>
        <p:spPr bwMode="auto">
          <a:xfrm>
            <a:off x="304800" y="762000"/>
            <a:ext cx="8916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13.16  </a:t>
            </a:r>
            <a:r>
              <a:rPr lang="en-US" altLang="th-TH" sz="2000" i="1">
                <a:latin typeface="Times New Roman" panose="02020603050405020304" pitchFamily="18" charset="0"/>
              </a:rPr>
              <a:t>Collision domains in an unbridged network and a bridged network</a:t>
            </a:r>
          </a:p>
        </p:txBody>
      </p:sp>
      <p:sp>
        <p:nvSpPr>
          <p:cNvPr id="877573" name="Line 5">
            <a:extLst>
              <a:ext uri="{FF2B5EF4-FFF2-40B4-BE49-F238E27FC236}">
                <a16:creationId xmlns:a16="http://schemas.microsoft.com/office/drawing/2014/main" id="{88CA5F6A-16FC-AC3E-EF98-EEDA452BD45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7575" name="Picture 7">
            <a:extLst>
              <a:ext uri="{FF2B5EF4-FFF2-40B4-BE49-F238E27FC236}">
                <a16:creationId xmlns:a16="http://schemas.microsoft.com/office/drawing/2014/main" id="{189CF894-57F0-6881-0F71-67CF1E1F9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50" y="1533525"/>
            <a:ext cx="8528050"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41433BD-B5EA-F263-2698-82A1A992C31F}"/>
              </a:ext>
            </a:extLst>
          </p:cNvPr>
          <p:cNvSpPr>
            <a:spLocks noGrp="1"/>
          </p:cNvSpPr>
          <p:nvPr>
            <p:ph type="sldNum" sz="quarter" idx="10"/>
          </p:nvPr>
        </p:nvSpPr>
        <p:spPr/>
        <p:txBody>
          <a:bodyPr/>
          <a:lstStyle/>
          <a:p>
            <a:r>
              <a:rPr lang="en-US" altLang="th-TH"/>
              <a:t>13.</a:t>
            </a:r>
            <a:fld id="{1CDF4C9D-3DCA-514D-AF13-6773096495D5}" type="slidenum">
              <a:rPr lang="en-US" altLang="th-TH"/>
              <a:pPr/>
              <a:t>27</a:t>
            </a:fld>
            <a:endParaRPr lang="en-US" altLang="th-TH"/>
          </a:p>
        </p:txBody>
      </p:sp>
      <p:sp>
        <p:nvSpPr>
          <p:cNvPr id="878594" name="Line 2">
            <a:extLst>
              <a:ext uri="{FF2B5EF4-FFF2-40B4-BE49-F238E27FC236}">
                <a16:creationId xmlns:a16="http://schemas.microsoft.com/office/drawing/2014/main" id="{89005F34-4E63-B3D7-C269-CBE26868810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5" name="Line 3">
            <a:extLst>
              <a:ext uri="{FF2B5EF4-FFF2-40B4-BE49-F238E27FC236}">
                <a16:creationId xmlns:a16="http://schemas.microsoft.com/office/drawing/2014/main" id="{A3796E00-EE64-E49B-7FA1-49059C2E1B3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6" name="Text Box 4">
            <a:extLst>
              <a:ext uri="{FF2B5EF4-FFF2-40B4-BE49-F238E27FC236}">
                <a16:creationId xmlns:a16="http://schemas.microsoft.com/office/drawing/2014/main" id="{AA8B1C84-3B28-3FF7-9FF4-620286A013B7}"/>
              </a:ext>
            </a:extLst>
          </p:cNvPr>
          <p:cNvSpPr txBox="1">
            <a:spLocks noChangeArrowheads="1"/>
          </p:cNvSpPr>
          <p:nvPr/>
        </p:nvSpPr>
        <p:spPr bwMode="auto">
          <a:xfrm>
            <a:off x="304800" y="762000"/>
            <a:ext cx="3884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13.17  </a:t>
            </a:r>
            <a:r>
              <a:rPr lang="en-US" altLang="th-TH" sz="2000" i="1">
                <a:latin typeface="Times New Roman" panose="02020603050405020304" pitchFamily="18" charset="0"/>
              </a:rPr>
              <a:t>Switched Ethernet</a:t>
            </a:r>
          </a:p>
        </p:txBody>
      </p:sp>
      <p:sp>
        <p:nvSpPr>
          <p:cNvPr id="878597" name="Line 5">
            <a:extLst>
              <a:ext uri="{FF2B5EF4-FFF2-40B4-BE49-F238E27FC236}">
                <a16:creationId xmlns:a16="http://schemas.microsoft.com/office/drawing/2014/main" id="{810439D4-62D9-57BB-2269-C73187F1291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8599" name="Picture 7">
            <a:extLst>
              <a:ext uri="{FF2B5EF4-FFF2-40B4-BE49-F238E27FC236}">
                <a16:creationId xmlns:a16="http://schemas.microsoft.com/office/drawing/2014/main" id="{4D33F59E-60B6-18C6-DD61-3E6588FE2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1998663"/>
            <a:ext cx="7048500" cy="348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248DEDE-89F4-6B09-735A-ADC576F5BA83}"/>
              </a:ext>
            </a:extLst>
          </p:cNvPr>
          <p:cNvSpPr>
            <a:spLocks noGrp="1"/>
          </p:cNvSpPr>
          <p:nvPr>
            <p:ph type="sldNum" sz="quarter" idx="10"/>
          </p:nvPr>
        </p:nvSpPr>
        <p:spPr/>
        <p:txBody>
          <a:bodyPr/>
          <a:lstStyle/>
          <a:p>
            <a:r>
              <a:rPr lang="en-US" altLang="th-TH"/>
              <a:t>13.</a:t>
            </a:r>
            <a:fld id="{C18D7BEE-107C-5848-8D0D-7B98F348C253}" type="slidenum">
              <a:rPr lang="en-US" altLang="th-TH"/>
              <a:pPr/>
              <a:t>28</a:t>
            </a:fld>
            <a:endParaRPr lang="en-US" altLang="th-TH"/>
          </a:p>
        </p:txBody>
      </p:sp>
      <p:sp>
        <p:nvSpPr>
          <p:cNvPr id="879618" name="Line 2">
            <a:extLst>
              <a:ext uri="{FF2B5EF4-FFF2-40B4-BE49-F238E27FC236}">
                <a16:creationId xmlns:a16="http://schemas.microsoft.com/office/drawing/2014/main" id="{21464CBA-2DCC-BA5C-4D42-F49020917414}"/>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19" name="Line 3">
            <a:extLst>
              <a:ext uri="{FF2B5EF4-FFF2-40B4-BE49-F238E27FC236}">
                <a16:creationId xmlns:a16="http://schemas.microsoft.com/office/drawing/2014/main" id="{7135B0B9-3DDC-B05E-8F50-338BB205420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20" name="Text Box 4">
            <a:extLst>
              <a:ext uri="{FF2B5EF4-FFF2-40B4-BE49-F238E27FC236}">
                <a16:creationId xmlns:a16="http://schemas.microsoft.com/office/drawing/2014/main" id="{6EACF2A3-472F-FD71-D43C-52E1DBB63240}"/>
              </a:ext>
            </a:extLst>
          </p:cNvPr>
          <p:cNvSpPr txBox="1">
            <a:spLocks noChangeArrowheads="1"/>
          </p:cNvSpPr>
          <p:nvPr/>
        </p:nvSpPr>
        <p:spPr bwMode="auto">
          <a:xfrm>
            <a:off x="304800" y="762000"/>
            <a:ext cx="514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13.18  </a:t>
            </a:r>
            <a:r>
              <a:rPr lang="en-US" altLang="th-TH" sz="2000" i="1">
                <a:latin typeface="Times New Roman" panose="02020603050405020304" pitchFamily="18" charset="0"/>
              </a:rPr>
              <a:t>Full-duplex switched Ethernet</a:t>
            </a:r>
          </a:p>
        </p:txBody>
      </p:sp>
      <p:sp>
        <p:nvSpPr>
          <p:cNvPr id="879621" name="Line 5">
            <a:extLst>
              <a:ext uri="{FF2B5EF4-FFF2-40B4-BE49-F238E27FC236}">
                <a16:creationId xmlns:a16="http://schemas.microsoft.com/office/drawing/2014/main" id="{38E119B1-38C1-3221-6793-2D403E25943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9624" name="Picture 8">
            <a:extLst>
              <a:ext uri="{FF2B5EF4-FFF2-40B4-BE49-F238E27FC236}">
                <a16:creationId xmlns:a16="http://schemas.microsoft.com/office/drawing/2014/main" id="{850112D0-250C-3AC7-ADDD-5357BC46A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1952625"/>
            <a:ext cx="6791325" cy="376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2055A1B-5B2A-C0FD-29DA-25380D314165}"/>
              </a:ext>
            </a:extLst>
          </p:cNvPr>
          <p:cNvSpPr>
            <a:spLocks noGrp="1"/>
          </p:cNvSpPr>
          <p:nvPr>
            <p:ph type="sldNum" sz="quarter" idx="10"/>
          </p:nvPr>
        </p:nvSpPr>
        <p:spPr/>
        <p:txBody>
          <a:bodyPr/>
          <a:lstStyle/>
          <a:p>
            <a:r>
              <a:rPr lang="en-US" altLang="th-TH"/>
              <a:t>13.</a:t>
            </a:r>
            <a:fld id="{D2EF1E34-5F9F-1D49-815C-7F9406A75EA3}" type="slidenum">
              <a:rPr lang="en-US" altLang="th-TH"/>
              <a:pPr/>
              <a:t>29</a:t>
            </a:fld>
            <a:endParaRPr lang="en-US" altLang="th-TH"/>
          </a:p>
        </p:txBody>
      </p:sp>
      <p:sp>
        <p:nvSpPr>
          <p:cNvPr id="860162" name="Rectangle 2">
            <a:extLst>
              <a:ext uri="{FF2B5EF4-FFF2-40B4-BE49-F238E27FC236}">
                <a16:creationId xmlns:a16="http://schemas.microsoft.com/office/drawing/2014/main" id="{17B1BC18-0886-5B2E-521E-F6FE8CCB4876}"/>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60163" name="Text Box 3">
            <a:extLst>
              <a:ext uri="{FF2B5EF4-FFF2-40B4-BE49-F238E27FC236}">
                <a16:creationId xmlns:a16="http://schemas.microsoft.com/office/drawing/2014/main" id="{BF768DB4-6A16-51A8-01AB-E5E3A28D5713}"/>
              </a:ext>
            </a:extLst>
          </p:cNvPr>
          <p:cNvSpPr txBox="1">
            <a:spLocks noChangeArrowheads="1"/>
          </p:cNvSpPr>
          <p:nvPr/>
        </p:nvSpPr>
        <p:spPr bwMode="auto">
          <a:xfrm>
            <a:off x="228600" y="406400"/>
            <a:ext cx="46339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13-4   FAST ETHERNET</a:t>
            </a:r>
          </a:p>
        </p:txBody>
      </p:sp>
      <p:sp>
        <p:nvSpPr>
          <p:cNvPr id="860164" name="Text Box 4">
            <a:extLst>
              <a:ext uri="{FF2B5EF4-FFF2-40B4-BE49-F238E27FC236}">
                <a16:creationId xmlns:a16="http://schemas.microsoft.com/office/drawing/2014/main" id="{AB123801-C960-7DC7-2895-CBC1B74498E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60165" name="Rectangle 5">
            <a:extLst>
              <a:ext uri="{FF2B5EF4-FFF2-40B4-BE49-F238E27FC236}">
                <a16:creationId xmlns:a16="http://schemas.microsoft.com/office/drawing/2014/main" id="{6A08E954-C96D-4083-C983-64EDC677BB8C}"/>
              </a:ext>
            </a:extLst>
          </p:cNvPr>
          <p:cNvSpPr>
            <a:spLocks noChangeArrowheads="1"/>
          </p:cNvSpPr>
          <p:nvPr/>
        </p:nvSpPr>
        <p:spPr bwMode="auto">
          <a:xfrm>
            <a:off x="304800" y="1447800"/>
            <a:ext cx="8229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Fast Ethernet was designed to compete with LAN protocols such as FDDI or Fiber Channel. IEEE created Fast Ethernet under the name 802.3u. Fast Ethernet is backward-compatible with Standard Ethernet, but it can transmit data 10 times faster at a rate of 100 Mbps. </a:t>
            </a:r>
          </a:p>
        </p:txBody>
      </p:sp>
      <p:sp>
        <p:nvSpPr>
          <p:cNvPr id="860166" name="Rectangle 6">
            <a:extLst>
              <a:ext uri="{FF2B5EF4-FFF2-40B4-BE49-F238E27FC236}">
                <a16:creationId xmlns:a16="http://schemas.microsoft.com/office/drawing/2014/main" id="{0477245E-1A98-5A82-4627-AE70AE2CFAC4}"/>
              </a:ext>
            </a:extLst>
          </p:cNvPr>
          <p:cNvSpPr>
            <a:spLocks noChangeArrowheads="1"/>
          </p:cNvSpPr>
          <p:nvPr/>
        </p:nvSpPr>
        <p:spPr bwMode="auto">
          <a:xfrm>
            <a:off x="152400" y="5045075"/>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MAC Sublayer</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Physical Layer</a:t>
            </a:r>
            <a:endParaRPr lang="en-US" altLang="th-TH" sz="2400">
              <a:solidFill>
                <a:srgbClr val="0033CC"/>
              </a:solidFill>
              <a:latin typeface="Times New Roman" panose="02020603050405020304" pitchFamily="18" charset="0"/>
            </a:endParaRPr>
          </a:p>
        </p:txBody>
      </p:sp>
      <p:sp>
        <p:nvSpPr>
          <p:cNvPr id="860167" name="Text Box 7">
            <a:extLst>
              <a:ext uri="{FF2B5EF4-FFF2-40B4-BE49-F238E27FC236}">
                <a16:creationId xmlns:a16="http://schemas.microsoft.com/office/drawing/2014/main" id="{D57883BE-8C80-EB5A-C071-58F0812BCBAA}"/>
              </a:ext>
            </a:extLst>
          </p:cNvPr>
          <p:cNvSpPr txBox="1">
            <a:spLocks noChangeArrowheads="1"/>
          </p:cNvSpPr>
          <p:nvPr/>
        </p:nvSpPr>
        <p:spPr bwMode="auto">
          <a:xfrm>
            <a:off x="165100" y="456882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FD3500F-5321-D7A1-612E-DF5656E91158}"/>
              </a:ext>
            </a:extLst>
          </p:cNvPr>
          <p:cNvSpPr>
            <a:spLocks noGrp="1"/>
          </p:cNvSpPr>
          <p:nvPr>
            <p:ph type="sldNum" sz="quarter" idx="10"/>
          </p:nvPr>
        </p:nvSpPr>
        <p:spPr/>
        <p:txBody>
          <a:bodyPr/>
          <a:lstStyle/>
          <a:p>
            <a:r>
              <a:rPr lang="en-US" altLang="th-TH"/>
              <a:t>13.</a:t>
            </a:r>
            <a:fld id="{820FBC6F-D272-A34C-91AD-C075EB584FE3}" type="slidenum">
              <a:rPr lang="en-US" altLang="th-TH"/>
              <a:pPr/>
              <a:t>30</a:t>
            </a:fld>
            <a:endParaRPr lang="en-US" altLang="th-TH"/>
          </a:p>
        </p:txBody>
      </p:sp>
      <p:sp>
        <p:nvSpPr>
          <p:cNvPr id="880642" name="Line 2">
            <a:extLst>
              <a:ext uri="{FF2B5EF4-FFF2-40B4-BE49-F238E27FC236}">
                <a16:creationId xmlns:a16="http://schemas.microsoft.com/office/drawing/2014/main" id="{D9F03F6A-3868-007E-DCB7-4FDEF6B19FF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3" name="Line 3">
            <a:extLst>
              <a:ext uri="{FF2B5EF4-FFF2-40B4-BE49-F238E27FC236}">
                <a16:creationId xmlns:a16="http://schemas.microsoft.com/office/drawing/2014/main" id="{43BAB1F8-6E54-0E2F-3F4A-A0CAC8DDB92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4" name="Text Box 4">
            <a:extLst>
              <a:ext uri="{FF2B5EF4-FFF2-40B4-BE49-F238E27FC236}">
                <a16:creationId xmlns:a16="http://schemas.microsoft.com/office/drawing/2014/main" id="{C6F830A2-114C-8DE7-4378-6BDB984ED0B7}"/>
              </a:ext>
            </a:extLst>
          </p:cNvPr>
          <p:cNvSpPr txBox="1">
            <a:spLocks noChangeArrowheads="1"/>
          </p:cNvSpPr>
          <p:nvPr/>
        </p:nvSpPr>
        <p:spPr bwMode="auto">
          <a:xfrm>
            <a:off x="304800" y="762000"/>
            <a:ext cx="4356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13.19  </a:t>
            </a:r>
            <a:r>
              <a:rPr lang="en-US" altLang="th-TH" sz="2000" i="1">
                <a:latin typeface="Times New Roman" panose="02020603050405020304" pitchFamily="18" charset="0"/>
              </a:rPr>
              <a:t>Fast Ethernet topology</a:t>
            </a:r>
          </a:p>
        </p:txBody>
      </p:sp>
      <p:sp>
        <p:nvSpPr>
          <p:cNvPr id="880645" name="Line 5">
            <a:extLst>
              <a:ext uri="{FF2B5EF4-FFF2-40B4-BE49-F238E27FC236}">
                <a16:creationId xmlns:a16="http://schemas.microsoft.com/office/drawing/2014/main" id="{2DEE2B5D-A30F-7DFC-E833-F83AC1E6C8D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0646" name="Picture 6">
            <a:extLst>
              <a:ext uri="{FF2B5EF4-FFF2-40B4-BE49-F238E27FC236}">
                <a16:creationId xmlns:a16="http://schemas.microsoft.com/office/drawing/2014/main" id="{A16BA148-2F5C-3DE9-B7A9-4A0DB57FF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963" y="2598738"/>
            <a:ext cx="6929437" cy="227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E950A44-6317-1BE1-FDA4-AC4E830B593F}"/>
              </a:ext>
            </a:extLst>
          </p:cNvPr>
          <p:cNvSpPr>
            <a:spLocks noGrp="1"/>
          </p:cNvSpPr>
          <p:nvPr>
            <p:ph type="sldNum" sz="quarter" idx="10"/>
          </p:nvPr>
        </p:nvSpPr>
        <p:spPr/>
        <p:txBody>
          <a:bodyPr/>
          <a:lstStyle/>
          <a:p>
            <a:r>
              <a:rPr lang="en-US" altLang="th-TH"/>
              <a:t>13.</a:t>
            </a:r>
            <a:fld id="{9ABD29ED-1E2F-0E4D-A7AD-B19CA2BB9014}" type="slidenum">
              <a:rPr lang="en-US" altLang="th-TH"/>
              <a:pPr/>
              <a:t>31</a:t>
            </a:fld>
            <a:endParaRPr lang="en-US" altLang="th-TH"/>
          </a:p>
        </p:txBody>
      </p:sp>
      <p:sp>
        <p:nvSpPr>
          <p:cNvPr id="881666" name="Line 2">
            <a:extLst>
              <a:ext uri="{FF2B5EF4-FFF2-40B4-BE49-F238E27FC236}">
                <a16:creationId xmlns:a16="http://schemas.microsoft.com/office/drawing/2014/main" id="{B8AE4874-99FF-6EB3-6C2C-73A584FA6C1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1667" name="Line 3">
            <a:extLst>
              <a:ext uri="{FF2B5EF4-FFF2-40B4-BE49-F238E27FC236}">
                <a16:creationId xmlns:a16="http://schemas.microsoft.com/office/drawing/2014/main" id="{BED274CA-D087-1C9C-9C07-58E62A90A10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1668" name="Text Box 4">
            <a:extLst>
              <a:ext uri="{FF2B5EF4-FFF2-40B4-BE49-F238E27FC236}">
                <a16:creationId xmlns:a16="http://schemas.microsoft.com/office/drawing/2014/main" id="{FC3A4291-F209-EA63-C9DC-051A25F5A2EB}"/>
              </a:ext>
            </a:extLst>
          </p:cNvPr>
          <p:cNvSpPr txBox="1">
            <a:spLocks noChangeArrowheads="1"/>
          </p:cNvSpPr>
          <p:nvPr/>
        </p:nvSpPr>
        <p:spPr bwMode="auto">
          <a:xfrm>
            <a:off x="304800" y="762000"/>
            <a:ext cx="5199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13.20  </a:t>
            </a:r>
            <a:r>
              <a:rPr lang="en-US" altLang="th-TH" sz="2000" i="1">
                <a:latin typeface="Times New Roman" panose="02020603050405020304" pitchFamily="18" charset="0"/>
              </a:rPr>
              <a:t>Fast Ethernet implementations</a:t>
            </a:r>
          </a:p>
        </p:txBody>
      </p:sp>
      <p:sp>
        <p:nvSpPr>
          <p:cNvPr id="881669" name="Line 5">
            <a:extLst>
              <a:ext uri="{FF2B5EF4-FFF2-40B4-BE49-F238E27FC236}">
                <a16:creationId xmlns:a16="http://schemas.microsoft.com/office/drawing/2014/main" id="{66BFED42-A029-1ED8-E087-6A71575E227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1670" name="Picture 6">
            <a:extLst>
              <a:ext uri="{FF2B5EF4-FFF2-40B4-BE49-F238E27FC236}">
                <a16:creationId xmlns:a16="http://schemas.microsoft.com/office/drawing/2014/main" id="{6B2194D6-488B-25A0-B4A3-14480DE0E9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600" y="2514600"/>
            <a:ext cx="66548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7F4FB0E-F9F2-F7EE-B81E-A7482C394EE0}"/>
              </a:ext>
            </a:extLst>
          </p:cNvPr>
          <p:cNvSpPr>
            <a:spLocks noGrp="1"/>
          </p:cNvSpPr>
          <p:nvPr>
            <p:ph type="sldNum" sz="quarter" idx="10"/>
          </p:nvPr>
        </p:nvSpPr>
        <p:spPr/>
        <p:txBody>
          <a:bodyPr/>
          <a:lstStyle/>
          <a:p>
            <a:r>
              <a:rPr lang="en-US" altLang="th-TH"/>
              <a:t>13.</a:t>
            </a:r>
            <a:fld id="{EF886BE0-C5C0-1A40-A8AB-74CB47686D2D}" type="slidenum">
              <a:rPr lang="en-US" altLang="th-TH"/>
              <a:pPr/>
              <a:t>32</a:t>
            </a:fld>
            <a:endParaRPr lang="en-US" altLang="th-TH"/>
          </a:p>
        </p:txBody>
      </p:sp>
      <p:sp>
        <p:nvSpPr>
          <p:cNvPr id="882690" name="Line 2">
            <a:extLst>
              <a:ext uri="{FF2B5EF4-FFF2-40B4-BE49-F238E27FC236}">
                <a16:creationId xmlns:a16="http://schemas.microsoft.com/office/drawing/2014/main" id="{3D0B26BB-5F49-AB79-09B2-8381EC21269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1" name="Line 3">
            <a:extLst>
              <a:ext uri="{FF2B5EF4-FFF2-40B4-BE49-F238E27FC236}">
                <a16:creationId xmlns:a16="http://schemas.microsoft.com/office/drawing/2014/main" id="{83072BB0-ABF1-9995-CF34-891C1F99271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2" name="Text Box 4">
            <a:extLst>
              <a:ext uri="{FF2B5EF4-FFF2-40B4-BE49-F238E27FC236}">
                <a16:creationId xmlns:a16="http://schemas.microsoft.com/office/drawing/2014/main" id="{CEEB05BC-91C9-23D8-05F2-DE17A33A5EBA}"/>
              </a:ext>
            </a:extLst>
          </p:cNvPr>
          <p:cNvSpPr txBox="1">
            <a:spLocks noChangeArrowheads="1"/>
          </p:cNvSpPr>
          <p:nvPr/>
        </p:nvSpPr>
        <p:spPr bwMode="auto">
          <a:xfrm>
            <a:off x="304800" y="762000"/>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13.21  </a:t>
            </a:r>
            <a:r>
              <a:rPr lang="en-US" altLang="th-TH" sz="2000" i="1">
                <a:latin typeface="Times New Roman" panose="02020603050405020304" pitchFamily="18" charset="0"/>
              </a:rPr>
              <a:t>Encoding for Fast Ethernet implementation</a:t>
            </a:r>
          </a:p>
        </p:txBody>
      </p:sp>
      <p:sp>
        <p:nvSpPr>
          <p:cNvPr id="882693" name="Line 5">
            <a:extLst>
              <a:ext uri="{FF2B5EF4-FFF2-40B4-BE49-F238E27FC236}">
                <a16:creationId xmlns:a16="http://schemas.microsoft.com/office/drawing/2014/main" id="{F59E5AD8-AD04-3239-93BE-37A598FBBBC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2694" name="Picture 6">
            <a:extLst>
              <a:ext uri="{FF2B5EF4-FFF2-40B4-BE49-F238E27FC236}">
                <a16:creationId xmlns:a16="http://schemas.microsoft.com/office/drawing/2014/main" id="{A84639D0-07EA-050F-842D-A98105CE4B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6888" y="1536700"/>
            <a:ext cx="5776912" cy="463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65E0C3E-03E6-9430-3A57-E53B86D68B17}"/>
              </a:ext>
            </a:extLst>
          </p:cNvPr>
          <p:cNvSpPr>
            <a:spLocks noGrp="1"/>
          </p:cNvSpPr>
          <p:nvPr>
            <p:ph type="sldNum" sz="quarter" idx="10"/>
          </p:nvPr>
        </p:nvSpPr>
        <p:spPr/>
        <p:txBody>
          <a:bodyPr/>
          <a:lstStyle/>
          <a:p>
            <a:r>
              <a:rPr lang="en-US" altLang="th-TH"/>
              <a:t>13.</a:t>
            </a:r>
            <a:fld id="{ED73BD76-65DF-B445-A26E-695C1D135635}" type="slidenum">
              <a:rPr lang="en-US" altLang="th-TH"/>
              <a:pPr/>
              <a:t>33</a:t>
            </a:fld>
            <a:endParaRPr lang="en-US" altLang="th-TH"/>
          </a:p>
        </p:txBody>
      </p:sp>
      <p:sp>
        <p:nvSpPr>
          <p:cNvPr id="888834" name="Text Box 2">
            <a:extLst>
              <a:ext uri="{FF2B5EF4-FFF2-40B4-BE49-F238E27FC236}">
                <a16:creationId xmlns:a16="http://schemas.microsoft.com/office/drawing/2014/main" id="{14208AAF-8D3D-8CEE-BF20-FC3CFE10AEF1}"/>
              </a:ext>
            </a:extLst>
          </p:cNvPr>
          <p:cNvSpPr txBox="1">
            <a:spLocks noChangeArrowheads="1"/>
          </p:cNvSpPr>
          <p:nvPr/>
        </p:nvSpPr>
        <p:spPr bwMode="auto">
          <a:xfrm>
            <a:off x="762000" y="1828800"/>
            <a:ext cx="6281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13.2  </a:t>
            </a:r>
            <a:r>
              <a:rPr lang="en-US" altLang="th-TH" sz="2000" i="1">
                <a:latin typeface="Times New Roman" panose="02020603050405020304" pitchFamily="18" charset="0"/>
              </a:rPr>
              <a:t>Summary of Fast Ethernet implementations</a:t>
            </a:r>
          </a:p>
        </p:txBody>
      </p:sp>
      <p:pic>
        <p:nvPicPr>
          <p:cNvPr id="888836" name="Picture 4">
            <a:extLst>
              <a:ext uri="{FF2B5EF4-FFF2-40B4-BE49-F238E27FC236}">
                <a16:creationId xmlns:a16="http://schemas.microsoft.com/office/drawing/2014/main" id="{ACE8E281-42DF-76FF-01A2-C2A8E45F0C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75" y="2339975"/>
            <a:ext cx="7642225"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0EACF98-4E3D-EF4B-75FF-FC1F31113475}"/>
              </a:ext>
            </a:extLst>
          </p:cNvPr>
          <p:cNvSpPr>
            <a:spLocks noGrp="1"/>
          </p:cNvSpPr>
          <p:nvPr>
            <p:ph type="sldNum" sz="quarter" idx="10"/>
          </p:nvPr>
        </p:nvSpPr>
        <p:spPr/>
        <p:txBody>
          <a:bodyPr/>
          <a:lstStyle/>
          <a:p>
            <a:r>
              <a:rPr lang="en-US" altLang="th-TH"/>
              <a:t>13.</a:t>
            </a:r>
            <a:fld id="{34FADE1E-2CEA-FC45-9390-E7621807D108}" type="slidenum">
              <a:rPr lang="en-US" altLang="th-TH"/>
              <a:pPr/>
              <a:t>34</a:t>
            </a:fld>
            <a:endParaRPr lang="en-US" altLang="th-TH"/>
          </a:p>
        </p:txBody>
      </p:sp>
      <p:sp>
        <p:nvSpPr>
          <p:cNvPr id="861186" name="Rectangle 2">
            <a:extLst>
              <a:ext uri="{FF2B5EF4-FFF2-40B4-BE49-F238E27FC236}">
                <a16:creationId xmlns:a16="http://schemas.microsoft.com/office/drawing/2014/main" id="{817C96EE-E1D1-7BC1-E753-3755F7717219}"/>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61187" name="Text Box 3">
            <a:extLst>
              <a:ext uri="{FF2B5EF4-FFF2-40B4-BE49-F238E27FC236}">
                <a16:creationId xmlns:a16="http://schemas.microsoft.com/office/drawing/2014/main" id="{C58DCEBF-4BEB-455D-147C-3065C146F0B3}"/>
              </a:ext>
            </a:extLst>
          </p:cNvPr>
          <p:cNvSpPr txBox="1">
            <a:spLocks noChangeArrowheads="1"/>
          </p:cNvSpPr>
          <p:nvPr/>
        </p:nvSpPr>
        <p:spPr bwMode="auto">
          <a:xfrm>
            <a:off x="228600" y="406400"/>
            <a:ext cx="5381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13-5   GIGABIT ETHERNET</a:t>
            </a:r>
          </a:p>
        </p:txBody>
      </p:sp>
      <p:sp>
        <p:nvSpPr>
          <p:cNvPr id="861188" name="Text Box 4">
            <a:extLst>
              <a:ext uri="{FF2B5EF4-FFF2-40B4-BE49-F238E27FC236}">
                <a16:creationId xmlns:a16="http://schemas.microsoft.com/office/drawing/2014/main" id="{F0CB26FB-E819-4C25-7759-48E7FCC8FAF0}"/>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61189" name="Rectangle 5">
            <a:extLst>
              <a:ext uri="{FF2B5EF4-FFF2-40B4-BE49-F238E27FC236}">
                <a16:creationId xmlns:a16="http://schemas.microsoft.com/office/drawing/2014/main" id="{D6ACB041-AA24-B84B-C5E4-0C7ABA1397C0}"/>
              </a:ext>
            </a:extLst>
          </p:cNvPr>
          <p:cNvSpPr>
            <a:spLocks noChangeArrowheads="1"/>
          </p:cNvSpPr>
          <p:nvPr/>
        </p:nvSpPr>
        <p:spPr bwMode="auto">
          <a:xfrm>
            <a:off x="152400" y="1524000"/>
            <a:ext cx="8229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The need for an even higher data rate resulted in the design of the Gigabit Ethernet protocol (1000 Mbps). The IEEE committee calls the standard 802.3z.</a:t>
            </a:r>
          </a:p>
        </p:txBody>
      </p:sp>
      <p:sp>
        <p:nvSpPr>
          <p:cNvPr id="861190" name="Rectangle 6">
            <a:extLst>
              <a:ext uri="{FF2B5EF4-FFF2-40B4-BE49-F238E27FC236}">
                <a16:creationId xmlns:a16="http://schemas.microsoft.com/office/drawing/2014/main" id="{BDAC1C02-4462-C894-5209-A3C36A5DDFAD}"/>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MAC Sublayer</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Physical Layer</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Ten-Gigabit Ethernet</a:t>
            </a:r>
          </a:p>
        </p:txBody>
      </p:sp>
      <p:sp>
        <p:nvSpPr>
          <p:cNvPr id="861191" name="Text Box 7">
            <a:extLst>
              <a:ext uri="{FF2B5EF4-FFF2-40B4-BE49-F238E27FC236}">
                <a16:creationId xmlns:a16="http://schemas.microsoft.com/office/drawing/2014/main" id="{9F4F3EDB-58EA-E9D3-B1C5-262B952E5A75}"/>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ED0CC0D-7960-F462-3C09-03E910391279}"/>
              </a:ext>
            </a:extLst>
          </p:cNvPr>
          <p:cNvSpPr>
            <a:spLocks noGrp="1"/>
          </p:cNvSpPr>
          <p:nvPr>
            <p:ph type="sldNum" sz="quarter" idx="10"/>
          </p:nvPr>
        </p:nvSpPr>
        <p:spPr/>
        <p:txBody>
          <a:bodyPr/>
          <a:lstStyle/>
          <a:p>
            <a:r>
              <a:rPr lang="en-US" altLang="th-TH"/>
              <a:t>13.</a:t>
            </a:r>
            <a:fld id="{7228F74D-CF82-AF4F-8F61-097B301413FF}" type="slidenum">
              <a:rPr lang="en-US" altLang="th-TH"/>
              <a:pPr/>
              <a:t>35</a:t>
            </a:fld>
            <a:endParaRPr lang="en-US" altLang="th-TH"/>
          </a:p>
        </p:txBody>
      </p:sp>
      <p:sp>
        <p:nvSpPr>
          <p:cNvPr id="894978" name="Rectangle 2">
            <a:extLst>
              <a:ext uri="{FF2B5EF4-FFF2-40B4-BE49-F238E27FC236}">
                <a16:creationId xmlns:a16="http://schemas.microsoft.com/office/drawing/2014/main" id="{9EE2D884-C62E-031E-6EB3-A319D0A4A51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79" name="Rectangle 3">
            <a:extLst>
              <a:ext uri="{FF2B5EF4-FFF2-40B4-BE49-F238E27FC236}">
                <a16:creationId xmlns:a16="http://schemas.microsoft.com/office/drawing/2014/main" id="{39CDDE2C-F818-8242-4470-4E7F61179E7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0" name="Rectangle 4">
            <a:extLst>
              <a:ext uri="{FF2B5EF4-FFF2-40B4-BE49-F238E27FC236}">
                <a16:creationId xmlns:a16="http://schemas.microsoft.com/office/drawing/2014/main" id="{A4C71316-B589-CC19-6931-75B61A5FC53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1" name="Rectangle 5">
            <a:extLst>
              <a:ext uri="{FF2B5EF4-FFF2-40B4-BE49-F238E27FC236}">
                <a16:creationId xmlns:a16="http://schemas.microsoft.com/office/drawing/2014/main" id="{1A8A51FD-CDB7-82F3-07AB-85CC92625DB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2" name="Rectangle 6">
            <a:extLst>
              <a:ext uri="{FF2B5EF4-FFF2-40B4-BE49-F238E27FC236}">
                <a16:creationId xmlns:a16="http://schemas.microsoft.com/office/drawing/2014/main" id="{5714BD9C-312A-723A-A179-338F2E6508D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3" name="Rectangle 7">
            <a:extLst>
              <a:ext uri="{FF2B5EF4-FFF2-40B4-BE49-F238E27FC236}">
                <a16:creationId xmlns:a16="http://schemas.microsoft.com/office/drawing/2014/main" id="{65E2A634-E8C5-5AB1-300F-A502F94CEFD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4" name="Rectangle 8">
            <a:extLst>
              <a:ext uri="{FF2B5EF4-FFF2-40B4-BE49-F238E27FC236}">
                <a16:creationId xmlns:a16="http://schemas.microsoft.com/office/drawing/2014/main" id="{E78B04AD-67B8-F3A3-D827-75B459F9668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5" name="Line 9">
            <a:extLst>
              <a:ext uri="{FF2B5EF4-FFF2-40B4-BE49-F238E27FC236}">
                <a16:creationId xmlns:a16="http://schemas.microsoft.com/office/drawing/2014/main" id="{A8B26A5D-1AEB-4FA5-05E7-DC738F45B585}"/>
              </a:ext>
            </a:extLst>
          </p:cNvPr>
          <p:cNvSpPr>
            <a:spLocks noChangeShapeType="1"/>
          </p:cNvSpPr>
          <p:nvPr/>
        </p:nvSpPr>
        <p:spPr bwMode="auto">
          <a:xfrm>
            <a:off x="457200" y="2209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86" name="Line 10">
            <a:extLst>
              <a:ext uri="{FF2B5EF4-FFF2-40B4-BE49-F238E27FC236}">
                <a16:creationId xmlns:a16="http://schemas.microsoft.com/office/drawing/2014/main" id="{89DC20C5-2A98-87E9-F0B5-8E5489CACAAA}"/>
              </a:ext>
            </a:extLst>
          </p:cNvPr>
          <p:cNvSpPr>
            <a:spLocks noChangeShapeType="1"/>
          </p:cNvSpPr>
          <p:nvPr/>
        </p:nvSpPr>
        <p:spPr bwMode="auto">
          <a:xfrm>
            <a:off x="458788" y="4953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87" name="Rectangle 11">
            <a:extLst>
              <a:ext uri="{FF2B5EF4-FFF2-40B4-BE49-F238E27FC236}">
                <a16:creationId xmlns:a16="http://schemas.microsoft.com/office/drawing/2014/main" id="{8A0618F4-C3CA-F5C2-B2F7-C8474779F748}"/>
              </a:ext>
            </a:extLst>
          </p:cNvPr>
          <p:cNvSpPr>
            <a:spLocks noChangeArrowheads="1"/>
          </p:cNvSpPr>
          <p:nvPr/>
        </p:nvSpPr>
        <p:spPr bwMode="auto">
          <a:xfrm>
            <a:off x="495300" y="23018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the full-duplex mode of Gigabit Ethernet, there is no collision;</a:t>
            </a:r>
          </a:p>
          <a:p>
            <a:pPr algn="ctr"/>
            <a:r>
              <a:rPr lang="en-US" altLang="th-TH"/>
              <a:t>the maximum length of the cable is determined  by the signal attenuation </a:t>
            </a:r>
            <a:br>
              <a:rPr lang="en-US" altLang="th-TH"/>
            </a:br>
            <a:r>
              <a:rPr lang="en-US" altLang="th-TH"/>
              <a:t>in the cable.</a:t>
            </a:r>
          </a:p>
        </p:txBody>
      </p:sp>
      <p:grpSp>
        <p:nvGrpSpPr>
          <p:cNvPr id="894988" name="Group 12">
            <a:extLst>
              <a:ext uri="{FF2B5EF4-FFF2-40B4-BE49-F238E27FC236}">
                <a16:creationId xmlns:a16="http://schemas.microsoft.com/office/drawing/2014/main" id="{E5D05768-948E-7DC5-781B-FA6235311E0D}"/>
              </a:ext>
            </a:extLst>
          </p:cNvPr>
          <p:cNvGrpSpPr>
            <a:grpSpLocks/>
          </p:cNvGrpSpPr>
          <p:nvPr/>
        </p:nvGrpSpPr>
        <p:grpSpPr bwMode="auto">
          <a:xfrm>
            <a:off x="457200" y="1524000"/>
            <a:ext cx="1143000" cy="566738"/>
            <a:chOff x="1200" y="1248"/>
            <a:chExt cx="720" cy="357"/>
          </a:xfrm>
        </p:grpSpPr>
        <p:pic>
          <p:nvPicPr>
            <p:cNvPr id="894989" name="Picture 13">
              <a:extLst>
                <a:ext uri="{FF2B5EF4-FFF2-40B4-BE49-F238E27FC236}">
                  <a16:creationId xmlns:a16="http://schemas.microsoft.com/office/drawing/2014/main" id="{574E6BB8-6872-DAAD-61A6-8FDD90628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4990" name="Text Box 14">
              <a:extLst>
                <a:ext uri="{FF2B5EF4-FFF2-40B4-BE49-F238E27FC236}">
                  <a16:creationId xmlns:a16="http://schemas.microsoft.com/office/drawing/2014/main" id="{00D82F4C-A111-AEA1-3C3C-0EF74F06B89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AC0B28A-BDAB-6BC8-E9A5-C50695B11AA1}"/>
              </a:ext>
            </a:extLst>
          </p:cNvPr>
          <p:cNvSpPr>
            <a:spLocks noGrp="1"/>
          </p:cNvSpPr>
          <p:nvPr>
            <p:ph type="sldNum" sz="quarter" idx="10"/>
          </p:nvPr>
        </p:nvSpPr>
        <p:spPr/>
        <p:txBody>
          <a:bodyPr/>
          <a:lstStyle/>
          <a:p>
            <a:r>
              <a:rPr lang="en-US" altLang="th-TH"/>
              <a:t>13.</a:t>
            </a:r>
            <a:fld id="{C973A5C6-92F4-FF47-BC8A-719F51E1AFE0}" type="slidenum">
              <a:rPr lang="en-US" altLang="th-TH"/>
              <a:pPr/>
              <a:t>36</a:t>
            </a:fld>
            <a:endParaRPr lang="en-US" altLang="th-TH"/>
          </a:p>
        </p:txBody>
      </p:sp>
      <p:sp>
        <p:nvSpPr>
          <p:cNvPr id="883714" name="Line 2">
            <a:extLst>
              <a:ext uri="{FF2B5EF4-FFF2-40B4-BE49-F238E27FC236}">
                <a16:creationId xmlns:a16="http://schemas.microsoft.com/office/drawing/2014/main" id="{C8EFF22F-62B2-4144-B89B-D63CC5DD539A}"/>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5" name="Line 3">
            <a:extLst>
              <a:ext uri="{FF2B5EF4-FFF2-40B4-BE49-F238E27FC236}">
                <a16:creationId xmlns:a16="http://schemas.microsoft.com/office/drawing/2014/main" id="{B5005EF9-42C3-910C-43F9-72675266CF88}"/>
              </a:ext>
            </a:extLst>
          </p:cNvPr>
          <p:cNvSpPr>
            <a:spLocks noChangeShapeType="1"/>
          </p:cNvSpPr>
          <p:nvPr/>
        </p:nvSpPr>
        <p:spPr bwMode="auto">
          <a:xfrm>
            <a:off x="152400" y="762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6" name="Text Box 4">
            <a:extLst>
              <a:ext uri="{FF2B5EF4-FFF2-40B4-BE49-F238E27FC236}">
                <a16:creationId xmlns:a16="http://schemas.microsoft.com/office/drawing/2014/main" id="{7DA50CCE-A94F-EA79-517E-9E70CA3B23FC}"/>
              </a:ext>
            </a:extLst>
          </p:cNvPr>
          <p:cNvSpPr txBox="1">
            <a:spLocks noChangeArrowheads="1"/>
          </p:cNvSpPr>
          <p:nvPr/>
        </p:nvSpPr>
        <p:spPr bwMode="auto">
          <a:xfrm>
            <a:off x="304800" y="228600"/>
            <a:ext cx="519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13.22  </a:t>
            </a:r>
            <a:r>
              <a:rPr lang="en-US" altLang="th-TH" sz="2000" i="1">
                <a:latin typeface="Times New Roman" panose="02020603050405020304" pitchFamily="18" charset="0"/>
              </a:rPr>
              <a:t>Topologies of Gigabit Ethernet</a:t>
            </a:r>
          </a:p>
        </p:txBody>
      </p:sp>
      <p:sp>
        <p:nvSpPr>
          <p:cNvPr id="883717" name="Line 5">
            <a:extLst>
              <a:ext uri="{FF2B5EF4-FFF2-40B4-BE49-F238E27FC236}">
                <a16:creationId xmlns:a16="http://schemas.microsoft.com/office/drawing/2014/main" id="{6903B001-967C-9D42-C164-9B7ED2553024}"/>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3718" name="Picture 6">
            <a:extLst>
              <a:ext uri="{FF2B5EF4-FFF2-40B4-BE49-F238E27FC236}">
                <a16:creationId xmlns:a16="http://schemas.microsoft.com/office/drawing/2014/main" id="{09AFCB3D-FED6-4F0B-3AED-66C9E10DC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5675" y="850900"/>
            <a:ext cx="4479925" cy="547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F777C33-E1A8-2743-AFE3-42CA209D32C2}"/>
              </a:ext>
            </a:extLst>
          </p:cNvPr>
          <p:cNvSpPr>
            <a:spLocks noGrp="1"/>
          </p:cNvSpPr>
          <p:nvPr>
            <p:ph type="sldNum" sz="quarter" idx="10"/>
          </p:nvPr>
        </p:nvSpPr>
        <p:spPr/>
        <p:txBody>
          <a:bodyPr/>
          <a:lstStyle/>
          <a:p>
            <a:r>
              <a:rPr lang="en-US" altLang="th-TH"/>
              <a:t>13.</a:t>
            </a:r>
            <a:fld id="{93961349-4E4A-F141-BEFB-D18E9EC9E803}" type="slidenum">
              <a:rPr lang="en-US" altLang="th-TH"/>
              <a:pPr/>
              <a:t>37</a:t>
            </a:fld>
            <a:endParaRPr lang="en-US" altLang="th-TH"/>
          </a:p>
        </p:txBody>
      </p:sp>
      <p:sp>
        <p:nvSpPr>
          <p:cNvPr id="884738" name="Line 2">
            <a:extLst>
              <a:ext uri="{FF2B5EF4-FFF2-40B4-BE49-F238E27FC236}">
                <a16:creationId xmlns:a16="http://schemas.microsoft.com/office/drawing/2014/main" id="{2970C47A-F453-4327-2D74-63A4CA5ECBD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39" name="Line 3">
            <a:extLst>
              <a:ext uri="{FF2B5EF4-FFF2-40B4-BE49-F238E27FC236}">
                <a16:creationId xmlns:a16="http://schemas.microsoft.com/office/drawing/2014/main" id="{A7A912CD-DA28-C64F-EF22-716BE2C0228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40" name="Text Box 4">
            <a:extLst>
              <a:ext uri="{FF2B5EF4-FFF2-40B4-BE49-F238E27FC236}">
                <a16:creationId xmlns:a16="http://schemas.microsoft.com/office/drawing/2014/main" id="{861E5B35-530F-9C99-3E7B-D02A8527D224}"/>
              </a:ext>
            </a:extLst>
          </p:cNvPr>
          <p:cNvSpPr txBox="1">
            <a:spLocks noChangeArrowheads="1"/>
          </p:cNvSpPr>
          <p:nvPr/>
        </p:nvSpPr>
        <p:spPr bwMode="auto">
          <a:xfrm>
            <a:off x="304800" y="762000"/>
            <a:ext cx="550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13.23  </a:t>
            </a:r>
            <a:r>
              <a:rPr lang="en-US" altLang="th-TH" sz="2000" i="1">
                <a:latin typeface="Times New Roman" panose="02020603050405020304" pitchFamily="18" charset="0"/>
              </a:rPr>
              <a:t>Gigabit Ethernet implementations</a:t>
            </a:r>
          </a:p>
        </p:txBody>
      </p:sp>
      <p:sp>
        <p:nvSpPr>
          <p:cNvPr id="884741" name="Line 5">
            <a:extLst>
              <a:ext uri="{FF2B5EF4-FFF2-40B4-BE49-F238E27FC236}">
                <a16:creationId xmlns:a16="http://schemas.microsoft.com/office/drawing/2014/main" id="{1E316E73-AAE1-6C6E-4F0A-27A4C1B5723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4742" name="Picture 6">
            <a:extLst>
              <a:ext uri="{FF2B5EF4-FFF2-40B4-BE49-F238E27FC236}">
                <a16:creationId xmlns:a16="http://schemas.microsoft.com/office/drawing/2014/main" id="{E4FB9117-4B60-537E-696A-FC4CCAF24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88" y="2209800"/>
            <a:ext cx="7961312" cy="289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6F3F5B2-E96D-D693-8919-97D77115CD8B}"/>
              </a:ext>
            </a:extLst>
          </p:cNvPr>
          <p:cNvSpPr>
            <a:spLocks noGrp="1"/>
          </p:cNvSpPr>
          <p:nvPr>
            <p:ph type="sldNum" sz="quarter" idx="10"/>
          </p:nvPr>
        </p:nvSpPr>
        <p:spPr/>
        <p:txBody>
          <a:bodyPr/>
          <a:lstStyle/>
          <a:p>
            <a:r>
              <a:rPr lang="en-US" altLang="th-TH"/>
              <a:t>13.</a:t>
            </a:r>
            <a:fld id="{AB5A700B-F64A-D541-8E49-F2F5FD0DCBF2}" type="slidenum">
              <a:rPr lang="en-US" altLang="th-TH"/>
              <a:pPr/>
              <a:t>38</a:t>
            </a:fld>
            <a:endParaRPr lang="en-US" altLang="th-TH"/>
          </a:p>
        </p:txBody>
      </p:sp>
      <p:sp>
        <p:nvSpPr>
          <p:cNvPr id="885762" name="Line 2">
            <a:extLst>
              <a:ext uri="{FF2B5EF4-FFF2-40B4-BE49-F238E27FC236}">
                <a16:creationId xmlns:a16="http://schemas.microsoft.com/office/drawing/2014/main" id="{0ACCDF13-8E9A-5DE9-A7A8-2C30BF5322E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5763" name="Line 3">
            <a:extLst>
              <a:ext uri="{FF2B5EF4-FFF2-40B4-BE49-F238E27FC236}">
                <a16:creationId xmlns:a16="http://schemas.microsoft.com/office/drawing/2014/main" id="{2FE87F3A-6716-47FE-6622-5D184399CAC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5764" name="Text Box 4">
            <a:extLst>
              <a:ext uri="{FF2B5EF4-FFF2-40B4-BE49-F238E27FC236}">
                <a16:creationId xmlns:a16="http://schemas.microsoft.com/office/drawing/2014/main" id="{2DA35899-1BF5-A2C5-5380-D0D5D62DF069}"/>
              </a:ext>
            </a:extLst>
          </p:cNvPr>
          <p:cNvSpPr txBox="1">
            <a:spLocks noChangeArrowheads="1"/>
          </p:cNvSpPr>
          <p:nvPr/>
        </p:nvSpPr>
        <p:spPr bwMode="auto">
          <a:xfrm>
            <a:off x="304800" y="762000"/>
            <a:ext cx="6862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13.24  </a:t>
            </a:r>
            <a:r>
              <a:rPr lang="en-US" altLang="th-TH" sz="2000" i="1">
                <a:latin typeface="Times New Roman" panose="02020603050405020304" pitchFamily="18" charset="0"/>
              </a:rPr>
              <a:t>Encoding in Gigabit Ethernet implementations</a:t>
            </a:r>
          </a:p>
        </p:txBody>
      </p:sp>
      <p:sp>
        <p:nvSpPr>
          <p:cNvPr id="885765" name="Line 5">
            <a:extLst>
              <a:ext uri="{FF2B5EF4-FFF2-40B4-BE49-F238E27FC236}">
                <a16:creationId xmlns:a16="http://schemas.microsoft.com/office/drawing/2014/main" id="{033533DD-6895-0588-5BEF-256C9FDFD5E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5766" name="Picture 6">
            <a:extLst>
              <a:ext uri="{FF2B5EF4-FFF2-40B4-BE49-F238E27FC236}">
                <a16:creationId xmlns:a16="http://schemas.microsoft.com/office/drawing/2014/main" id="{247ECA1B-820F-B85F-312F-B20527A6E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2443163"/>
            <a:ext cx="8226425" cy="311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8410C61-F95E-CBAB-8AA3-FA7580C98DBD}"/>
              </a:ext>
            </a:extLst>
          </p:cNvPr>
          <p:cNvSpPr>
            <a:spLocks noGrp="1"/>
          </p:cNvSpPr>
          <p:nvPr>
            <p:ph type="sldNum" sz="quarter" idx="10"/>
          </p:nvPr>
        </p:nvSpPr>
        <p:spPr/>
        <p:txBody>
          <a:bodyPr/>
          <a:lstStyle/>
          <a:p>
            <a:r>
              <a:rPr lang="en-US" altLang="th-TH"/>
              <a:t>13.</a:t>
            </a:r>
            <a:fld id="{BF8BCD54-5C00-A244-B3F0-13FC97431D7D}" type="slidenum">
              <a:rPr lang="en-US" altLang="th-TH"/>
              <a:pPr/>
              <a:t>39</a:t>
            </a:fld>
            <a:endParaRPr lang="en-US" altLang="th-TH"/>
          </a:p>
        </p:txBody>
      </p:sp>
      <p:sp>
        <p:nvSpPr>
          <p:cNvPr id="889858" name="Text Box 2">
            <a:extLst>
              <a:ext uri="{FF2B5EF4-FFF2-40B4-BE49-F238E27FC236}">
                <a16:creationId xmlns:a16="http://schemas.microsoft.com/office/drawing/2014/main" id="{2D5AE38D-C9F5-D84E-24C9-3D7584502072}"/>
              </a:ext>
            </a:extLst>
          </p:cNvPr>
          <p:cNvSpPr txBox="1">
            <a:spLocks noChangeArrowheads="1"/>
          </p:cNvSpPr>
          <p:nvPr/>
        </p:nvSpPr>
        <p:spPr bwMode="auto">
          <a:xfrm>
            <a:off x="762000" y="1676400"/>
            <a:ext cx="659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13.3  </a:t>
            </a:r>
            <a:r>
              <a:rPr lang="en-US" altLang="th-TH" sz="2000" i="1">
                <a:latin typeface="Times New Roman" panose="02020603050405020304" pitchFamily="18" charset="0"/>
              </a:rPr>
              <a:t>Summary of Gigabit Ethernet implementations</a:t>
            </a:r>
          </a:p>
        </p:txBody>
      </p:sp>
      <p:pic>
        <p:nvPicPr>
          <p:cNvPr id="889860" name="Picture 4">
            <a:extLst>
              <a:ext uri="{FF2B5EF4-FFF2-40B4-BE49-F238E27FC236}">
                <a16:creationId xmlns:a16="http://schemas.microsoft.com/office/drawing/2014/main" id="{CB286450-8F88-04AD-0E50-F3822523DB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763" y="2270125"/>
            <a:ext cx="7742237" cy="245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36B4096-2407-19BA-E944-CC0353462CB7}"/>
              </a:ext>
            </a:extLst>
          </p:cNvPr>
          <p:cNvSpPr>
            <a:spLocks noGrp="1"/>
          </p:cNvSpPr>
          <p:nvPr>
            <p:ph type="sldNum" sz="quarter" idx="10"/>
          </p:nvPr>
        </p:nvSpPr>
        <p:spPr/>
        <p:txBody>
          <a:bodyPr/>
          <a:lstStyle/>
          <a:p>
            <a:r>
              <a:rPr lang="en-US" altLang="th-TH"/>
              <a:t>13.</a:t>
            </a:r>
            <a:fld id="{610174CE-4FA6-7D40-A46D-D0B8FE971F5F}" type="slidenum">
              <a:rPr lang="en-US" altLang="th-TH"/>
              <a:pPr/>
              <a:t>40</a:t>
            </a:fld>
            <a:endParaRPr lang="en-US" altLang="th-TH"/>
          </a:p>
        </p:txBody>
      </p:sp>
      <p:sp>
        <p:nvSpPr>
          <p:cNvPr id="890882" name="Text Box 2">
            <a:extLst>
              <a:ext uri="{FF2B5EF4-FFF2-40B4-BE49-F238E27FC236}">
                <a16:creationId xmlns:a16="http://schemas.microsoft.com/office/drawing/2014/main" id="{6771559A-7C30-600C-FAB6-F853A356DF8A}"/>
              </a:ext>
            </a:extLst>
          </p:cNvPr>
          <p:cNvSpPr txBox="1">
            <a:spLocks noChangeArrowheads="1"/>
          </p:cNvSpPr>
          <p:nvPr/>
        </p:nvSpPr>
        <p:spPr bwMode="auto">
          <a:xfrm>
            <a:off x="609600" y="1981200"/>
            <a:ext cx="7085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13.4  </a:t>
            </a:r>
            <a:r>
              <a:rPr lang="en-US" altLang="th-TH" sz="2000" i="1">
                <a:latin typeface="Times New Roman" panose="02020603050405020304" pitchFamily="18" charset="0"/>
              </a:rPr>
              <a:t>Summary of Ten-Gigabit Ethernet implementations</a:t>
            </a:r>
          </a:p>
        </p:txBody>
      </p:sp>
      <p:pic>
        <p:nvPicPr>
          <p:cNvPr id="890885" name="Picture 5">
            <a:extLst>
              <a:ext uri="{FF2B5EF4-FFF2-40B4-BE49-F238E27FC236}">
                <a16:creationId xmlns:a16="http://schemas.microsoft.com/office/drawing/2014/main" id="{AF59D81B-DFB5-CBA2-3CE2-D965C9DA5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438400"/>
            <a:ext cx="7897813" cy="162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D36A6E-9F3A-4494-96E4-62346B278D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CC1145A5-34E3-4519-B87B-6472C6CA44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2632</TotalTime>
  <Words>857</Words>
  <Application>Microsoft Macintosh PowerPoint</Application>
  <PresentationFormat>นำเสนอทางหน้าจอ (4:3)</PresentationFormat>
  <Paragraphs>156</Paragraphs>
  <Slides>40</Slides>
  <Notes>40</Notes>
  <HiddenSlides>0</HiddenSlides>
  <MMClips>0</MMClips>
  <ScaleCrop>false</ScaleCrop>
  <HeadingPairs>
    <vt:vector size="6" baseType="variant">
      <vt:variant>
        <vt:lpstr>ฟอนต์ที่ถูกใช้</vt:lpstr>
      </vt:variant>
      <vt:variant>
        <vt:i4>6</vt:i4>
      </vt:variant>
      <vt:variant>
        <vt:lpstr>ธีม</vt:lpstr>
      </vt:variant>
      <vt:variant>
        <vt:i4>1</vt:i4>
      </vt:variant>
      <vt:variant>
        <vt:lpstr>ชื่อเรื่องสไลด์</vt:lpstr>
      </vt:variant>
      <vt:variant>
        <vt:i4>40</vt:i4>
      </vt:variant>
    </vt:vector>
  </HeadingPairs>
  <TitlesOfParts>
    <vt:vector size="47" baseType="lpstr">
      <vt:lpstr>Times New Roman</vt:lpstr>
      <vt:lpstr>Tahoma</vt:lpstr>
      <vt:lpstr>Wingdings</vt:lpstr>
      <vt:lpstr>Arial</vt:lpstr>
      <vt:lpstr>McGrawHill-Italic</vt:lpstr>
      <vt:lpstr>Times</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167</cp:revision>
  <dcterms:created xsi:type="dcterms:W3CDTF">2000-01-15T04:50:39Z</dcterms:created>
  <dcterms:modified xsi:type="dcterms:W3CDTF">2026-10-19T02:42:15Z</dcterms:modified>
</cp:coreProperties>
</file>