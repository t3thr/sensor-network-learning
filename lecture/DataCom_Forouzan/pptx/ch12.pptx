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9" r:id="rId3"/>
  </p:sldMasterIdLst>
  <p:notesMasterIdLst>
    <p:notesMasterId r:id="rId58"/>
  </p:notesMasterIdLst>
  <p:sldIdLst>
    <p:sldId id="886" r:id="rId4"/>
    <p:sldId id="834" r:id="rId5"/>
    <p:sldId id="835" r:id="rId6"/>
    <p:sldId id="535" r:id="rId7"/>
    <p:sldId id="838" r:id="rId8"/>
    <p:sldId id="839" r:id="rId9"/>
    <p:sldId id="876" r:id="rId10"/>
    <p:sldId id="882" r:id="rId11"/>
    <p:sldId id="840" r:id="rId12"/>
    <p:sldId id="877" r:id="rId13"/>
    <p:sldId id="865" r:id="rId14"/>
    <p:sldId id="878" r:id="rId15"/>
    <p:sldId id="883" r:id="rId16"/>
    <p:sldId id="841" r:id="rId17"/>
    <p:sldId id="866" r:id="rId18"/>
    <p:sldId id="842" r:id="rId19"/>
    <p:sldId id="884" r:id="rId20"/>
    <p:sldId id="885" r:id="rId21"/>
    <p:sldId id="843" r:id="rId22"/>
    <p:sldId id="844" r:id="rId23"/>
    <p:sldId id="845" r:id="rId24"/>
    <p:sldId id="846" r:id="rId25"/>
    <p:sldId id="847" r:id="rId26"/>
    <p:sldId id="848" r:id="rId27"/>
    <p:sldId id="880" r:id="rId28"/>
    <p:sldId id="849" r:id="rId29"/>
    <p:sldId id="850" r:id="rId30"/>
    <p:sldId id="851" r:id="rId31"/>
    <p:sldId id="867" r:id="rId32"/>
    <p:sldId id="868" r:id="rId33"/>
    <p:sldId id="852" r:id="rId34"/>
    <p:sldId id="836" r:id="rId35"/>
    <p:sldId id="853" r:id="rId36"/>
    <p:sldId id="854" r:id="rId37"/>
    <p:sldId id="855" r:id="rId38"/>
    <p:sldId id="837" r:id="rId39"/>
    <p:sldId id="869" r:id="rId40"/>
    <p:sldId id="856" r:id="rId41"/>
    <p:sldId id="870" r:id="rId42"/>
    <p:sldId id="857" r:id="rId43"/>
    <p:sldId id="871" r:id="rId44"/>
    <p:sldId id="872" r:id="rId45"/>
    <p:sldId id="858" r:id="rId46"/>
    <p:sldId id="859" r:id="rId47"/>
    <p:sldId id="860" r:id="rId48"/>
    <p:sldId id="861" r:id="rId49"/>
    <p:sldId id="862" r:id="rId50"/>
    <p:sldId id="863" r:id="rId51"/>
    <p:sldId id="864" r:id="rId52"/>
    <p:sldId id="873" r:id="rId53"/>
    <p:sldId id="833" r:id="rId54"/>
    <p:sldId id="874" r:id="rId55"/>
    <p:sldId id="875" r:id="rId56"/>
    <p:sldId id="881" r:id="rId5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800" b="1" i="1" kern="1200" baseline="-100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83" autoAdjust="0"/>
    <p:restoredTop sz="94670" autoAdjust="0"/>
  </p:normalViewPr>
  <p:slideViewPr>
    <p:cSldViewPr>
      <p:cViewPr varScale="1">
        <p:scale>
          <a:sx n="117" d="100"/>
          <a:sy n="117" d="100"/>
        </p:scale>
        <p:origin x="147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>
            <a:extLst>
              <a:ext uri="{FF2B5EF4-FFF2-40B4-BE49-F238E27FC236}">
                <a16:creationId xmlns:a16="http://schemas.microsoft.com/office/drawing/2014/main" id="{B2A2C6CF-799A-31CC-3324-541DE863D3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i="0" baseline="0"/>
            </a:lvl1pPr>
          </a:lstStyle>
          <a:p>
            <a:endParaRPr lang="en-US" altLang="th-TH"/>
          </a:p>
        </p:txBody>
      </p:sp>
      <p:sp>
        <p:nvSpPr>
          <p:cNvPr id="962563" name="Rectangle 3">
            <a:extLst>
              <a:ext uri="{FF2B5EF4-FFF2-40B4-BE49-F238E27FC236}">
                <a16:creationId xmlns:a16="http://schemas.microsoft.com/office/drawing/2014/main" id="{432BDB85-CDB9-AA87-DF2C-960462C630E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baseline="0"/>
            </a:lvl1pPr>
          </a:lstStyle>
          <a:p>
            <a:endParaRPr lang="en-US" altLang="th-TH"/>
          </a:p>
        </p:txBody>
      </p:sp>
      <p:sp>
        <p:nvSpPr>
          <p:cNvPr id="962564" name="Rectangle 4">
            <a:extLst>
              <a:ext uri="{FF2B5EF4-FFF2-40B4-BE49-F238E27FC236}">
                <a16:creationId xmlns:a16="http://schemas.microsoft.com/office/drawing/2014/main" id="{2C33BE4E-E1B3-44B2-59F8-769636FFD67A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62565" name="Rectangle 5">
            <a:extLst>
              <a:ext uri="{FF2B5EF4-FFF2-40B4-BE49-F238E27FC236}">
                <a16:creationId xmlns:a16="http://schemas.microsoft.com/office/drawing/2014/main" id="{05CA92D1-E9B8-48F1-42A1-A2112025CED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h-TH"/>
              <a:t>Click to edit Master text styles</a:t>
            </a:r>
          </a:p>
          <a:p>
            <a:pPr lvl="1"/>
            <a:r>
              <a:rPr lang="en-US" altLang="th-TH"/>
              <a:t>Second level</a:t>
            </a:r>
          </a:p>
          <a:p>
            <a:pPr lvl="2"/>
            <a:r>
              <a:rPr lang="en-US" altLang="th-TH"/>
              <a:t>Third level</a:t>
            </a:r>
          </a:p>
          <a:p>
            <a:pPr lvl="3"/>
            <a:r>
              <a:rPr lang="en-US" altLang="th-TH"/>
              <a:t>Fourth level</a:t>
            </a:r>
          </a:p>
          <a:p>
            <a:pPr lvl="4"/>
            <a:r>
              <a:rPr lang="en-US" altLang="th-TH"/>
              <a:t>Fifth level</a:t>
            </a:r>
          </a:p>
        </p:txBody>
      </p:sp>
      <p:sp>
        <p:nvSpPr>
          <p:cNvPr id="962566" name="Rectangle 6">
            <a:extLst>
              <a:ext uri="{FF2B5EF4-FFF2-40B4-BE49-F238E27FC236}">
                <a16:creationId xmlns:a16="http://schemas.microsoft.com/office/drawing/2014/main" id="{D879CE3C-DF42-85EE-861A-29F1A5D2378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i="0" baseline="0"/>
            </a:lvl1pPr>
          </a:lstStyle>
          <a:p>
            <a:endParaRPr lang="en-US" altLang="th-TH"/>
          </a:p>
        </p:txBody>
      </p:sp>
      <p:sp>
        <p:nvSpPr>
          <p:cNvPr id="962567" name="Rectangle 7">
            <a:extLst>
              <a:ext uri="{FF2B5EF4-FFF2-40B4-BE49-F238E27FC236}">
                <a16:creationId xmlns:a16="http://schemas.microsoft.com/office/drawing/2014/main" id="{E8A61B6F-D75D-8C2E-E459-FA2F43E1EB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baseline="0"/>
            </a:lvl1pPr>
          </a:lstStyle>
          <a:p>
            <a:fld id="{2624EC79-5BB2-3B44-9FCD-8B9CCC5D361E}" type="slidenum">
              <a:rPr lang="en-US" altLang="th-TH"/>
              <a:pPr/>
              <a:t>‹#›</a:t>
            </a:fld>
            <a:endParaRPr lang="en-US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CCA5DBB-4197-4960-5ED2-6F8380251D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6C3563-952F-6F4B-A9D9-5115C3054F80}" type="slidenum">
              <a:rPr lang="en-US" altLang="th-TH"/>
              <a:pPr/>
              <a:t>1</a:t>
            </a:fld>
            <a:endParaRPr lang="en-US" altLang="th-TH"/>
          </a:p>
        </p:txBody>
      </p:sp>
      <p:sp>
        <p:nvSpPr>
          <p:cNvPr id="1183746" name="Rectangle 2">
            <a:extLst>
              <a:ext uri="{FF2B5EF4-FFF2-40B4-BE49-F238E27FC236}">
                <a16:creationId xmlns:a16="http://schemas.microsoft.com/office/drawing/2014/main" id="{36744FD0-34B3-C9E4-7D61-1DFE0A3C34E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3747" name="Rectangle 3">
            <a:extLst>
              <a:ext uri="{FF2B5EF4-FFF2-40B4-BE49-F238E27FC236}">
                <a16:creationId xmlns:a16="http://schemas.microsoft.com/office/drawing/2014/main" id="{F1C0A820-E01F-DD95-C6F0-AC58943BE2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4173FD9-A77B-1CFD-0D7D-A425DF9E50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606F1F-03DF-A541-BFFE-B38D3B11B1CE}" type="slidenum">
              <a:rPr lang="en-US" altLang="th-TH"/>
              <a:pPr/>
              <a:t>2</a:t>
            </a:fld>
            <a:endParaRPr lang="en-US" altLang="th-TH"/>
          </a:p>
        </p:txBody>
      </p:sp>
      <p:sp>
        <p:nvSpPr>
          <p:cNvPr id="1077250" name="Rectangle 2">
            <a:extLst>
              <a:ext uri="{FF2B5EF4-FFF2-40B4-BE49-F238E27FC236}">
                <a16:creationId xmlns:a16="http://schemas.microsoft.com/office/drawing/2014/main" id="{3DCCDF16-2BAC-1AB1-E7D8-EA21760EEC4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7251" name="Rectangle 3">
            <a:extLst>
              <a:ext uri="{FF2B5EF4-FFF2-40B4-BE49-F238E27FC236}">
                <a16:creationId xmlns:a16="http://schemas.microsoft.com/office/drawing/2014/main" id="{C77571ED-D151-6988-31C8-7AAC07A77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B053A4C-4C6B-8B8D-DF50-C92F9C6FAF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DC5CC9-954C-B542-B378-FA9EE3DB958D}" type="slidenum">
              <a:rPr lang="en-US" altLang="th-TH"/>
              <a:pPr/>
              <a:t>3</a:t>
            </a:fld>
            <a:endParaRPr lang="en-US" altLang="th-TH"/>
          </a:p>
        </p:txBody>
      </p:sp>
      <p:sp>
        <p:nvSpPr>
          <p:cNvPr id="1079298" name="Rectangle 2">
            <a:extLst>
              <a:ext uri="{FF2B5EF4-FFF2-40B4-BE49-F238E27FC236}">
                <a16:creationId xmlns:a16="http://schemas.microsoft.com/office/drawing/2014/main" id="{4B7825E0-4B7B-6114-5EA2-693C76EE3D1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9299" name="Rectangle 3">
            <a:extLst>
              <a:ext uri="{FF2B5EF4-FFF2-40B4-BE49-F238E27FC236}">
                <a16:creationId xmlns:a16="http://schemas.microsoft.com/office/drawing/2014/main" id="{DCD1C4F5-8E85-A667-3597-8A57CFB74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73FC847-3505-44E5-6792-F7F90D6A63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BBF7433-6AEF-474C-9756-915725AE9BBA}" type="slidenum">
              <a:rPr lang="en-US" altLang="th-TH"/>
              <a:pPr/>
              <a:t>4</a:t>
            </a:fld>
            <a:endParaRPr lang="en-US" altLang="th-TH"/>
          </a:p>
        </p:txBody>
      </p:sp>
      <p:sp>
        <p:nvSpPr>
          <p:cNvPr id="964610" name="Rectangle 2">
            <a:extLst>
              <a:ext uri="{FF2B5EF4-FFF2-40B4-BE49-F238E27FC236}">
                <a16:creationId xmlns:a16="http://schemas.microsoft.com/office/drawing/2014/main" id="{54E27FC6-E069-101A-5530-920DFC7F7C0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4611" name="Rectangle 3">
            <a:extLst>
              <a:ext uri="{FF2B5EF4-FFF2-40B4-BE49-F238E27FC236}">
                <a16:creationId xmlns:a16="http://schemas.microsoft.com/office/drawing/2014/main" id="{6C349672-9157-30F5-8AF1-8C47ECC56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C6DDD91-CB6F-F75E-A59F-BB58DD6EA1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20BA31-6A76-F347-B174-E2AAB83CA759}" type="slidenum">
              <a:rPr lang="en-US" altLang="th-TH"/>
              <a:pPr/>
              <a:t>5</a:t>
            </a:fld>
            <a:endParaRPr lang="en-US" altLang="th-TH"/>
          </a:p>
        </p:txBody>
      </p:sp>
      <p:sp>
        <p:nvSpPr>
          <p:cNvPr id="1085442" name="Rectangle 2">
            <a:extLst>
              <a:ext uri="{FF2B5EF4-FFF2-40B4-BE49-F238E27FC236}">
                <a16:creationId xmlns:a16="http://schemas.microsoft.com/office/drawing/2014/main" id="{7A10AC7B-9B43-3415-51F8-107290E0A63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43" name="Rectangle 3">
            <a:extLst>
              <a:ext uri="{FF2B5EF4-FFF2-40B4-BE49-F238E27FC236}">
                <a16:creationId xmlns:a16="http://schemas.microsoft.com/office/drawing/2014/main" id="{59096F27-A763-C710-B2AB-1C803524C6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0163AD0-C207-E2AE-3349-CFC1AAAFD8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36DCA7-8D0B-1041-8724-A0AABE86AF72}" type="slidenum">
              <a:rPr lang="en-US" altLang="th-TH"/>
              <a:pPr/>
              <a:t>6</a:t>
            </a:fld>
            <a:endParaRPr lang="en-US" altLang="th-TH"/>
          </a:p>
        </p:txBody>
      </p:sp>
      <p:sp>
        <p:nvSpPr>
          <p:cNvPr id="1087490" name="Rectangle 2">
            <a:extLst>
              <a:ext uri="{FF2B5EF4-FFF2-40B4-BE49-F238E27FC236}">
                <a16:creationId xmlns:a16="http://schemas.microsoft.com/office/drawing/2014/main" id="{E0899954-0130-AFCB-DDFD-49007910DFC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7491" name="Rectangle 3">
            <a:extLst>
              <a:ext uri="{FF2B5EF4-FFF2-40B4-BE49-F238E27FC236}">
                <a16:creationId xmlns:a16="http://schemas.microsoft.com/office/drawing/2014/main" id="{FDBA40FE-B027-C78F-5C6F-03FA2A22A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B44D767-4210-1A3B-5AB9-128489932C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9A167B-B4E9-3048-AA3D-50DB34A1366B}" type="slidenum">
              <a:rPr lang="en-US" altLang="th-TH"/>
              <a:pPr/>
              <a:t>7</a:t>
            </a:fld>
            <a:endParaRPr lang="en-US" altLang="th-TH"/>
          </a:p>
        </p:txBody>
      </p:sp>
      <p:sp>
        <p:nvSpPr>
          <p:cNvPr id="1163266" name="Rectangle 2">
            <a:extLst>
              <a:ext uri="{FF2B5EF4-FFF2-40B4-BE49-F238E27FC236}">
                <a16:creationId xmlns:a16="http://schemas.microsoft.com/office/drawing/2014/main" id="{0DA429B4-1585-00ED-BC4F-4ED903A0723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3267" name="Rectangle 3">
            <a:extLst>
              <a:ext uri="{FF2B5EF4-FFF2-40B4-BE49-F238E27FC236}">
                <a16:creationId xmlns:a16="http://schemas.microsoft.com/office/drawing/2014/main" id="{1244CB94-7503-0022-9843-76CE08A4C9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A9B8490-C894-9F9D-6A31-220CF47911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84FF48-CF50-D54F-99E3-D05132D53338}" type="slidenum">
              <a:rPr lang="en-US" altLang="th-TH"/>
              <a:pPr/>
              <a:t>8</a:t>
            </a:fld>
            <a:endParaRPr lang="en-US" altLang="th-TH"/>
          </a:p>
        </p:txBody>
      </p:sp>
      <p:sp>
        <p:nvSpPr>
          <p:cNvPr id="1175554" name="Rectangle 2">
            <a:extLst>
              <a:ext uri="{FF2B5EF4-FFF2-40B4-BE49-F238E27FC236}">
                <a16:creationId xmlns:a16="http://schemas.microsoft.com/office/drawing/2014/main" id="{E07AC22A-EDD2-13F0-67C1-7950CCB40BC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5555" name="Rectangle 3">
            <a:extLst>
              <a:ext uri="{FF2B5EF4-FFF2-40B4-BE49-F238E27FC236}">
                <a16:creationId xmlns:a16="http://schemas.microsoft.com/office/drawing/2014/main" id="{9918F49B-2202-C0C8-B2EF-71F109BCB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EEB4D85-4F70-01A4-66F2-093E7928A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C28B53-3433-D54A-A6EC-4E5DF11878AF}" type="slidenum">
              <a:rPr lang="en-US" altLang="th-TH"/>
              <a:pPr/>
              <a:t>9</a:t>
            </a:fld>
            <a:endParaRPr lang="en-US" altLang="th-TH"/>
          </a:p>
        </p:txBody>
      </p:sp>
      <p:sp>
        <p:nvSpPr>
          <p:cNvPr id="1089538" name="Rectangle 2">
            <a:extLst>
              <a:ext uri="{FF2B5EF4-FFF2-40B4-BE49-F238E27FC236}">
                <a16:creationId xmlns:a16="http://schemas.microsoft.com/office/drawing/2014/main" id="{B946761E-959B-AB70-C044-CC101EA399C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9539" name="Rectangle 3">
            <a:extLst>
              <a:ext uri="{FF2B5EF4-FFF2-40B4-BE49-F238E27FC236}">
                <a16:creationId xmlns:a16="http://schemas.microsoft.com/office/drawing/2014/main" id="{4D3B996D-3CAA-9A70-7D07-1085185F6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5C622AA-B4B2-6BED-9672-718A0E019E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B7B7A8-0E49-3C4E-BBE2-79A529D8BDEA}" type="slidenum">
              <a:rPr lang="en-US" altLang="th-TH"/>
              <a:pPr/>
              <a:t>10</a:t>
            </a:fld>
            <a:endParaRPr lang="en-US" altLang="th-TH"/>
          </a:p>
        </p:txBody>
      </p:sp>
      <p:sp>
        <p:nvSpPr>
          <p:cNvPr id="1165314" name="Rectangle 2">
            <a:extLst>
              <a:ext uri="{FF2B5EF4-FFF2-40B4-BE49-F238E27FC236}">
                <a16:creationId xmlns:a16="http://schemas.microsoft.com/office/drawing/2014/main" id="{B116D4A3-94D6-0837-0B7D-0332EC48ECE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5315" name="Rectangle 3">
            <a:extLst>
              <a:ext uri="{FF2B5EF4-FFF2-40B4-BE49-F238E27FC236}">
                <a16:creationId xmlns:a16="http://schemas.microsoft.com/office/drawing/2014/main" id="{C3BDC25E-6DD6-9F80-4507-1E68FBE32E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B942563-B05F-2C36-C32E-2554F267C8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3DE736-40C3-744D-BEF4-C61A0B9523B8}" type="slidenum">
              <a:rPr lang="en-US" altLang="th-TH"/>
              <a:pPr/>
              <a:t>11</a:t>
            </a:fld>
            <a:endParaRPr lang="en-US" altLang="th-TH"/>
          </a:p>
        </p:txBody>
      </p:sp>
      <p:sp>
        <p:nvSpPr>
          <p:cNvPr id="1140738" name="Rectangle 2">
            <a:extLst>
              <a:ext uri="{FF2B5EF4-FFF2-40B4-BE49-F238E27FC236}">
                <a16:creationId xmlns:a16="http://schemas.microsoft.com/office/drawing/2014/main" id="{B21A3157-60B1-5AFD-9DDC-0E372475301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0739" name="Rectangle 3">
            <a:extLst>
              <a:ext uri="{FF2B5EF4-FFF2-40B4-BE49-F238E27FC236}">
                <a16:creationId xmlns:a16="http://schemas.microsoft.com/office/drawing/2014/main" id="{875596E0-A036-2D61-03FB-14CD05112D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CD72C80-9755-7387-D106-8BB33C335B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592338-5D2A-C94C-BE55-F5A2A97659EA}" type="slidenum">
              <a:rPr lang="en-US" altLang="th-TH"/>
              <a:pPr/>
              <a:t>12</a:t>
            </a:fld>
            <a:endParaRPr lang="en-US" altLang="th-TH"/>
          </a:p>
        </p:txBody>
      </p:sp>
      <p:sp>
        <p:nvSpPr>
          <p:cNvPr id="1167362" name="Rectangle 2">
            <a:extLst>
              <a:ext uri="{FF2B5EF4-FFF2-40B4-BE49-F238E27FC236}">
                <a16:creationId xmlns:a16="http://schemas.microsoft.com/office/drawing/2014/main" id="{8D85F6F9-16B2-CD7A-2654-41B16825E3A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63" name="Rectangle 3">
            <a:extLst>
              <a:ext uri="{FF2B5EF4-FFF2-40B4-BE49-F238E27FC236}">
                <a16:creationId xmlns:a16="http://schemas.microsoft.com/office/drawing/2014/main" id="{9968BEB4-9645-6969-1B43-C41CC06A5D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0233450-1B5C-5F4C-7CDF-B32B9ED17A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EFE71B-81B1-0E49-9429-A1456EF3CA62}" type="slidenum">
              <a:rPr lang="en-US" altLang="th-TH"/>
              <a:pPr/>
              <a:t>13</a:t>
            </a:fld>
            <a:endParaRPr lang="en-US" altLang="th-TH"/>
          </a:p>
        </p:txBody>
      </p:sp>
      <p:sp>
        <p:nvSpPr>
          <p:cNvPr id="1177602" name="Rectangle 2">
            <a:extLst>
              <a:ext uri="{FF2B5EF4-FFF2-40B4-BE49-F238E27FC236}">
                <a16:creationId xmlns:a16="http://schemas.microsoft.com/office/drawing/2014/main" id="{4CDB0D56-EACD-D55D-1D23-4EE254647DA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03" name="Rectangle 3">
            <a:extLst>
              <a:ext uri="{FF2B5EF4-FFF2-40B4-BE49-F238E27FC236}">
                <a16:creationId xmlns:a16="http://schemas.microsoft.com/office/drawing/2014/main" id="{427E5D0B-819D-914D-8C99-9166553CAA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B76414E-0061-2AEA-8FB3-82437EFC82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8DFA67-FEC5-A441-B922-685C411E63C4}" type="slidenum">
              <a:rPr lang="en-US" altLang="th-TH"/>
              <a:pPr/>
              <a:t>14</a:t>
            </a:fld>
            <a:endParaRPr lang="en-US" altLang="th-TH"/>
          </a:p>
        </p:txBody>
      </p:sp>
      <p:sp>
        <p:nvSpPr>
          <p:cNvPr id="1091586" name="Rectangle 2">
            <a:extLst>
              <a:ext uri="{FF2B5EF4-FFF2-40B4-BE49-F238E27FC236}">
                <a16:creationId xmlns:a16="http://schemas.microsoft.com/office/drawing/2014/main" id="{9B533BA7-5498-CE89-D5ED-879F325DCE6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1587" name="Rectangle 3">
            <a:extLst>
              <a:ext uri="{FF2B5EF4-FFF2-40B4-BE49-F238E27FC236}">
                <a16:creationId xmlns:a16="http://schemas.microsoft.com/office/drawing/2014/main" id="{9EA536C7-5468-E55A-F7C8-2F8B69DC8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A9422B1-9A4C-4EBD-4C77-82C86CE028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0B975D-1C62-464C-8659-A7C66B1B8BB7}" type="slidenum">
              <a:rPr lang="en-US" altLang="th-TH"/>
              <a:pPr/>
              <a:t>15</a:t>
            </a:fld>
            <a:endParaRPr lang="en-US" altLang="th-TH"/>
          </a:p>
        </p:txBody>
      </p:sp>
      <p:sp>
        <p:nvSpPr>
          <p:cNvPr id="1142786" name="Rectangle 2">
            <a:extLst>
              <a:ext uri="{FF2B5EF4-FFF2-40B4-BE49-F238E27FC236}">
                <a16:creationId xmlns:a16="http://schemas.microsoft.com/office/drawing/2014/main" id="{9DBB2ABA-47BD-0BB4-602C-A314D89A036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2787" name="Rectangle 3">
            <a:extLst>
              <a:ext uri="{FF2B5EF4-FFF2-40B4-BE49-F238E27FC236}">
                <a16:creationId xmlns:a16="http://schemas.microsoft.com/office/drawing/2014/main" id="{6A1959F7-A79D-8B68-668F-7E6F18105D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2453641-1DC0-7ABF-053D-EC1B9728FE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B0FCFDC-717E-4245-83E1-F0918868031F}" type="slidenum">
              <a:rPr lang="en-US" altLang="th-TH"/>
              <a:pPr/>
              <a:t>16</a:t>
            </a:fld>
            <a:endParaRPr lang="en-US" altLang="th-TH"/>
          </a:p>
        </p:txBody>
      </p:sp>
      <p:sp>
        <p:nvSpPr>
          <p:cNvPr id="1093634" name="Rectangle 2">
            <a:extLst>
              <a:ext uri="{FF2B5EF4-FFF2-40B4-BE49-F238E27FC236}">
                <a16:creationId xmlns:a16="http://schemas.microsoft.com/office/drawing/2014/main" id="{2D83ECE2-7385-A21C-E106-3404625DD58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3635" name="Rectangle 3">
            <a:extLst>
              <a:ext uri="{FF2B5EF4-FFF2-40B4-BE49-F238E27FC236}">
                <a16:creationId xmlns:a16="http://schemas.microsoft.com/office/drawing/2014/main" id="{3851BDB4-E65F-D774-F508-C2D8B1767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744AD6A-1C8E-E752-DC21-578D6472F9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83276B-8A90-5444-842C-FE5DDAC7CC01}" type="slidenum">
              <a:rPr lang="en-US" altLang="th-TH"/>
              <a:pPr/>
              <a:t>17</a:t>
            </a:fld>
            <a:endParaRPr lang="en-US" altLang="th-TH"/>
          </a:p>
        </p:txBody>
      </p:sp>
      <p:sp>
        <p:nvSpPr>
          <p:cNvPr id="1179650" name="Rectangle 2">
            <a:extLst>
              <a:ext uri="{FF2B5EF4-FFF2-40B4-BE49-F238E27FC236}">
                <a16:creationId xmlns:a16="http://schemas.microsoft.com/office/drawing/2014/main" id="{18219AAB-9F11-F507-C328-92E84C6E0DE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9651" name="Rectangle 3">
            <a:extLst>
              <a:ext uri="{FF2B5EF4-FFF2-40B4-BE49-F238E27FC236}">
                <a16:creationId xmlns:a16="http://schemas.microsoft.com/office/drawing/2014/main" id="{82E9B50E-F278-D291-D034-AE9A6BE0A1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233B723-A939-F906-2701-6A464B04F4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48EB46-C369-FC4F-8798-B8508921A5CC}" type="slidenum">
              <a:rPr lang="en-US" altLang="th-TH"/>
              <a:pPr/>
              <a:t>18</a:t>
            </a:fld>
            <a:endParaRPr lang="en-US" altLang="th-TH"/>
          </a:p>
        </p:txBody>
      </p:sp>
      <p:sp>
        <p:nvSpPr>
          <p:cNvPr id="1181698" name="Rectangle 2">
            <a:extLst>
              <a:ext uri="{FF2B5EF4-FFF2-40B4-BE49-F238E27FC236}">
                <a16:creationId xmlns:a16="http://schemas.microsoft.com/office/drawing/2014/main" id="{001E6E9B-5C1F-569B-2D1F-B944DE3F892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1699" name="Rectangle 3">
            <a:extLst>
              <a:ext uri="{FF2B5EF4-FFF2-40B4-BE49-F238E27FC236}">
                <a16:creationId xmlns:a16="http://schemas.microsoft.com/office/drawing/2014/main" id="{D9EC7A03-31E2-6AE0-49D0-EE6C8C0F0A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6E0173C-F536-8F2B-7952-A6A237879F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4A6722-F732-CC45-9CA4-5D2BB530785C}" type="slidenum">
              <a:rPr lang="en-US" altLang="th-TH"/>
              <a:pPr/>
              <a:t>19</a:t>
            </a:fld>
            <a:endParaRPr lang="en-US" altLang="th-TH"/>
          </a:p>
        </p:txBody>
      </p:sp>
      <p:sp>
        <p:nvSpPr>
          <p:cNvPr id="1095682" name="Rectangle 2">
            <a:extLst>
              <a:ext uri="{FF2B5EF4-FFF2-40B4-BE49-F238E27FC236}">
                <a16:creationId xmlns:a16="http://schemas.microsoft.com/office/drawing/2014/main" id="{8A461CB9-BBC6-FEB0-8128-2C3F618AFE1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683" name="Rectangle 3">
            <a:extLst>
              <a:ext uri="{FF2B5EF4-FFF2-40B4-BE49-F238E27FC236}">
                <a16:creationId xmlns:a16="http://schemas.microsoft.com/office/drawing/2014/main" id="{C85E963A-4A89-CC83-2BA6-D645EE752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5D7D8A0-C775-A30B-1C43-F5386271E1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6F6EDA-A895-504D-A3B8-E8CF4FF8E15A}" type="slidenum">
              <a:rPr lang="en-US" altLang="th-TH"/>
              <a:pPr/>
              <a:t>20</a:t>
            </a:fld>
            <a:endParaRPr lang="en-US" altLang="th-TH"/>
          </a:p>
        </p:txBody>
      </p:sp>
      <p:sp>
        <p:nvSpPr>
          <p:cNvPr id="1097730" name="Rectangle 2">
            <a:extLst>
              <a:ext uri="{FF2B5EF4-FFF2-40B4-BE49-F238E27FC236}">
                <a16:creationId xmlns:a16="http://schemas.microsoft.com/office/drawing/2014/main" id="{F9E8F928-DF2B-76F2-1852-B6B81EDB652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7731" name="Rectangle 3">
            <a:extLst>
              <a:ext uri="{FF2B5EF4-FFF2-40B4-BE49-F238E27FC236}">
                <a16:creationId xmlns:a16="http://schemas.microsoft.com/office/drawing/2014/main" id="{A75CF23C-4D7E-E043-5008-1ACBBE581D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DA56DB2-7F9D-C07A-7DB8-D06FC3DD6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7CFCA1-8F3A-774F-9BE8-D34E029CC369}" type="slidenum">
              <a:rPr lang="en-US" altLang="th-TH"/>
              <a:pPr/>
              <a:t>21</a:t>
            </a:fld>
            <a:endParaRPr lang="en-US" altLang="th-TH"/>
          </a:p>
        </p:txBody>
      </p:sp>
      <p:sp>
        <p:nvSpPr>
          <p:cNvPr id="1099778" name="Rectangle 2">
            <a:extLst>
              <a:ext uri="{FF2B5EF4-FFF2-40B4-BE49-F238E27FC236}">
                <a16:creationId xmlns:a16="http://schemas.microsoft.com/office/drawing/2014/main" id="{876F3BBE-D6D5-0381-80DE-BE65CA1A3AC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9779" name="Rectangle 3">
            <a:extLst>
              <a:ext uri="{FF2B5EF4-FFF2-40B4-BE49-F238E27FC236}">
                <a16:creationId xmlns:a16="http://schemas.microsoft.com/office/drawing/2014/main" id="{1D1ACE73-E15B-C426-12FC-DD1E29DA2E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2D1286C-5FA0-7E53-D151-809D14D0C9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AD35A-FD79-CD42-BA81-B851EBFDFEF1}" type="slidenum">
              <a:rPr lang="en-US" altLang="th-TH"/>
              <a:pPr/>
              <a:t>22</a:t>
            </a:fld>
            <a:endParaRPr lang="en-US" altLang="th-TH"/>
          </a:p>
        </p:txBody>
      </p:sp>
      <p:sp>
        <p:nvSpPr>
          <p:cNvPr id="1101826" name="Rectangle 2">
            <a:extLst>
              <a:ext uri="{FF2B5EF4-FFF2-40B4-BE49-F238E27FC236}">
                <a16:creationId xmlns:a16="http://schemas.microsoft.com/office/drawing/2014/main" id="{24A10EBC-41D1-5D98-49DE-EBB80A361D0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1827" name="Rectangle 3">
            <a:extLst>
              <a:ext uri="{FF2B5EF4-FFF2-40B4-BE49-F238E27FC236}">
                <a16:creationId xmlns:a16="http://schemas.microsoft.com/office/drawing/2014/main" id="{AA0CCCC2-D379-456E-18E7-696E1F092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980F73C-B8F6-AFC3-4B04-5ADF48BC21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E934D2-980A-6A4F-B8DC-FC85B59DD1FA}" type="slidenum">
              <a:rPr lang="en-US" altLang="th-TH"/>
              <a:pPr/>
              <a:t>23</a:t>
            </a:fld>
            <a:endParaRPr lang="en-US" altLang="th-TH"/>
          </a:p>
        </p:txBody>
      </p:sp>
      <p:sp>
        <p:nvSpPr>
          <p:cNvPr id="1103874" name="Rectangle 2">
            <a:extLst>
              <a:ext uri="{FF2B5EF4-FFF2-40B4-BE49-F238E27FC236}">
                <a16:creationId xmlns:a16="http://schemas.microsoft.com/office/drawing/2014/main" id="{CDA828A6-4EB5-8265-9F3F-D136599C4B0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3875" name="Rectangle 3">
            <a:extLst>
              <a:ext uri="{FF2B5EF4-FFF2-40B4-BE49-F238E27FC236}">
                <a16:creationId xmlns:a16="http://schemas.microsoft.com/office/drawing/2014/main" id="{74566951-E6C9-991F-F343-29B7F226A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6ED351D-3008-9157-3330-DA37E633E2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0EB26F-2C25-D649-910E-712488D1BEA9}" type="slidenum">
              <a:rPr lang="en-US" altLang="th-TH"/>
              <a:pPr/>
              <a:t>24</a:t>
            </a:fld>
            <a:endParaRPr lang="en-US" altLang="th-TH"/>
          </a:p>
        </p:txBody>
      </p:sp>
      <p:sp>
        <p:nvSpPr>
          <p:cNvPr id="1105922" name="Rectangle 2">
            <a:extLst>
              <a:ext uri="{FF2B5EF4-FFF2-40B4-BE49-F238E27FC236}">
                <a16:creationId xmlns:a16="http://schemas.microsoft.com/office/drawing/2014/main" id="{C91876E4-FD33-16F6-6DDB-A2AD1CD91C37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23" name="Rectangle 3">
            <a:extLst>
              <a:ext uri="{FF2B5EF4-FFF2-40B4-BE49-F238E27FC236}">
                <a16:creationId xmlns:a16="http://schemas.microsoft.com/office/drawing/2014/main" id="{D0F78402-B57C-7AC3-21FF-5E0A90B20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FB6F012-1447-4D54-6399-9A580B7316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0477C5-22D2-224B-BD50-F79633C12CFD}" type="slidenum">
              <a:rPr lang="en-US" altLang="th-TH"/>
              <a:pPr/>
              <a:t>25</a:t>
            </a:fld>
            <a:endParaRPr lang="en-US" altLang="th-TH"/>
          </a:p>
        </p:txBody>
      </p:sp>
      <p:sp>
        <p:nvSpPr>
          <p:cNvPr id="1171458" name="Rectangle 2">
            <a:extLst>
              <a:ext uri="{FF2B5EF4-FFF2-40B4-BE49-F238E27FC236}">
                <a16:creationId xmlns:a16="http://schemas.microsoft.com/office/drawing/2014/main" id="{31ADA2C6-4E35-3445-E518-8A9C1EBE8C5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1459" name="Rectangle 3">
            <a:extLst>
              <a:ext uri="{FF2B5EF4-FFF2-40B4-BE49-F238E27FC236}">
                <a16:creationId xmlns:a16="http://schemas.microsoft.com/office/drawing/2014/main" id="{FC3A2FCA-C17E-7572-7F77-E492E647C6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9475C81-4B09-BBFB-8B4B-027280B0CA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77A8B3-FD81-4843-9DAF-F366BABD551F}" type="slidenum">
              <a:rPr lang="en-US" altLang="th-TH"/>
              <a:pPr/>
              <a:t>26</a:t>
            </a:fld>
            <a:endParaRPr lang="en-US" altLang="th-TH"/>
          </a:p>
        </p:txBody>
      </p:sp>
      <p:sp>
        <p:nvSpPr>
          <p:cNvPr id="1107970" name="Rectangle 2">
            <a:extLst>
              <a:ext uri="{FF2B5EF4-FFF2-40B4-BE49-F238E27FC236}">
                <a16:creationId xmlns:a16="http://schemas.microsoft.com/office/drawing/2014/main" id="{C4086C31-DB5C-6159-1D85-20CB839DAD1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7971" name="Rectangle 3">
            <a:extLst>
              <a:ext uri="{FF2B5EF4-FFF2-40B4-BE49-F238E27FC236}">
                <a16:creationId xmlns:a16="http://schemas.microsoft.com/office/drawing/2014/main" id="{97ACB38B-745F-B1EB-DD24-5A1AA237D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FB4DC1C-778B-51E4-B207-C3CF552C57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22ABC1-F06D-D441-BE34-FA27E78E74D3}" type="slidenum">
              <a:rPr lang="en-US" altLang="th-TH"/>
              <a:pPr/>
              <a:t>27</a:t>
            </a:fld>
            <a:endParaRPr lang="en-US" altLang="th-TH"/>
          </a:p>
        </p:txBody>
      </p:sp>
      <p:sp>
        <p:nvSpPr>
          <p:cNvPr id="1110018" name="Rectangle 2">
            <a:extLst>
              <a:ext uri="{FF2B5EF4-FFF2-40B4-BE49-F238E27FC236}">
                <a16:creationId xmlns:a16="http://schemas.microsoft.com/office/drawing/2014/main" id="{DC8CAD73-A78F-96F6-06C9-27992E17B71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0019" name="Rectangle 3">
            <a:extLst>
              <a:ext uri="{FF2B5EF4-FFF2-40B4-BE49-F238E27FC236}">
                <a16:creationId xmlns:a16="http://schemas.microsoft.com/office/drawing/2014/main" id="{D0CD1C86-A2D1-4725-172B-8C9ABF9A2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ECE7E5B-BFE8-A0F7-50C3-6D10D01B3C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AE72AA-C3C7-9E42-A5CC-1899BF0F6084}" type="slidenum">
              <a:rPr lang="en-US" altLang="th-TH"/>
              <a:pPr/>
              <a:t>28</a:t>
            </a:fld>
            <a:endParaRPr lang="en-US" altLang="th-TH"/>
          </a:p>
        </p:txBody>
      </p:sp>
      <p:sp>
        <p:nvSpPr>
          <p:cNvPr id="1112066" name="Rectangle 2">
            <a:extLst>
              <a:ext uri="{FF2B5EF4-FFF2-40B4-BE49-F238E27FC236}">
                <a16:creationId xmlns:a16="http://schemas.microsoft.com/office/drawing/2014/main" id="{3BB8FA06-5793-E0C2-C64E-A7491218532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2067" name="Rectangle 3">
            <a:extLst>
              <a:ext uri="{FF2B5EF4-FFF2-40B4-BE49-F238E27FC236}">
                <a16:creationId xmlns:a16="http://schemas.microsoft.com/office/drawing/2014/main" id="{83F22C1C-1BE3-40A7-29E6-D010E83979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01763EC-776E-196A-1F21-1086919AD8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7D4AC7-EE5A-8746-9A73-944F1B6C5DFC}" type="slidenum">
              <a:rPr lang="en-US" altLang="th-TH"/>
              <a:pPr/>
              <a:t>29</a:t>
            </a:fld>
            <a:endParaRPr lang="en-US" altLang="th-TH"/>
          </a:p>
        </p:txBody>
      </p:sp>
      <p:sp>
        <p:nvSpPr>
          <p:cNvPr id="1144834" name="Rectangle 2">
            <a:extLst>
              <a:ext uri="{FF2B5EF4-FFF2-40B4-BE49-F238E27FC236}">
                <a16:creationId xmlns:a16="http://schemas.microsoft.com/office/drawing/2014/main" id="{28225E7E-1B89-D196-8A3D-0773D46C5B9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4835" name="Rectangle 3">
            <a:extLst>
              <a:ext uri="{FF2B5EF4-FFF2-40B4-BE49-F238E27FC236}">
                <a16:creationId xmlns:a16="http://schemas.microsoft.com/office/drawing/2014/main" id="{67978129-8D4C-1209-8C4E-E9D35692A1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9D5D9C9-D8AF-6D2C-9DFE-C6CFEFF90C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FD832F-0763-6B4E-9D78-91E06E796C02}" type="slidenum">
              <a:rPr lang="en-US" altLang="th-TH"/>
              <a:pPr/>
              <a:t>30</a:t>
            </a:fld>
            <a:endParaRPr lang="en-US" altLang="th-TH"/>
          </a:p>
        </p:txBody>
      </p:sp>
      <p:sp>
        <p:nvSpPr>
          <p:cNvPr id="1146882" name="Rectangle 2">
            <a:extLst>
              <a:ext uri="{FF2B5EF4-FFF2-40B4-BE49-F238E27FC236}">
                <a16:creationId xmlns:a16="http://schemas.microsoft.com/office/drawing/2014/main" id="{F181F749-5D92-6EC2-BB5D-C2F6103313F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883" name="Rectangle 3">
            <a:extLst>
              <a:ext uri="{FF2B5EF4-FFF2-40B4-BE49-F238E27FC236}">
                <a16:creationId xmlns:a16="http://schemas.microsoft.com/office/drawing/2014/main" id="{6E16720A-7092-6E23-8AC2-D6269B1F39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BCEBF80-8300-6BC0-E532-02A072EEFD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3BBE41-106A-544F-A6CB-6734CE9220A2}" type="slidenum">
              <a:rPr lang="en-US" altLang="th-TH"/>
              <a:pPr/>
              <a:t>31</a:t>
            </a:fld>
            <a:endParaRPr lang="en-US" altLang="th-TH"/>
          </a:p>
        </p:txBody>
      </p:sp>
      <p:sp>
        <p:nvSpPr>
          <p:cNvPr id="1114114" name="Rectangle 2">
            <a:extLst>
              <a:ext uri="{FF2B5EF4-FFF2-40B4-BE49-F238E27FC236}">
                <a16:creationId xmlns:a16="http://schemas.microsoft.com/office/drawing/2014/main" id="{04B5A100-9F91-E0A1-6975-451BF6BBE3E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4115" name="Rectangle 3">
            <a:extLst>
              <a:ext uri="{FF2B5EF4-FFF2-40B4-BE49-F238E27FC236}">
                <a16:creationId xmlns:a16="http://schemas.microsoft.com/office/drawing/2014/main" id="{981C5296-967C-550E-075D-309D4E1DDE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787CD2A-FF81-8FB4-6E2D-2E346216C4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8427B8-3863-9F4F-9599-6092FAF2DE09}" type="slidenum">
              <a:rPr lang="en-US" altLang="th-TH"/>
              <a:pPr/>
              <a:t>32</a:t>
            </a:fld>
            <a:endParaRPr lang="en-US" altLang="th-TH"/>
          </a:p>
        </p:txBody>
      </p:sp>
      <p:sp>
        <p:nvSpPr>
          <p:cNvPr id="1081346" name="Rectangle 2">
            <a:extLst>
              <a:ext uri="{FF2B5EF4-FFF2-40B4-BE49-F238E27FC236}">
                <a16:creationId xmlns:a16="http://schemas.microsoft.com/office/drawing/2014/main" id="{E6AAD90F-9F86-1DAB-BBB3-A6ABE61F27E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1347" name="Rectangle 3">
            <a:extLst>
              <a:ext uri="{FF2B5EF4-FFF2-40B4-BE49-F238E27FC236}">
                <a16:creationId xmlns:a16="http://schemas.microsoft.com/office/drawing/2014/main" id="{5C9FB2C6-8E74-67D7-9C18-FD0DE9EA93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206F2A2-FDBD-7777-3748-FA087CA1D5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217F715-474D-9A44-A464-B5313953C69A}" type="slidenum">
              <a:rPr lang="en-US" altLang="th-TH"/>
              <a:pPr/>
              <a:t>33</a:t>
            </a:fld>
            <a:endParaRPr lang="en-US" altLang="th-TH"/>
          </a:p>
        </p:txBody>
      </p:sp>
      <p:sp>
        <p:nvSpPr>
          <p:cNvPr id="1116162" name="Rectangle 2">
            <a:extLst>
              <a:ext uri="{FF2B5EF4-FFF2-40B4-BE49-F238E27FC236}">
                <a16:creationId xmlns:a16="http://schemas.microsoft.com/office/drawing/2014/main" id="{4C0B3EA1-DE0A-96BB-AB0D-E8169A752EA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63" name="Rectangle 3">
            <a:extLst>
              <a:ext uri="{FF2B5EF4-FFF2-40B4-BE49-F238E27FC236}">
                <a16:creationId xmlns:a16="http://schemas.microsoft.com/office/drawing/2014/main" id="{027C1F19-303B-A7A9-5A29-D20C19111B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6E4DF97-7902-9C5A-352B-348B52A5F6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44DEB6-57C9-C34A-8CB3-FDA2BE5DCF00}" type="slidenum">
              <a:rPr lang="en-US" altLang="th-TH"/>
              <a:pPr/>
              <a:t>34</a:t>
            </a:fld>
            <a:endParaRPr lang="en-US" altLang="th-TH"/>
          </a:p>
        </p:txBody>
      </p:sp>
      <p:sp>
        <p:nvSpPr>
          <p:cNvPr id="1118210" name="Rectangle 2">
            <a:extLst>
              <a:ext uri="{FF2B5EF4-FFF2-40B4-BE49-F238E27FC236}">
                <a16:creationId xmlns:a16="http://schemas.microsoft.com/office/drawing/2014/main" id="{668EB985-8F87-825C-EB0E-DD09A98EB44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8211" name="Rectangle 3">
            <a:extLst>
              <a:ext uri="{FF2B5EF4-FFF2-40B4-BE49-F238E27FC236}">
                <a16:creationId xmlns:a16="http://schemas.microsoft.com/office/drawing/2014/main" id="{274059A5-BB2F-151A-BA12-79D14867E8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7FD838D-49B5-D8A2-01E4-29399C195C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2E8A48-E5CC-444B-9E16-16C6092F74AD}" type="slidenum">
              <a:rPr lang="en-US" altLang="th-TH"/>
              <a:pPr/>
              <a:t>35</a:t>
            </a:fld>
            <a:endParaRPr lang="en-US" altLang="th-TH"/>
          </a:p>
        </p:txBody>
      </p:sp>
      <p:sp>
        <p:nvSpPr>
          <p:cNvPr id="1120258" name="Rectangle 2">
            <a:extLst>
              <a:ext uri="{FF2B5EF4-FFF2-40B4-BE49-F238E27FC236}">
                <a16:creationId xmlns:a16="http://schemas.microsoft.com/office/drawing/2014/main" id="{E4F226E9-18F6-3348-FB4E-D17020B49A5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0259" name="Rectangle 3">
            <a:extLst>
              <a:ext uri="{FF2B5EF4-FFF2-40B4-BE49-F238E27FC236}">
                <a16:creationId xmlns:a16="http://schemas.microsoft.com/office/drawing/2014/main" id="{F1F9EF4C-1038-546A-659F-1628CC9E55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AD0AE66-DD34-2B3D-FBA3-2D440B0A49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6AFD84B-8A26-7C42-9818-60D6AF8893AA}" type="slidenum">
              <a:rPr lang="en-US" altLang="th-TH"/>
              <a:pPr/>
              <a:t>36</a:t>
            </a:fld>
            <a:endParaRPr lang="en-US" altLang="th-TH"/>
          </a:p>
        </p:txBody>
      </p:sp>
      <p:sp>
        <p:nvSpPr>
          <p:cNvPr id="1083394" name="Rectangle 2">
            <a:extLst>
              <a:ext uri="{FF2B5EF4-FFF2-40B4-BE49-F238E27FC236}">
                <a16:creationId xmlns:a16="http://schemas.microsoft.com/office/drawing/2014/main" id="{2D2B2D51-DD46-5401-D7B6-A80F8ADE880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3395" name="Rectangle 3">
            <a:extLst>
              <a:ext uri="{FF2B5EF4-FFF2-40B4-BE49-F238E27FC236}">
                <a16:creationId xmlns:a16="http://schemas.microsoft.com/office/drawing/2014/main" id="{F94B745C-42B4-53D9-2BB1-11F4603C67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9D3C743-ECAB-EAC4-3CF1-2736B20FED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6E8D50-6020-9E45-94AE-ADB0D2225629}" type="slidenum">
              <a:rPr lang="en-US" altLang="th-TH"/>
              <a:pPr/>
              <a:t>37</a:t>
            </a:fld>
            <a:endParaRPr lang="en-US" altLang="th-TH"/>
          </a:p>
        </p:txBody>
      </p:sp>
      <p:sp>
        <p:nvSpPr>
          <p:cNvPr id="1148930" name="Rectangle 2">
            <a:extLst>
              <a:ext uri="{FF2B5EF4-FFF2-40B4-BE49-F238E27FC236}">
                <a16:creationId xmlns:a16="http://schemas.microsoft.com/office/drawing/2014/main" id="{EF3F1C56-2E13-EB08-A3DA-B7F694C0945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8931" name="Rectangle 3">
            <a:extLst>
              <a:ext uri="{FF2B5EF4-FFF2-40B4-BE49-F238E27FC236}">
                <a16:creationId xmlns:a16="http://schemas.microsoft.com/office/drawing/2014/main" id="{9AF071AB-3069-97FD-E18B-50A14CE415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88BEE53-F4A8-88DF-1495-13BFB95760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3659F4-28E9-514B-A6C0-FCA9AEA0A23B}" type="slidenum">
              <a:rPr lang="en-US" altLang="th-TH"/>
              <a:pPr/>
              <a:t>38</a:t>
            </a:fld>
            <a:endParaRPr lang="en-US" altLang="th-TH"/>
          </a:p>
        </p:txBody>
      </p:sp>
      <p:sp>
        <p:nvSpPr>
          <p:cNvPr id="1122306" name="Rectangle 2">
            <a:extLst>
              <a:ext uri="{FF2B5EF4-FFF2-40B4-BE49-F238E27FC236}">
                <a16:creationId xmlns:a16="http://schemas.microsoft.com/office/drawing/2014/main" id="{53D16BA6-92D6-47DC-52AE-A7CB0B973F2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2307" name="Rectangle 3">
            <a:extLst>
              <a:ext uri="{FF2B5EF4-FFF2-40B4-BE49-F238E27FC236}">
                <a16:creationId xmlns:a16="http://schemas.microsoft.com/office/drawing/2014/main" id="{6D225378-6651-EECE-3D24-ACD5E48D0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E6F64DE-012C-E871-8E05-A10E03E37D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6658DF-B52F-3743-8D53-817667A624A9}" type="slidenum">
              <a:rPr lang="en-US" altLang="th-TH"/>
              <a:pPr/>
              <a:t>39</a:t>
            </a:fld>
            <a:endParaRPr lang="en-US" altLang="th-TH"/>
          </a:p>
        </p:txBody>
      </p:sp>
      <p:sp>
        <p:nvSpPr>
          <p:cNvPr id="1150978" name="Rectangle 2">
            <a:extLst>
              <a:ext uri="{FF2B5EF4-FFF2-40B4-BE49-F238E27FC236}">
                <a16:creationId xmlns:a16="http://schemas.microsoft.com/office/drawing/2014/main" id="{E54311B3-5F77-9DAC-5A90-E14EB729628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0979" name="Rectangle 3">
            <a:extLst>
              <a:ext uri="{FF2B5EF4-FFF2-40B4-BE49-F238E27FC236}">
                <a16:creationId xmlns:a16="http://schemas.microsoft.com/office/drawing/2014/main" id="{192A846F-4448-3A05-70EA-F1D0AF30D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BF115A5-8106-B6E4-E0B2-A698C4AFE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57B75A2-07B5-F24A-85A0-2FAB34D78492}" type="slidenum">
              <a:rPr lang="en-US" altLang="th-TH"/>
              <a:pPr/>
              <a:t>40</a:t>
            </a:fld>
            <a:endParaRPr lang="en-US" altLang="th-TH"/>
          </a:p>
        </p:txBody>
      </p:sp>
      <p:sp>
        <p:nvSpPr>
          <p:cNvPr id="1124354" name="Rectangle 2">
            <a:extLst>
              <a:ext uri="{FF2B5EF4-FFF2-40B4-BE49-F238E27FC236}">
                <a16:creationId xmlns:a16="http://schemas.microsoft.com/office/drawing/2014/main" id="{50070796-33C1-570C-540F-CBEDF04C399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4355" name="Rectangle 3">
            <a:extLst>
              <a:ext uri="{FF2B5EF4-FFF2-40B4-BE49-F238E27FC236}">
                <a16:creationId xmlns:a16="http://schemas.microsoft.com/office/drawing/2014/main" id="{32F3BBAF-4D07-2172-E8BA-20EE675873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49A1519-2219-FC05-EA25-62040BE312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27625A-542A-BB4A-B609-1752E969B2B4}" type="slidenum">
              <a:rPr lang="en-US" altLang="th-TH"/>
              <a:pPr/>
              <a:t>41</a:t>
            </a:fld>
            <a:endParaRPr lang="en-US" altLang="th-TH"/>
          </a:p>
        </p:txBody>
      </p:sp>
      <p:sp>
        <p:nvSpPr>
          <p:cNvPr id="1153026" name="Rectangle 2">
            <a:extLst>
              <a:ext uri="{FF2B5EF4-FFF2-40B4-BE49-F238E27FC236}">
                <a16:creationId xmlns:a16="http://schemas.microsoft.com/office/drawing/2014/main" id="{B40C4FC9-34D6-B17A-12EF-5B558ABE0A2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3027" name="Rectangle 3">
            <a:extLst>
              <a:ext uri="{FF2B5EF4-FFF2-40B4-BE49-F238E27FC236}">
                <a16:creationId xmlns:a16="http://schemas.microsoft.com/office/drawing/2014/main" id="{3ADE90DD-D1A8-DA73-2DCE-0883194D1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E4F1CBE-A8C6-CD21-2D33-1299495D8F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E55EA0-8353-654F-B05B-D62DE1C094E5}" type="slidenum">
              <a:rPr lang="en-US" altLang="th-TH"/>
              <a:pPr/>
              <a:t>42</a:t>
            </a:fld>
            <a:endParaRPr lang="en-US" altLang="th-TH"/>
          </a:p>
        </p:txBody>
      </p:sp>
      <p:sp>
        <p:nvSpPr>
          <p:cNvPr id="1155074" name="Rectangle 2">
            <a:extLst>
              <a:ext uri="{FF2B5EF4-FFF2-40B4-BE49-F238E27FC236}">
                <a16:creationId xmlns:a16="http://schemas.microsoft.com/office/drawing/2014/main" id="{94310326-BA7D-6323-C768-22642AEF114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5075" name="Rectangle 3">
            <a:extLst>
              <a:ext uri="{FF2B5EF4-FFF2-40B4-BE49-F238E27FC236}">
                <a16:creationId xmlns:a16="http://schemas.microsoft.com/office/drawing/2014/main" id="{33014D41-17B0-0CBF-47B7-44DEA351E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9891EB7-C6C0-28D5-6FF8-9A1DB39236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017956-EA4E-F047-B3EA-3857171735E0}" type="slidenum">
              <a:rPr lang="en-US" altLang="th-TH"/>
              <a:pPr/>
              <a:t>43</a:t>
            </a:fld>
            <a:endParaRPr lang="en-US" altLang="th-TH"/>
          </a:p>
        </p:txBody>
      </p:sp>
      <p:sp>
        <p:nvSpPr>
          <p:cNvPr id="1126402" name="Rectangle 2">
            <a:extLst>
              <a:ext uri="{FF2B5EF4-FFF2-40B4-BE49-F238E27FC236}">
                <a16:creationId xmlns:a16="http://schemas.microsoft.com/office/drawing/2014/main" id="{BE06BAED-8B2E-E7D1-F30F-5461DA689D0D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03" name="Rectangle 3">
            <a:extLst>
              <a:ext uri="{FF2B5EF4-FFF2-40B4-BE49-F238E27FC236}">
                <a16:creationId xmlns:a16="http://schemas.microsoft.com/office/drawing/2014/main" id="{88048789-A0B0-89E8-A637-53F0E60043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4AAA9D2-09FC-E017-7B37-292C3DDE27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39C5BA-9918-3440-B5F3-1CE41273831C}" type="slidenum">
              <a:rPr lang="en-US" altLang="th-TH"/>
              <a:pPr/>
              <a:t>44</a:t>
            </a:fld>
            <a:endParaRPr lang="en-US" altLang="th-TH"/>
          </a:p>
        </p:txBody>
      </p:sp>
      <p:sp>
        <p:nvSpPr>
          <p:cNvPr id="1128450" name="Rectangle 2">
            <a:extLst>
              <a:ext uri="{FF2B5EF4-FFF2-40B4-BE49-F238E27FC236}">
                <a16:creationId xmlns:a16="http://schemas.microsoft.com/office/drawing/2014/main" id="{CD56AFDB-F526-5AD6-366E-D4246347EA36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8451" name="Rectangle 3">
            <a:extLst>
              <a:ext uri="{FF2B5EF4-FFF2-40B4-BE49-F238E27FC236}">
                <a16:creationId xmlns:a16="http://schemas.microsoft.com/office/drawing/2014/main" id="{9558329D-F09C-833E-3010-434F3F466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8CF549D-4016-4382-4CAB-E6BAF0FD65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4A0032-44E4-8A4B-94A9-83BF9AFC792E}" type="slidenum">
              <a:rPr lang="en-US" altLang="th-TH"/>
              <a:pPr/>
              <a:t>45</a:t>
            </a:fld>
            <a:endParaRPr lang="en-US" altLang="th-TH"/>
          </a:p>
        </p:txBody>
      </p:sp>
      <p:sp>
        <p:nvSpPr>
          <p:cNvPr id="1130498" name="Rectangle 2">
            <a:extLst>
              <a:ext uri="{FF2B5EF4-FFF2-40B4-BE49-F238E27FC236}">
                <a16:creationId xmlns:a16="http://schemas.microsoft.com/office/drawing/2014/main" id="{A181D1D0-980D-EB91-0FD1-45F608E5C18A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0499" name="Rectangle 3">
            <a:extLst>
              <a:ext uri="{FF2B5EF4-FFF2-40B4-BE49-F238E27FC236}">
                <a16:creationId xmlns:a16="http://schemas.microsoft.com/office/drawing/2014/main" id="{E01E5B3C-ABB5-D7E1-6094-67390E703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345AC40-2E59-6C24-3C75-5D22B63ED7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7DBC593-EA83-6244-B4A9-576AE4BE4B0B}" type="slidenum">
              <a:rPr lang="en-US" altLang="th-TH"/>
              <a:pPr/>
              <a:t>46</a:t>
            </a:fld>
            <a:endParaRPr lang="en-US" altLang="th-TH"/>
          </a:p>
        </p:txBody>
      </p:sp>
      <p:sp>
        <p:nvSpPr>
          <p:cNvPr id="1132546" name="Rectangle 2">
            <a:extLst>
              <a:ext uri="{FF2B5EF4-FFF2-40B4-BE49-F238E27FC236}">
                <a16:creationId xmlns:a16="http://schemas.microsoft.com/office/drawing/2014/main" id="{8A5FC7C0-BC82-D813-9CCF-3CB0AD4EEB75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2547" name="Rectangle 3">
            <a:extLst>
              <a:ext uri="{FF2B5EF4-FFF2-40B4-BE49-F238E27FC236}">
                <a16:creationId xmlns:a16="http://schemas.microsoft.com/office/drawing/2014/main" id="{23369640-1486-C714-B275-8A331A7CB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D9F2B0A-9B92-1D2A-AD98-8405C9449C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128B4A-99E8-EE41-B7D1-5D39FA1E72B6}" type="slidenum">
              <a:rPr lang="en-US" altLang="th-TH"/>
              <a:pPr/>
              <a:t>47</a:t>
            </a:fld>
            <a:endParaRPr lang="en-US" altLang="th-TH"/>
          </a:p>
        </p:txBody>
      </p:sp>
      <p:sp>
        <p:nvSpPr>
          <p:cNvPr id="1134594" name="Rectangle 2">
            <a:extLst>
              <a:ext uri="{FF2B5EF4-FFF2-40B4-BE49-F238E27FC236}">
                <a16:creationId xmlns:a16="http://schemas.microsoft.com/office/drawing/2014/main" id="{48987EFD-F1BE-0AE7-D08A-2CCF58A2556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4595" name="Rectangle 3">
            <a:extLst>
              <a:ext uri="{FF2B5EF4-FFF2-40B4-BE49-F238E27FC236}">
                <a16:creationId xmlns:a16="http://schemas.microsoft.com/office/drawing/2014/main" id="{43BE2086-F572-5556-EB82-C67242AD6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5435E43-3F0F-74EB-7941-919EF2628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1EC103-88CD-FA40-877C-0F188F676284}" type="slidenum">
              <a:rPr lang="en-US" altLang="th-TH"/>
              <a:pPr/>
              <a:t>48</a:t>
            </a:fld>
            <a:endParaRPr lang="en-US" altLang="th-TH"/>
          </a:p>
        </p:txBody>
      </p:sp>
      <p:sp>
        <p:nvSpPr>
          <p:cNvPr id="1136642" name="Rectangle 2">
            <a:extLst>
              <a:ext uri="{FF2B5EF4-FFF2-40B4-BE49-F238E27FC236}">
                <a16:creationId xmlns:a16="http://schemas.microsoft.com/office/drawing/2014/main" id="{794582F0-286D-9C79-A4C4-C7E5FDBB671C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43" name="Rectangle 3">
            <a:extLst>
              <a:ext uri="{FF2B5EF4-FFF2-40B4-BE49-F238E27FC236}">
                <a16:creationId xmlns:a16="http://schemas.microsoft.com/office/drawing/2014/main" id="{2CAC2A3F-D364-B8B5-27A2-64CE7B9422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8846A22-A9C1-D221-D11E-406C039514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8671C2-F014-8448-A4E1-2FC2128FDBFF}" type="slidenum">
              <a:rPr lang="en-US" altLang="th-TH"/>
              <a:pPr/>
              <a:t>49</a:t>
            </a:fld>
            <a:endParaRPr lang="en-US" altLang="th-TH"/>
          </a:p>
        </p:txBody>
      </p:sp>
      <p:sp>
        <p:nvSpPr>
          <p:cNvPr id="1138690" name="Rectangle 2">
            <a:extLst>
              <a:ext uri="{FF2B5EF4-FFF2-40B4-BE49-F238E27FC236}">
                <a16:creationId xmlns:a16="http://schemas.microsoft.com/office/drawing/2014/main" id="{3BF16662-E44B-CE66-90B3-F58F2496323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8691" name="Rectangle 3">
            <a:extLst>
              <a:ext uri="{FF2B5EF4-FFF2-40B4-BE49-F238E27FC236}">
                <a16:creationId xmlns:a16="http://schemas.microsoft.com/office/drawing/2014/main" id="{756B5FDA-DA55-71E1-6EA1-4D37C9DE71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A4879EB-3A9F-43E7-DE1C-C203489694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2DA3081-2D79-3B44-9E36-8CFE0F0365FD}" type="slidenum">
              <a:rPr lang="en-US" altLang="th-TH"/>
              <a:pPr/>
              <a:t>50</a:t>
            </a:fld>
            <a:endParaRPr lang="en-US" altLang="th-TH"/>
          </a:p>
        </p:txBody>
      </p:sp>
      <p:sp>
        <p:nvSpPr>
          <p:cNvPr id="1157122" name="Rectangle 2">
            <a:extLst>
              <a:ext uri="{FF2B5EF4-FFF2-40B4-BE49-F238E27FC236}">
                <a16:creationId xmlns:a16="http://schemas.microsoft.com/office/drawing/2014/main" id="{617888C3-8EB7-125D-0CAE-C5F76B2775F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23" name="Rectangle 3">
            <a:extLst>
              <a:ext uri="{FF2B5EF4-FFF2-40B4-BE49-F238E27FC236}">
                <a16:creationId xmlns:a16="http://schemas.microsoft.com/office/drawing/2014/main" id="{CFD4EF90-FE7E-8623-D4C2-127F182A93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1E24BAC-62E6-8BC9-706E-E1CF37EF2F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664BB3-5A0B-FF44-A5D0-17225D67E1DA}" type="slidenum">
              <a:rPr lang="en-US" altLang="th-TH"/>
              <a:pPr/>
              <a:t>51</a:t>
            </a:fld>
            <a:endParaRPr lang="en-US" altLang="th-TH"/>
          </a:p>
        </p:txBody>
      </p:sp>
      <p:sp>
        <p:nvSpPr>
          <p:cNvPr id="1058818" name="Rectangle 2">
            <a:extLst>
              <a:ext uri="{FF2B5EF4-FFF2-40B4-BE49-F238E27FC236}">
                <a16:creationId xmlns:a16="http://schemas.microsoft.com/office/drawing/2014/main" id="{2B0E1E84-0FA3-AF78-7462-D1C336EA2DC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8819" name="Rectangle 3">
            <a:extLst>
              <a:ext uri="{FF2B5EF4-FFF2-40B4-BE49-F238E27FC236}">
                <a16:creationId xmlns:a16="http://schemas.microsoft.com/office/drawing/2014/main" id="{07DECA49-AB16-C5E5-EBBA-23695EB98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A78AEAF-F3BD-FD5F-90BF-68ECBE609E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B7CA5B-1C58-434C-B57D-F9C1EB9CD133}" type="slidenum">
              <a:rPr lang="en-US" altLang="th-TH"/>
              <a:pPr/>
              <a:t>52</a:t>
            </a:fld>
            <a:endParaRPr lang="en-US" altLang="th-TH"/>
          </a:p>
        </p:txBody>
      </p:sp>
      <p:sp>
        <p:nvSpPr>
          <p:cNvPr id="1159170" name="Rectangle 2">
            <a:extLst>
              <a:ext uri="{FF2B5EF4-FFF2-40B4-BE49-F238E27FC236}">
                <a16:creationId xmlns:a16="http://schemas.microsoft.com/office/drawing/2014/main" id="{0003392E-E33D-CEE7-6253-CCFBA03558F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9171" name="Rectangle 3">
            <a:extLst>
              <a:ext uri="{FF2B5EF4-FFF2-40B4-BE49-F238E27FC236}">
                <a16:creationId xmlns:a16="http://schemas.microsoft.com/office/drawing/2014/main" id="{27AB815E-FB94-5542-7CB9-6C8815F25E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D933A42-C90E-C91E-7BC8-0F30B832EE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C1ACD11-53B5-9245-8FFE-CF5CEF146B14}" type="slidenum">
              <a:rPr lang="en-US" altLang="th-TH"/>
              <a:pPr/>
              <a:t>53</a:t>
            </a:fld>
            <a:endParaRPr lang="en-US" altLang="th-TH"/>
          </a:p>
        </p:txBody>
      </p:sp>
      <p:sp>
        <p:nvSpPr>
          <p:cNvPr id="1161218" name="Rectangle 2">
            <a:extLst>
              <a:ext uri="{FF2B5EF4-FFF2-40B4-BE49-F238E27FC236}">
                <a16:creationId xmlns:a16="http://schemas.microsoft.com/office/drawing/2014/main" id="{D01E57A6-ED33-8063-B895-D63FEA7FA2B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1219" name="Rectangle 3">
            <a:extLst>
              <a:ext uri="{FF2B5EF4-FFF2-40B4-BE49-F238E27FC236}">
                <a16:creationId xmlns:a16="http://schemas.microsoft.com/office/drawing/2014/main" id="{2A007F22-1166-FAE7-3F65-C213E1EDAF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7D8B20C-A5B8-8473-24BD-133A3A5BD4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36DCA3B-8979-D54C-9BAE-B7BC8784102F}" type="slidenum">
              <a:rPr lang="en-US" altLang="th-TH"/>
              <a:pPr/>
              <a:t>54</a:t>
            </a:fld>
            <a:endParaRPr lang="en-US" altLang="th-TH"/>
          </a:p>
        </p:txBody>
      </p:sp>
      <p:sp>
        <p:nvSpPr>
          <p:cNvPr id="1173506" name="Rectangle 2">
            <a:extLst>
              <a:ext uri="{FF2B5EF4-FFF2-40B4-BE49-F238E27FC236}">
                <a16:creationId xmlns:a16="http://schemas.microsoft.com/office/drawing/2014/main" id="{0985FDA7-3506-399F-B10E-4F1F836CC2C9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3507" name="Rectangle 3">
            <a:extLst>
              <a:ext uri="{FF2B5EF4-FFF2-40B4-BE49-F238E27FC236}">
                <a16:creationId xmlns:a16="http://schemas.microsoft.com/office/drawing/2014/main" id="{B30EBACC-F68E-CCFB-C26D-2C27736F4B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h-TH" alt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>
            <a:extLst>
              <a:ext uri="{FF2B5EF4-FFF2-40B4-BE49-F238E27FC236}">
                <a16:creationId xmlns:a16="http://schemas.microsoft.com/office/drawing/2014/main" id="{FA07F724-A396-30EA-32C7-839E18A317B2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>
              <a:extLst>
                <a:ext uri="{FF2B5EF4-FFF2-40B4-BE49-F238E27FC236}">
                  <a16:creationId xmlns:a16="http://schemas.microsoft.com/office/drawing/2014/main" id="{1A47EEF8-B8FC-E15E-732E-0D3401D51B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>
                <a:extLst>
                  <a:ext uri="{FF2B5EF4-FFF2-40B4-BE49-F238E27FC236}">
                    <a16:creationId xmlns:a16="http://schemas.microsoft.com/office/drawing/2014/main" id="{7C334ACA-934E-3C46-C2D2-8DACBD796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10949" name="Rectangle 5">
                <a:extLst>
                  <a:ext uri="{FF2B5EF4-FFF2-40B4-BE49-F238E27FC236}">
                    <a16:creationId xmlns:a16="http://schemas.microsoft.com/office/drawing/2014/main" id="{BB36E237-BB65-B739-14EA-4AF3439703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grpSp>
          <p:nvGrpSpPr>
            <p:cNvPr id="210950" name="Group 6">
              <a:extLst>
                <a:ext uri="{FF2B5EF4-FFF2-40B4-BE49-F238E27FC236}">
                  <a16:creationId xmlns:a16="http://schemas.microsoft.com/office/drawing/2014/main" id="{4C816E64-20C2-1817-1F93-72994E5E11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>
                <a:extLst>
                  <a:ext uri="{FF2B5EF4-FFF2-40B4-BE49-F238E27FC236}">
                    <a16:creationId xmlns:a16="http://schemas.microsoft.com/office/drawing/2014/main" id="{0E8CF9A0-3953-6D5D-16A1-40A16E0F5F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  <p:sp>
            <p:nvSpPr>
              <p:cNvPr id="210952" name="Rectangle 8">
                <a:extLst>
                  <a:ext uri="{FF2B5EF4-FFF2-40B4-BE49-F238E27FC236}">
                    <a16:creationId xmlns:a16="http://schemas.microsoft.com/office/drawing/2014/main" id="{381A490E-F060-0FD6-77CA-A80CBB957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th-TH"/>
              </a:p>
            </p:txBody>
          </p:sp>
        </p:grpSp>
        <p:sp>
          <p:nvSpPr>
            <p:cNvPr id="210953" name="Rectangle 9">
              <a:extLst>
                <a:ext uri="{FF2B5EF4-FFF2-40B4-BE49-F238E27FC236}">
                  <a16:creationId xmlns:a16="http://schemas.microsoft.com/office/drawing/2014/main" id="{1AFF70A6-9D88-9F04-0530-C451E2EF98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10954" name="Rectangle 10">
              <a:extLst>
                <a:ext uri="{FF2B5EF4-FFF2-40B4-BE49-F238E27FC236}">
                  <a16:creationId xmlns:a16="http://schemas.microsoft.com/office/drawing/2014/main" id="{37275132-8DE2-ABCC-D0BB-F78B068C4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  <p:sp>
          <p:nvSpPr>
            <p:cNvPr id="210955" name="Rectangle 11">
              <a:extLst>
                <a:ext uri="{FF2B5EF4-FFF2-40B4-BE49-F238E27FC236}">
                  <a16:creationId xmlns:a16="http://schemas.microsoft.com/office/drawing/2014/main" id="{C1564A3C-65AA-FA32-5413-DFD463D575F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h-TH"/>
            </a:p>
          </p:txBody>
        </p:sp>
      </p:grpSp>
      <p:sp>
        <p:nvSpPr>
          <p:cNvPr id="210956" name="Rectangle 12">
            <a:extLst>
              <a:ext uri="{FF2B5EF4-FFF2-40B4-BE49-F238E27FC236}">
                <a16:creationId xmlns:a16="http://schemas.microsoft.com/office/drawing/2014/main" id="{239C2188-368E-7189-5C73-109F9792FEA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altLang="th-TH" noProof="0"/>
              <a:t>Click to edit Master title style</a:t>
            </a:r>
          </a:p>
        </p:txBody>
      </p:sp>
      <p:sp>
        <p:nvSpPr>
          <p:cNvPr id="210957" name="Rectangle 13">
            <a:extLst>
              <a:ext uri="{FF2B5EF4-FFF2-40B4-BE49-F238E27FC236}">
                <a16:creationId xmlns:a16="http://schemas.microsoft.com/office/drawing/2014/main" id="{79E5B47F-830C-F1B8-A9C6-900E0E5145F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altLang="th-TH" noProof="0"/>
              <a:t>Click to edit Master subtitle style</a:t>
            </a:r>
          </a:p>
        </p:txBody>
      </p:sp>
      <p:sp>
        <p:nvSpPr>
          <p:cNvPr id="210958" name="Rectangle 14">
            <a:extLst>
              <a:ext uri="{FF2B5EF4-FFF2-40B4-BE49-F238E27FC236}">
                <a16:creationId xmlns:a16="http://schemas.microsoft.com/office/drawing/2014/main" id="{85E0F261-4C7F-25D4-E13E-01D5F081FFD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th-TH"/>
          </a:p>
        </p:txBody>
      </p:sp>
      <p:sp>
        <p:nvSpPr>
          <p:cNvPr id="210959" name="Rectangle 15">
            <a:extLst>
              <a:ext uri="{FF2B5EF4-FFF2-40B4-BE49-F238E27FC236}">
                <a16:creationId xmlns:a16="http://schemas.microsoft.com/office/drawing/2014/main" id="{7549AA0D-3179-60FB-EFB5-56E8144B181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 altLang="th-TH"/>
          </a:p>
        </p:txBody>
      </p:sp>
      <p:sp>
        <p:nvSpPr>
          <p:cNvPr id="210960" name="Rectangle 16">
            <a:extLst>
              <a:ext uri="{FF2B5EF4-FFF2-40B4-BE49-F238E27FC236}">
                <a16:creationId xmlns:a16="http://schemas.microsoft.com/office/drawing/2014/main" id="{7989F667-CC1B-FC5F-89F0-DE96906CDB7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>
                <a:latin typeface="+mn-lt"/>
              </a:defRPr>
            </a:lvl1pPr>
          </a:lstStyle>
          <a:p>
            <a:fld id="{322A9E96-4147-9D41-91FC-A3E306FFBC55}" type="slidenum">
              <a:rPr lang="en-US" altLang="th-TH"/>
              <a:pPr/>
              <a:t>‹#›</a:t>
            </a:fld>
            <a:endParaRPr lang="en-US" altLang="th-TH"/>
          </a:p>
        </p:txBody>
      </p:sp>
      <p:sp>
        <p:nvSpPr>
          <p:cNvPr id="210961" name="Text Box 17">
            <a:extLst>
              <a:ext uri="{FF2B5EF4-FFF2-40B4-BE49-F238E27FC236}">
                <a16:creationId xmlns:a16="http://schemas.microsoft.com/office/drawing/2014/main" id="{0E9098D2-765F-A39F-4086-9D0A892D488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400" b="0" i="0" baseline="0">
                <a:latin typeface="McGrawHill-Italic" pitchFamily="2" charset="0"/>
              </a:rPr>
              <a:t>McGraw-Hill</a:t>
            </a:r>
            <a:endParaRPr lang="en-US" altLang="en-US" sz="2400" b="0" i="0" baseline="0"/>
          </a:p>
        </p:txBody>
      </p:sp>
      <p:sp>
        <p:nvSpPr>
          <p:cNvPr id="210962" name="Text Box 18">
            <a:extLst>
              <a:ext uri="{FF2B5EF4-FFF2-40B4-BE49-F238E27FC236}">
                <a16:creationId xmlns:a16="http://schemas.microsoft.com/office/drawing/2014/main" id="{355493D9-FDC5-F68F-DC82-C639315EE2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 i="0" baseline="0">
                <a:latin typeface="McGrawHill-Italic" pitchFamily="2" charset="0"/>
              </a:rPr>
              <a:t>The McGraw-Hill Companies, Inc., 2000</a:t>
            </a:r>
            <a:endParaRPr lang="en-US" altLang="en-US" sz="2400" b="0" i="0" baseline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16186D1-FAFD-D7C8-2502-625C89079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83A9AC33-8DD7-E79E-B114-585D7C2AD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4329F76-5B7E-3CCB-E7E1-4AC30B440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12.</a:t>
            </a:r>
            <a:fld id="{93462393-CA1B-0140-BA71-130EBFB7103C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77618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D901548D-A7EC-99D9-0214-60786BAC6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72C8C523-D98A-1968-50AA-0B6D00A00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DC87144B-7384-4FE2-B1FE-3DE610E268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12.</a:t>
            </a:r>
            <a:fld id="{8B062D01-CE26-E342-BFF0-0E4A2F5ADD09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92140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F9752584-9142-39ED-010F-2AC23BB8F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E6B99EF-B934-5E3C-9B2C-BE696F0C8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C129B07F-3F61-791C-D35D-CFF79B7EB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1C86CDD8-8F66-A0DE-96F8-D3BEB2A146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12.</a:t>
            </a:r>
            <a:fld id="{8867CFCB-B509-4541-A90E-EA4BB9A2D9AD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224423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577D092C-AC18-F24A-CB52-12822EC94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490838F4-F144-F3CA-C59D-10A04D493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31536005-4C24-7A49-97E8-549DB12EC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D9C9E64F-58AC-E0A1-86FB-3D02A7F805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29F4536D-F570-6E5D-92AE-FD4527324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90D89062-177B-60F4-7C4B-A43BE63D61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12.</a:t>
            </a:r>
            <a:fld id="{B0CDCC34-56C3-5744-9BB0-8F720E2B70C3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38891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A425E77-67D3-B623-FC5B-2A29CCB5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75F5F1EF-0400-44B2-2E3D-DB855D81DF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12.</a:t>
            </a:r>
            <a:fld id="{74DD569D-C424-1D44-AC42-0A56CF871667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460775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64CCF04-41A8-AC96-F926-87BA5E9B40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12.</a:t>
            </a:r>
            <a:fld id="{1670A918-F709-1A44-8D26-7079C56FA32C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697753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D45C3C7-FB53-AD55-59E8-97D569B9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187A4A59-058B-9D7D-7B81-3D03F6FC6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676BD4E1-460C-86F4-6D8C-5B5FA8EED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C256840E-5086-F45B-07BA-393BF12FC4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12.</a:t>
            </a:r>
            <a:fld id="{7DFFE6C9-9837-654E-A91C-6FE944771572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154962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46C1E24D-D725-7BF8-D75C-6625083B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D3469812-A74E-DD68-FA37-986DC6F828E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533C38F5-6967-8DD7-7EE2-A62CD437E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F2A7D541-EC4E-ECFC-888D-5AFB24AEE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12.</a:t>
            </a:r>
            <a:fld id="{98720513-26CA-0C4F-8F78-B2B5663C2B2D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517765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7A77D843-34BE-9F37-D52F-D82E41F17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5E5F42F0-A912-84A3-618E-0C726DA682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7C5B7410-9AA6-888A-650E-4591E2D280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12.</a:t>
            </a:r>
            <a:fld id="{E9AE3CDE-3D51-2F40-98E6-C4EBA026B027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534003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8388AFF2-3002-CAE6-5501-1932EDC274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38A238B6-EDA3-6239-EECE-0DD02E817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8FD487A8-1CBF-AF1C-F357-C36584047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th-TH"/>
              <a:t>12.</a:t>
            </a:r>
            <a:fld id="{74BC0481-2D00-8046-9524-ABFF0B00696A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26464824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เนื้อหา 1">
            <a:extLst>
              <a:ext uri="{FF2B5EF4-FFF2-40B4-BE49-F238E27FC236}">
                <a16:creationId xmlns:a16="http://schemas.microsoft.com/office/drawing/2014/main" id="{290B4C59-AEB3-9400-02B6-594635B66C0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3" name="ตัวแทนหมายเลขสไลด์ 2">
            <a:extLst>
              <a:ext uri="{FF2B5EF4-FFF2-40B4-BE49-F238E27FC236}">
                <a16:creationId xmlns:a16="http://schemas.microsoft.com/office/drawing/2014/main" id="{2192ACCE-C1C0-5576-6D1C-534901F8B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th-TH"/>
              <a:t>12.</a:t>
            </a:r>
            <a:fld id="{7DCB09D9-C97F-9543-B6D4-A69302070D3F}" type="slidenum">
              <a:rPr lang="en-US" altLang="th-TH"/>
              <a:pPr/>
              <a:t>‹#›</a:t>
            </a:fld>
            <a:endParaRPr lang="en-US" altLang="th-TH"/>
          </a:p>
        </p:txBody>
      </p:sp>
    </p:spTree>
    <p:extLst>
      <p:ext uri="{BB962C8B-B14F-4D97-AF65-F5344CB8AC3E}">
        <p14:creationId xmlns:p14="http://schemas.microsoft.com/office/powerpoint/2010/main" val="3645314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>
            <a:extLst>
              <a:ext uri="{FF2B5EF4-FFF2-40B4-BE49-F238E27FC236}">
                <a16:creationId xmlns:a16="http://schemas.microsoft.com/office/drawing/2014/main" id="{75BD7F5B-3029-818B-31FB-33FF0EF477F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 i="0" baseline="0">
                <a:solidFill>
                  <a:schemeClr val="bg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altLang="th-TH"/>
              <a:t>12.</a:t>
            </a:r>
            <a:fld id="{B48B052E-9F15-AE4A-AC61-BB959DF81304}" type="slidenum">
              <a:rPr lang="en-US" altLang="th-TH"/>
              <a:pPr/>
              <a:t>‹#›</a:t>
            </a:fld>
            <a:endParaRPr lang="en-US" alt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2">
            <a:extLst>
              <a:ext uri="{FF2B5EF4-FFF2-40B4-BE49-F238E27FC236}">
                <a16:creationId xmlns:a16="http://schemas.microsoft.com/office/drawing/2014/main" id="{3D400DBB-FE91-8E9F-5C51-4C8BD6DC2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B8F5B439-F0C6-D647-9475-CAE46923F74C}" type="slidenum">
              <a:rPr lang="en-US" altLang="th-TH"/>
              <a:pPr/>
              <a:t>1</a:t>
            </a:fld>
            <a:endParaRPr lang="en-US" altLang="th-TH"/>
          </a:p>
        </p:txBody>
      </p:sp>
      <p:pic>
        <p:nvPicPr>
          <p:cNvPr id="1182722" name="Picture 2">
            <a:extLst>
              <a:ext uri="{FF2B5EF4-FFF2-40B4-BE49-F238E27FC236}">
                <a16:creationId xmlns:a16="http://schemas.microsoft.com/office/drawing/2014/main" id="{730E1508-0219-E347-24C4-E396B09BCAB5}"/>
              </a:ext>
            </a:extLst>
          </p:cNvPr>
          <p:cNvPicPr>
            <a:picLocks noGrp="1" noChangeAspect="1" noChangeArrowheads="1"/>
          </p:cNvPicPr>
          <p:nvPr>
            <p:ph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82723" name="Rectangle 3">
            <a:extLst>
              <a:ext uri="{FF2B5EF4-FFF2-40B4-BE49-F238E27FC236}">
                <a16:creationId xmlns:a16="http://schemas.microsoft.com/office/drawing/2014/main" id="{54872AD3-DD4D-3E62-CD23-A0F2A1B94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73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en-US" sz="4400" i="0" baseline="0">
                <a:solidFill>
                  <a:schemeClr val="tx2"/>
                </a:solidFill>
                <a:latin typeface="Arial" panose="020B0604020202020204" pitchFamily="34" charset="0"/>
              </a:rPr>
              <a:t>Chapter 12</a:t>
            </a:r>
          </a:p>
          <a:p>
            <a:pPr algn="ctr"/>
            <a:endParaRPr lang="en-US" altLang="en-US" sz="2000" i="0" baseline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algn="ctr"/>
            <a:r>
              <a:rPr lang="en-US" altLang="th-TH" sz="4400" i="0" baseline="0">
                <a:latin typeface="Arial" panose="020B0604020202020204" pitchFamily="34" charset="0"/>
              </a:rPr>
              <a:t>Multiple Access</a:t>
            </a:r>
          </a:p>
        </p:txBody>
      </p:sp>
      <p:sp>
        <p:nvSpPr>
          <p:cNvPr id="1182724" name="Text Box 4">
            <a:extLst>
              <a:ext uri="{FF2B5EF4-FFF2-40B4-BE49-F238E27FC236}">
                <a16:creationId xmlns:a16="http://schemas.microsoft.com/office/drawing/2014/main" id="{F6391E07-329F-1039-BDF3-C76104658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th-TH" sz="1200" b="0" i="0" baseline="0"/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3677FE84-97CF-D49E-DE2E-9969D56EB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3E90CCDB-7782-9D4F-B99B-A8BF73230758}" type="slidenum">
              <a:rPr lang="en-US" altLang="th-TH"/>
              <a:pPr/>
              <a:t>2</a:t>
            </a:fld>
            <a:endParaRPr lang="en-US" altLang="th-TH"/>
          </a:p>
        </p:txBody>
      </p:sp>
      <p:sp>
        <p:nvSpPr>
          <p:cNvPr id="1076226" name="Line 2">
            <a:extLst>
              <a:ext uri="{FF2B5EF4-FFF2-40B4-BE49-F238E27FC236}">
                <a16:creationId xmlns:a16="http://schemas.microsoft.com/office/drawing/2014/main" id="{4A6885BF-BE1A-9538-4110-04EF4E33F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76227" name="Line 3">
            <a:extLst>
              <a:ext uri="{FF2B5EF4-FFF2-40B4-BE49-F238E27FC236}">
                <a16:creationId xmlns:a16="http://schemas.microsoft.com/office/drawing/2014/main" id="{AFF4D8FA-A995-49FE-47A8-B1E1467C7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76228" name="Text Box 4">
            <a:extLst>
              <a:ext uri="{FF2B5EF4-FFF2-40B4-BE49-F238E27FC236}">
                <a16:creationId xmlns:a16="http://schemas.microsoft.com/office/drawing/2014/main" id="{F3145067-BFC2-B1C8-EDAE-6AE89B557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4756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12.1  </a:t>
            </a:r>
            <a:r>
              <a:rPr lang="en-US" altLang="th-TH" sz="2000" baseline="0"/>
              <a:t>Data link layer divided into two functionality-oriented sublayers</a:t>
            </a:r>
          </a:p>
        </p:txBody>
      </p:sp>
      <p:sp>
        <p:nvSpPr>
          <p:cNvPr id="1076229" name="Line 5">
            <a:extLst>
              <a:ext uri="{FF2B5EF4-FFF2-40B4-BE49-F238E27FC236}">
                <a16:creationId xmlns:a16="http://schemas.microsoft.com/office/drawing/2014/main" id="{0895AEE6-4061-693A-C3A2-A7684161ED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076231" name="Picture 7">
            <a:extLst>
              <a:ext uri="{FF2B5EF4-FFF2-40B4-BE49-F238E27FC236}">
                <a16:creationId xmlns:a16="http://schemas.microsoft.com/office/drawing/2014/main" id="{A5C0CB0B-8D4D-6647-D272-662E62A08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25" y="2038350"/>
            <a:ext cx="5375275" cy="253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C8A0265B-2DF6-330B-70A0-9BA3E9050A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B1238BE5-06DE-3C47-852C-CDCB6E816749}" type="slidenum">
              <a:rPr lang="en-US" altLang="th-TH"/>
              <a:pPr/>
              <a:t>3</a:t>
            </a:fld>
            <a:endParaRPr lang="en-US" altLang="th-TH"/>
          </a:p>
        </p:txBody>
      </p:sp>
      <p:sp>
        <p:nvSpPr>
          <p:cNvPr id="1078274" name="Line 2">
            <a:extLst>
              <a:ext uri="{FF2B5EF4-FFF2-40B4-BE49-F238E27FC236}">
                <a16:creationId xmlns:a16="http://schemas.microsoft.com/office/drawing/2014/main" id="{ACD47AB5-6229-8F66-0878-996057B11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78275" name="Line 3">
            <a:extLst>
              <a:ext uri="{FF2B5EF4-FFF2-40B4-BE49-F238E27FC236}">
                <a16:creationId xmlns:a16="http://schemas.microsoft.com/office/drawing/2014/main" id="{E541BEE9-1337-767C-08C2-8583A68D7E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78276" name="Text Box 4">
            <a:extLst>
              <a:ext uri="{FF2B5EF4-FFF2-40B4-BE49-F238E27FC236}">
                <a16:creationId xmlns:a16="http://schemas.microsoft.com/office/drawing/2014/main" id="{90AAF3F1-E04C-1770-A5AC-56CF38D52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5042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12.2  </a:t>
            </a:r>
            <a:r>
              <a:rPr lang="en-US" altLang="th-TH" sz="2000" baseline="0"/>
              <a:t>Taxonomy of multiple-access protocols discussed in this chapter</a:t>
            </a:r>
          </a:p>
        </p:txBody>
      </p:sp>
      <p:sp>
        <p:nvSpPr>
          <p:cNvPr id="1078277" name="Line 5">
            <a:extLst>
              <a:ext uri="{FF2B5EF4-FFF2-40B4-BE49-F238E27FC236}">
                <a16:creationId xmlns:a16="http://schemas.microsoft.com/office/drawing/2014/main" id="{14AED4C3-5A71-7821-2192-74ECE55CC4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078279" name="Picture 7">
            <a:extLst>
              <a:ext uri="{FF2B5EF4-FFF2-40B4-BE49-F238E27FC236}">
                <a16:creationId xmlns:a16="http://schemas.microsoft.com/office/drawing/2014/main" id="{86E8D9DF-A8EA-90C3-AB49-ABA4FA181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97063"/>
            <a:ext cx="6554788" cy="3284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EB89E12-A3B0-A075-A298-5E0FE0A24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2F8B67EA-0D95-B84A-B0E9-4A168EB32855}" type="slidenum">
              <a:rPr lang="en-US" altLang="th-TH"/>
              <a:pPr/>
              <a:t>4</a:t>
            </a:fld>
            <a:endParaRPr lang="en-US" altLang="th-TH"/>
          </a:p>
        </p:txBody>
      </p:sp>
      <p:sp>
        <p:nvSpPr>
          <p:cNvPr id="565250" name="Rectangle 2">
            <a:extLst>
              <a:ext uri="{FF2B5EF4-FFF2-40B4-BE49-F238E27FC236}">
                <a16:creationId xmlns:a16="http://schemas.microsoft.com/office/drawing/2014/main" id="{4FB4DA70-C3A7-BA02-9394-7C574C9CE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65251" name="Text Box 3">
            <a:extLst>
              <a:ext uri="{FF2B5EF4-FFF2-40B4-BE49-F238E27FC236}">
                <a16:creationId xmlns:a16="http://schemas.microsoft.com/office/drawing/2014/main" id="{0EF4C47A-664C-447B-A2C2-AA1737556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48133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12-1   RANDOM ACCESS</a:t>
            </a:r>
          </a:p>
        </p:txBody>
      </p:sp>
      <p:sp>
        <p:nvSpPr>
          <p:cNvPr id="565252" name="Text Box 4">
            <a:extLst>
              <a:ext uri="{FF2B5EF4-FFF2-40B4-BE49-F238E27FC236}">
                <a16:creationId xmlns:a16="http://schemas.microsoft.com/office/drawing/2014/main" id="{64E8FDE1-24F0-3149-9390-A7642605D5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 i="0" baseline="0"/>
          </a:p>
        </p:txBody>
      </p:sp>
      <p:sp>
        <p:nvSpPr>
          <p:cNvPr id="565253" name="Rectangle 5">
            <a:extLst>
              <a:ext uri="{FF2B5EF4-FFF2-40B4-BE49-F238E27FC236}">
                <a16:creationId xmlns:a16="http://schemas.microsoft.com/office/drawing/2014/main" id="{C2239113-0916-093C-9A0C-2A78E2045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143000"/>
            <a:ext cx="82296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In </a:t>
            </a:r>
            <a:r>
              <a:rPr lang="en-US" altLang="th-TH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random access</a:t>
            </a:r>
            <a:r>
              <a:rPr lang="en-US" altLang="th-TH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 or </a:t>
            </a:r>
            <a:r>
              <a:rPr lang="en-US" altLang="th-TH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contention</a:t>
            </a:r>
            <a:r>
              <a:rPr lang="en-US" altLang="th-TH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 methods, no station is superior to another station and none is assigned the control over another. No station permits, or does not permit, another station to send. At each instance, a station that has data to send uses a procedure defined by the protocol to make a decision on whether or not to send. </a:t>
            </a:r>
          </a:p>
        </p:txBody>
      </p:sp>
      <p:sp>
        <p:nvSpPr>
          <p:cNvPr id="565277" name="Rectangle 29">
            <a:extLst>
              <a:ext uri="{FF2B5EF4-FFF2-40B4-BE49-F238E27FC236}">
                <a16:creationId xmlns:a16="http://schemas.microsoft.com/office/drawing/2014/main" id="{D4CA75F5-CBFD-3FEB-278C-70A9B0A25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743450"/>
            <a:ext cx="79248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 i="0" baseline="0">
                <a:solidFill>
                  <a:srgbClr val="0033CC"/>
                </a:solidFill>
              </a:rPr>
              <a:t>ALOHA</a:t>
            </a:r>
            <a:br>
              <a:rPr lang="fr-FR" altLang="th-TH" sz="2400" i="0" baseline="0">
                <a:solidFill>
                  <a:srgbClr val="0033CC"/>
                </a:solidFill>
              </a:rPr>
            </a:br>
            <a:r>
              <a:rPr lang="en-US" altLang="th-TH" sz="2400" i="0" baseline="0">
                <a:solidFill>
                  <a:srgbClr val="0033CC"/>
                </a:solidFill>
              </a:rPr>
              <a:t>Carrier Sense Multiple Access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 i="0" baseline="0">
                <a:solidFill>
                  <a:srgbClr val="0033CC"/>
                </a:solidFill>
              </a:rPr>
              <a:t>Carrier Sense Multiple Access with Collision Detection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 i="0" baseline="0">
                <a:solidFill>
                  <a:srgbClr val="0033CC"/>
                </a:solidFill>
              </a:rPr>
              <a:t>Carrier Sense Multiple Access with Collision Avoidance</a:t>
            </a:r>
          </a:p>
        </p:txBody>
      </p:sp>
      <p:sp>
        <p:nvSpPr>
          <p:cNvPr id="565278" name="Text Box 30">
            <a:extLst>
              <a:ext uri="{FF2B5EF4-FFF2-40B4-BE49-F238E27FC236}">
                <a16:creationId xmlns:a16="http://schemas.microsoft.com/office/drawing/2014/main" id="{FA2D23BB-19D9-E941-E195-D8DCA942D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42672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u="sng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2998EFBB-675C-C8F3-5AAB-0102A405C7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3D156111-B919-6F48-B71E-001E6D95C065}" type="slidenum">
              <a:rPr lang="en-US" altLang="th-TH"/>
              <a:pPr/>
              <a:t>5</a:t>
            </a:fld>
            <a:endParaRPr lang="en-US" altLang="th-TH"/>
          </a:p>
        </p:txBody>
      </p:sp>
      <p:sp>
        <p:nvSpPr>
          <p:cNvPr id="1084418" name="Line 2">
            <a:extLst>
              <a:ext uri="{FF2B5EF4-FFF2-40B4-BE49-F238E27FC236}">
                <a16:creationId xmlns:a16="http://schemas.microsoft.com/office/drawing/2014/main" id="{26ABDE88-32EA-5F00-F295-823B3BC1E5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84419" name="Line 3">
            <a:extLst>
              <a:ext uri="{FF2B5EF4-FFF2-40B4-BE49-F238E27FC236}">
                <a16:creationId xmlns:a16="http://schemas.microsoft.com/office/drawing/2014/main" id="{B0592939-8496-320D-9872-E694803FB0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84420" name="Text Box 4">
            <a:extLst>
              <a:ext uri="{FF2B5EF4-FFF2-40B4-BE49-F238E27FC236}">
                <a16:creationId xmlns:a16="http://schemas.microsoft.com/office/drawing/2014/main" id="{E957B42E-5123-C56C-3DC2-04557550B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468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12.3  </a:t>
            </a:r>
            <a:r>
              <a:rPr lang="en-US" altLang="th-TH" sz="2000" baseline="0"/>
              <a:t>Frames in a pure ALOHA network</a:t>
            </a:r>
          </a:p>
        </p:txBody>
      </p:sp>
      <p:sp>
        <p:nvSpPr>
          <p:cNvPr id="1084421" name="Line 5">
            <a:extLst>
              <a:ext uri="{FF2B5EF4-FFF2-40B4-BE49-F238E27FC236}">
                <a16:creationId xmlns:a16="http://schemas.microsoft.com/office/drawing/2014/main" id="{4DD6A1DC-81EB-7886-D8D4-6A8C5442A6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084423" name="Picture 7">
            <a:extLst>
              <a:ext uri="{FF2B5EF4-FFF2-40B4-BE49-F238E27FC236}">
                <a16:creationId xmlns:a16="http://schemas.microsoft.com/office/drawing/2014/main" id="{AFCC73D4-DF8D-F681-A745-F0ADDAC55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600200"/>
            <a:ext cx="8620125" cy="406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5B03D97D-1773-3EFB-8AC8-FEBD4EF30C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5EC36FCB-BD9F-074D-85DA-9CE018B4B220}" type="slidenum">
              <a:rPr lang="en-US" altLang="th-TH"/>
              <a:pPr/>
              <a:t>6</a:t>
            </a:fld>
            <a:endParaRPr lang="en-US" altLang="th-TH"/>
          </a:p>
        </p:txBody>
      </p:sp>
      <p:sp>
        <p:nvSpPr>
          <p:cNvPr id="1086466" name="Line 2">
            <a:extLst>
              <a:ext uri="{FF2B5EF4-FFF2-40B4-BE49-F238E27FC236}">
                <a16:creationId xmlns:a16="http://schemas.microsoft.com/office/drawing/2014/main" id="{A9A5547C-D3EB-EF5D-8AE9-531A35CEF0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86467" name="Line 3">
            <a:extLst>
              <a:ext uri="{FF2B5EF4-FFF2-40B4-BE49-F238E27FC236}">
                <a16:creationId xmlns:a16="http://schemas.microsoft.com/office/drawing/2014/main" id="{86293A44-EFC2-D9E0-F179-D90F4C27A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86468" name="Text Box 4">
            <a:extLst>
              <a:ext uri="{FF2B5EF4-FFF2-40B4-BE49-F238E27FC236}">
                <a16:creationId xmlns:a16="http://schemas.microsoft.com/office/drawing/2014/main" id="{9F2743B7-9562-73C0-CDFC-CC9105483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672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12.4  </a:t>
            </a:r>
            <a:r>
              <a:rPr lang="it-IT" altLang="th-TH" sz="2000" baseline="0"/>
              <a:t>Procedure for pure ALOHA protocol</a:t>
            </a:r>
            <a:endParaRPr lang="en-US" altLang="th-TH" sz="2000" baseline="0"/>
          </a:p>
        </p:txBody>
      </p:sp>
      <p:sp>
        <p:nvSpPr>
          <p:cNvPr id="1086469" name="Line 5">
            <a:extLst>
              <a:ext uri="{FF2B5EF4-FFF2-40B4-BE49-F238E27FC236}">
                <a16:creationId xmlns:a16="http://schemas.microsoft.com/office/drawing/2014/main" id="{723B719B-B401-ACCE-3049-186A6C185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086472" name="Picture 8">
            <a:extLst>
              <a:ext uri="{FF2B5EF4-FFF2-40B4-BE49-F238E27FC236}">
                <a16:creationId xmlns:a16="http://schemas.microsoft.com/office/drawing/2014/main" id="{D5CE801C-0356-D766-D8BD-4D93CAA02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0938" y="1206500"/>
            <a:ext cx="6088062" cy="473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55D768C-0163-4889-21DB-FC377CB4AC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8AB3DAE7-E01C-4541-A142-2D1A539B4F48}" type="slidenum">
              <a:rPr lang="en-US" altLang="th-TH"/>
              <a:pPr/>
              <a:t>7</a:t>
            </a:fld>
            <a:endParaRPr lang="en-US" altLang="th-TH"/>
          </a:p>
        </p:txBody>
      </p:sp>
      <p:sp>
        <p:nvSpPr>
          <p:cNvPr id="1162242" name="Rectangle 2">
            <a:extLst>
              <a:ext uri="{FF2B5EF4-FFF2-40B4-BE49-F238E27FC236}">
                <a16:creationId xmlns:a16="http://schemas.microsoft.com/office/drawing/2014/main" id="{3244031F-D1EB-D188-429D-DE1F2FEB9FC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2243" name="Rectangle 3">
            <a:extLst>
              <a:ext uri="{FF2B5EF4-FFF2-40B4-BE49-F238E27FC236}">
                <a16:creationId xmlns:a16="http://schemas.microsoft.com/office/drawing/2014/main" id="{D65908EA-541E-41FE-88E1-8CEE4845980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2244" name="Rectangle 4">
            <a:extLst>
              <a:ext uri="{FF2B5EF4-FFF2-40B4-BE49-F238E27FC236}">
                <a16:creationId xmlns:a16="http://schemas.microsoft.com/office/drawing/2014/main" id="{9A060015-A500-2219-280F-79D1618D2D6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2245" name="Rectangle 5">
            <a:extLst>
              <a:ext uri="{FF2B5EF4-FFF2-40B4-BE49-F238E27FC236}">
                <a16:creationId xmlns:a16="http://schemas.microsoft.com/office/drawing/2014/main" id="{8FAB3DBF-B31E-016C-D44D-27229A0F09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2246" name="Rectangle 6">
            <a:extLst>
              <a:ext uri="{FF2B5EF4-FFF2-40B4-BE49-F238E27FC236}">
                <a16:creationId xmlns:a16="http://schemas.microsoft.com/office/drawing/2014/main" id="{EE5D14B6-C0E5-89C4-101D-6D30C1618E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2247" name="Rectangle 7">
            <a:extLst>
              <a:ext uri="{FF2B5EF4-FFF2-40B4-BE49-F238E27FC236}">
                <a16:creationId xmlns:a16="http://schemas.microsoft.com/office/drawing/2014/main" id="{AF4875F9-DE8A-FFB5-C56A-23B4EF20942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2248" name="Rectangle 8">
            <a:extLst>
              <a:ext uri="{FF2B5EF4-FFF2-40B4-BE49-F238E27FC236}">
                <a16:creationId xmlns:a16="http://schemas.microsoft.com/office/drawing/2014/main" id="{9CA95FD2-B1F1-DFF7-233F-AA5989F371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2249" name="Rectangle 9">
            <a:extLst>
              <a:ext uri="{FF2B5EF4-FFF2-40B4-BE49-F238E27FC236}">
                <a16:creationId xmlns:a16="http://schemas.microsoft.com/office/drawing/2014/main" id="{3EDBD485-F0D4-424E-113D-651DD5FCE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47894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/>
              <a:t>The stations on a wireless ALOHA network are a maximum of 600 km apart. If we assume that signals propagate at 3 × 10</a:t>
            </a:r>
            <a:r>
              <a:rPr lang="en-US" altLang="th-TH" baseline="20000"/>
              <a:t>8</a:t>
            </a:r>
            <a:r>
              <a:rPr lang="en-US" altLang="th-TH" baseline="0"/>
              <a:t> m/s,  we find  </a:t>
            </a:r>
          </a:p>
          <a:p>
            <a:pPr algn="just"/>
            <a:r>
              <a:rPr lang="en-US" altLang="th-TH" baseline="0"/>
              <a:t>                         </a:t>
            </a:r>
            <a:r>
              <a:rPr lang="en-US" altLang="th-TH" baseline="0">
                <a:solidFill>
                  <a:schemeClr val="folHlink"/>
                </a:solidFill>
              </a:rPr>
              <a:t>T</a:t>
            </a:r>
            <a:r>
              <a:rPr lang="en-US" altLang="th-TH">
                <a:solidFill>
                  <a:schemeClr val="folHlink"/>
                </a:solidFill>
              </a:rPr>
              <a:t>p </a:t>
            </a:r>
            <a:r>
              <a:rPr lang="en-US" altLang="th-TH" baseline="0">
                <a:solidFill>
                  <a:schemeClr val="folHlink"/>
                </a:solidFill>
              </a:rPr>
              <a:t>= (600 × 10</a:t>
            </a:r>
            <a:r>
              <a:rPr lang="en-US" altLang="th-TH" baseline="30000">
                <a:solidFill>
                  <a:schemeClr val="folHlink"/>
                </a:solidFill>
              </a:rPr>
              <a:t>5</a:t>
            </a:r>
            <a:r>
              <a:rPr lang="en-US" altLang="th-TH" baseline="0">
                <a:solidFill>
                  <a:schemeClr val="folHlink"/>
                </a:solidFill>
              </a:rPr>
              <a:t> ) / (3 × 10</a:t>
            </a:r>
            <a:r>
              <a:rPr lang="en-US" altLang="th-TH" baseline="30000">
                <a:solidFill>
                  <a:schemeClr val="folHlink"/>
                </a:solidFill>
              </a:rPr>
              <a:t>8</a:t>
            </a:r>
            <a:r>
              <a:rPr lang="en-US" altLang="th-TH" baseline="0">
                <a:solidFill>
                  <a:schemeClr val="folHlink"/>
                </a:solidFill>
              </a:rPr>
              <a:t> ) = 2 ms.</a:t>
            </a:r>
            <a:r>
              <a:rPr lang="en-US" altLang="th-TH" baseline="0"/>
              <a:t> </a:t>
            </a:r>
          </a:p>
          <a:p>
            <a:pPr algn="just"/>
            <a:r>
              <a:rPr lang="en-US" altLang="th-TH" baseline="0"/>
              <a:t>Now we can find the value of T</a:t>
            </a:r>
            <a:r>
              <a:rPr lang="en-US" altLang="th-TH" baseline="-12000"/>
              <a:t>B</a:t>
            </a:r>
            <a:r>
              <a:rPr lang="en-US" altLang="th-TH" baseline="0"/>
              <a:t> for different values of </a:t>
            </a:r>
            <a:br>
              <a:rPr lang="en-US" altLang="th-TH" baseline="0"/>
            </a:br>
            <a:r>
              <a:rPr lang="en-US" altLang="th-TH" baseline="0"/>
              <a:t>K .</a:t>
            </a:r>
          </a:p>
          <a:p>
            <a:pPr algn="just"/>
            <a:endParaRPr lang="en-US" altLang="th-TH" baseline="0"/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a</a:t>
            </a:r>
            <a:r>
              <a:rPr lang="en-US" altLang="th-TH" baseline="0"/>
              <a:t>. For K = 1, the range is {0, 1}. The station needs to|</a:t>
            </a:r>
            <a:br>
              <a:rPr lang="en-US" altLang="th-TH" baseline="0"/>
            </a:br>
            <a:r>
              <a:rPr lang="en-US" altLang="th-TH" baseline="0"/>
              <a:t>     generate a random number with a value of 0 or 1. This</a:t>
            </a:r>
            <a:br>
              <a:rPr lang="en-US" altLang="th-TH" baseline="0"/>
            </a:br>
            <a:r>
              <a:rPr lang="en-US" altLang="th-TH" baseline="0"/>
              <a:t>     means that T</a:t>
            </a:r>
            <a:r>
              <a:rPr lang="en-US" altLang="th-TH" baseline="-12000"/>
              <a:t>B</a:t>
            </a:r>
            <a:r>
              <a:rPr lang="en-US" altLang="th-TH" baseline="0"/>
              <a:t> is either 0 ms (0 × 2) or 2 ms (1 × 2),</a:t>
            </a:r>
            <a:br>
              <a:rPr lang="en-US" altLang="th-TH" baseline="0"/>
            </a:br>
            <a:r>
              <a:rPr lang="en-US" altLang="th-TH" baseline="0"/>
              <a:t>     based on the outcome of the random variable.</a:t>
            </a:r>
          </a:p>
        </p:txBody>
      </p:sp>
      <p:sp>
        <p:nvSpPr>
          <p:cNvPr id="1162250" name="Text Box 10">
            <a:extLst>
              <a:ext uri="{FF2B5EF4-FFF2-40B4-BE49-F238E27FC236}">
                <a16:creationId xmlns:a16="http://schemas.microsoft.com/office/drawing/2014/main" id="{D5128979-61AE-29EA-5852-9CEE6FE7B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584E130D-70A3-262C-3D72-E6516CC8D4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4001DC38-57FC-7443-9437-B655915942BA}" type="slidenum">
              <a:rPr lang="en-US" altLang="th-TH"/>
              <a:pPr/>
              <a:t>8</a:t>
            </a:fld>
            <a:endParaRPr lang="en-US" altLang="th-TH"/>
          </a:p>
        </p:txBody>
      </p:sp>
      <p:sp>
        <p:nvSpPr>
          <p:cNvPr id="1174530" name="Rectangle 2">
            <a:extLst>
              <a:ext uri="{FF2B5EF4-FFF2-40B4-BE49-F238E27FC236}">
                <a16:creationId xmlns:a16="http://schemas.microsoft.com/office/drawing/2014/main" id="{61DC4EC4-C75A-0179-AC06-97C49AB038A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4531" name="Rectangle 3">
            <a:extLst>
              <a:ext uri="{FF2B5EF4-FFF2-40B4-BE49-F238E27FC236}">
                <a16:creationId xmlns:a16="http://schemas.microsoft.com/office/drawing/2014/main" id="{8ADE4D17-227D-4378-5184-8A835DCF386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4532" name="Rectangle 4">
            <a:extLst>
              <a:ext uri="{FF2B5EF4-FFF2-40B4-BE49-F238E27FC236}">
                <a16:creationId xmlns:a16="http://schemas.microsoft.com/office/drawing/2014/main" id="{51E69A1D-3127-910B-D6EA-85861804F9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4533" name="Rectangle 5">
            <a:extLst>
              <a:ext uri="{FF2B5EF4-FFF2-40B4-BE49-F238E27FC236}">
                <a16:creationId xmlns:a16="http://schemas.microsoft.com/office/drawing/2014/main" id="{877FF774-A836-1A3E-FBB0-D207DE2A404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4534" name="Rectangle 6">
            <a:extLst>
              <a:ext uri="{FF2B5EF4-FFF2-40B4-BE49-F238E27FC236}">
                <a16:creationId xmlns:a16="http://schemas.microsoft.com/office/drawing/2014/main" id="{5FB604D9-DF1E-EBE4-2E10-F12A319671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4535" name="Rectangle 7">
            <a:extLst>
              <a:ext uri="{FF2B5EF4-FFF2-40B4-BE49-F238E27FC236}">
                <a16:creationId xmlns:a16="http://schemas.microsoft.com/office/drawing/2014/main" id="{D3DA6688-A1BD-A124-BB6C-A798FDFF90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4536" name="Rectangle 8">
            <a:extLst>
              <a:ext uri="{FF2B5EF4-FFF2-40B4-BE49-F238E27FC236}">
                <a16:creationId xmlns:a16="http://schemas.microsoft.com/office/drawing/2014/main" id="{BF4F8115-41D3-FD3B-07E0-63EF140B18D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4537" name="Rectangle 9">
            <a:extLst>
              <a:ext uri="{FF2B5EF4-FFF2-40B4-BE49-F238E27FC236}">
                <a16:creationId xmlns:a16="http://schemas.microsoft.com/office/drawing/2014/main" id="{5D3B83E9-4C38-FB30-4035-6C91DD128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43624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b.</a:t>
            </a:r>
            <a:r>
              <a:rPr lang="en-US" altLang="th-TH" baseline="0"/>
              <a:t> For K = 2, the range is {0, 1, 2, 3}. This means that T</a:t>
            </a:r>
            <a:r>
              <a:rPr lang="en-US" altLang="th-TH" baseline="-12000"/>
              <a:t>B</a:t>
            </a:r>
            <a:br>
              <a:rPr lang="en-US" altLang="th-TH" baseline="-12000"/>
            </a:br>
            <a:r>
              <a:rPr lang="en-US" altLang="th-TH" baseline="-12000"/>
              <a:t>      </a:t>
            </a:r>
            <a:r>
              <a:rPr lang="en-US" altLang="th-TH" baseline="0"/>
              <a:t>can be 0, 2, 4, or 6 ms, based on the outcome of the</a:t>
            </a:r>
            <a:br>
              <a:rPr lang="en-US" altLang="th-TH" baseline="0"/>
            </a:br>
            <a:r>
              <a:rPr lang="en-US" altLang="th-TH" baseline="0"/>
              <a:t>     random variable.</a:t>
            </a:r>
          </a:p>
          <a:p>
            <a:pPr algn="just"/>
            <a:endParaRPr lang="en-US" altLang="th-TH" baseline="0"/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c.</a:t>
            </a:r>
            <a:r>
              <a:rPr lang="en-US" altLang="th-TH" baseline="0"/>
              <a:t> For K = 3, the range is {0, 1, 2, 3, 4, 5, 6, 7}. This</a:t>
            </a:r>
            <a:br>
              <a:rPr lang="en-US" altLang="th-TH" baseline="0"/>
            </a:br>
            <a:r>
              <a:rPr lang="en-US" altLang="th-TH" baseline="0"/>
              <a:t>     means that T</a:t>
            </a:r>
            <a:r>
              <a:rPr lang="en-US" altLang="th-TH" baseline="-12000"/>
              <a:t>B</a:t>
            </a:r>
            <a:r>
              <a:rPr lang="en-US" altLang="th-TH" baseline="0"/>
              <a:t> can be 0, 2, 4, . . . , 14 ms, based on the</a:t>
            </a:r>
            <a:br>
              <a:rPr lang="en-US" altLang="th-TH" baseline="0"/>
            </a:br>
            <a:r>
              <a:rPr lang="en-US" altLang="th-TH" baseline="0"/>
              <a:t>     outcome of the random variable.</a:t>
            </a:r>
          </a:p>
          <a:p>
            <a:pPr algn="just"/>
            <a:endParaRPr lang="en-US" altLang="th-TH" baseline="0"/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d.</a:t>
            </a:r>
            <a:r>
              <a:rPr lang="en-US" altLang="th-TH" baseline="0"/>
              <a:t> We need to mention that if K &gt; 10, it is normally set to</a:t>
            </a:r>
            <a:br>
              <a:rPr lang="en-US" altLang="th-TH" baseline="0"/>
            </a:br>
            <a:r>
              <a:rPr lang="en-US" altLang="th-TH" baseline="0"/>
              <a:t>     10.</a:t>
            </a:r>
          </a:p>
        </p:txBody>
      </p:sp>
      <p:sp>
        <p:nvSpPr>
          <p:cNvPr id="1174538" name="Text Box 10">
            <a:extLst>
              <a:ext uri="{FF2B5EF4-FFF2-40B4-BE49-F238E27FC236}">
                <a16:creationId xmlns:a16="http://schemas.microsoft.com/office/drawing/2014/main" id="{38B8C5E0-3974-D303-8811-0213AF3DC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4529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12.1 (continued)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2B3F70A-3B3A-10E7-D0A7-45DAB873E5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012C6ED1-CE1F-E34F-BDBC-D855E5A2B081}" type="slidenum">
              <a:rPr lang="en-US" altLang="th-TH"/>
              <a:pPr/>
              <a:t>9</a:t>
            </a:fld>
            <a:endParaRPr lang="en-US" altLang="th-TH"/>
          </a:p>
        </p:txBody>
      </p:sp>
      <p:sp>
        <p:nvSpPr>
          <p:cNvPr id="1088514" name="Line 2">
            <a:extLst>
              <a:ext uri="{FF2B5EF4-FFF2-40B4-BE49-F238E27FC236}">
                <a16:creationId xmlns:a16="http://schemas.microsoft.com/office/drawing/2014/main" id="{40277B68-9A0E-F447-35E7-FA49FD087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88515" name="Line 3">
            <a:extLst>
              <a:ext uri="{FF2B5EF4-FFF2-40B4-BE49-F238E27FC236}">
                <a16:creationId xmlns:a16="http://schemas.microsoft.com/office/drawing/2014/main" id="{DC7AB662-3FE1-CD1A-7270-CF7AD0AEAE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88516" name="Text Box 4">
            <a:extLst>
              <a:ext uri="{FF2B5EF4-FFF2-40B4-BE49-F238E27FC236}">
                <a16:creationId xmlns:a16="http://schemas.microsoft.com/office/drawing/2014/main" id="{323D5710-0307-D618-41F7-60A242AAD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269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12.5  </a:t>
            </a:r>
            <a:r>
              <a:rPr lang="en-US" altLang="th-TH" sz="2000" baseline="0"/>
              <a:t>Vulnerable time for pure ALOHA protocol</a:t>
            </a:r>
          </a:p>
        </p:txBody>
      </p:sp>
      <p:sp>
        <p:nvSpPr>
          <p:cNvPr id="1088517" name="Line 5">
            <a:extLst>
              <a:ext uri="{FF2B5EF4-FFF2-40B4-BE49-F238E27FC236}">
                <a16:creationId xmlns:a16="http://schemas.microsoft.com/office/drawing/2014/main" id="{443FD3CE-45C1-C497-2DB3-CBF68E275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088520" name="Picture 8">
            <a:extLst>
              <a:ext uri="{FF2B5EF4-FFF2-40B4-BE49-F238E27FC236}">
                <a16:creationId xmlns:a16="http://schemas.microsoft.com/office/drawing/2014/main" id="{C7DAFE76-40C6-0EC1-4E4A-634FBA8E8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1376363"/>
            <a:ext cx="6992937" cy="4491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E837441-CF4E-ECD3-30B3-6BD37DBA8C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2BD1B32A-74B2-7043-A043-1C6A222A4F81}" type="slidenum">
              <a:rPr lang="en-US" altLang="th-TH"/>
              <a:pPr/>
              <a:t>10</a:t>
            </a:fld>
            <a:endParaRPr lang="en-US" altLang="th-TH"/>
          </a:p>
        </p:txBody>
      </p:sp>
      <p:sp>
        <p:nvSpPr>
          <p:cNvPr id="1164290" name="Rectangle 2">
            <a:extLst>
              <a:ext uri="{FF2B5EF4-FFF2-40B4-BE49-F238E27FC236}">
                <a16:creationId xmlns:a16="http://schemas.microsoft.com/office/drawing/2014/main" id="{C059B99E-83D9-DBD9-8554-0354DE794B5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4291" name="Rectangle 3">
            <a:extLst>
              <a:ext uri="{FF2B5EF4-FFF2-40B4-BE49-F238E27FC236}">
                <a16:creationId xmlns:a16="http://schemas.microsoft.com/office/drawing/2014/main" id="{EE3C0586-E56A-FC99-895E-2AF7F59819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4292" name="Rectangle 4">
            <a:extLst>
              <a:ext uri="{FF2B5EF4-FFF2-40B4-BE49-F238E27FC236}">
                <a16:creationId xmlns:a16="http://schemas.microsoft.com/office/drawing/2014/main" id="{B109B78B-86DE-DFCD-829A-03C19B8BD9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4293" name="Rectangle 5">
            <a:extLst>
              <a:ext uri="{FF2B5EF4-FFF2-40B4-BE49-F238E27FC236}">
                <a16:creationId xmlns:a16="http://schemas.microsoft.com/office/drawing/2014/main" id="{25D34B9B-AD72-8E44-A3CE-6767A5C23CC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4294" name="Rectangle 6">
            <a:extLst>
              <a:ext uri="{FF2B5EF4-FFF2-40B4-BE49-F238E27FC236}">
                <a16:creationId xmlns:a16="http://schemas.microsoft.com/office/drawing/2014/main" id="{3578794A-F425-7282-8679-129184FB01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4295" name="Rectangle 7">
            <a:extLst>
              <a:ext uri="{FF2B5EF4-FFF2-40B4-BE49-F238E27FC236}">
                <a16:creationId xmlns:a16="http://schemas.microsoft.com/office/drawing/2014/main" id="{D95D99A4-94F3-C39D-CE8E-5DA66EEDC2F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4296" name="Rectangle 8">
            <a:extLst>
              <a:ext uri="{FF2B5EF4-FFF2-40B4-BE49-F238E27FC236}">
                <a16:creationId xmlns:a16="http://schemas.microsoft.com/office/drawing/2014/main" id="{181E612F-C7E3-C875-5E4E-00CA2F96B4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4297" name="Rectangle 9">
            <a:extLst>
              <a:ext uri="{FF2B5EF4-FFF2-40B4-BE49-F238E27FC236}">
                <a16:creationId xmlns:a16="http://schemas.microsoft.com/office/drawing/2014/main" id="{BD37E034-6449-9C9E-AD5C-C8EC071E3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/>
              <a:t>A pure ALOHA network transmits 200-bit frames on a shared channel of 200 kbps. What is the requirement to make this frame collision-free?</a:t>
            </a:r>
          </a:p>
        </p:txBody>
      </p:sp>
      <p:sp>
        <p:nvSpPr>
          <p:cNvPr id="1164298" name="Text Box 10">
            <a:extLst>
              <a:ext uri="{FF2B5EF4-FFF2-40B4-BE49-F238E27FC236}">
                <a16:creationId xmlns:a16="http://schemas.microsoft.com/office/drawing/2014/main" id="{E63B7473-6B4B-A703-9E14-EAF7B86B1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12.2</a:t>
            </a:r>
          </a:p>
        </p:txBody>
      </p:sp>
      <p:sp>
        <p:nvSpPr>
          <p:cNvPr id="1164299" name="Rectangle 11">
            <a:extLst>
              <a:ext uri="{FF2B5EF4-FFF2-40B4-BE49-F238E27FC236}">
                <a16:creationId xmlns:a16="http://schemas.microsoft.com/office/drawing/2014/main" id="{A3980E52-1876-E1E4-1FD1-2772DE20B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819400"/>
            <a:ext cx="8839200" cy="308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th-TH" baseline="0"/>
              <a:t>Average frame transmission time T</a:t>
            </a:r>
            <a:r>
              <a:rPr lang="en-US" altLang="th-TH" baseline="-12000"/>
              <a:t>fr</a:t>
            </a:r>
            <a:r>
              <a:rPr lang="en-US" altLang="th-TH" baseline="0"/>
              <a:t> is 200 bits/200 kbps or 1 ms. The vulnerable time is  2 × 1 ms = 2 ms. This means no station should send later than 1 ms before this station starts transmission and no station should start sending during the one 1-ms period that this station is sending.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046B0C9-4205-B94C-9E8A-F7CE8CA12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403BC1B0-8222-1F46-B9FD-0240EFB455E9}" type="slidenum">
              <a:rPr lang="en-US" altLang="th-TH"/>
              <a:pPr/>
              <a:t>11</a:t>
            </a:fld>
            <a:endParaRPr lang="en-US" altLang="th-TH"/>
          </a:p>
        </p:txBody>
      </p:sp>
      <p:sp>
        <p:nvSpPr>
          <p:cNvPr id="1139714" name="Rectangle 2">
            <a:extLst>
              <a:ext uri="{FF2B5EF4-FFF2-40B4-BE49-F238E27FC236}">
                <a16:creationId xmlns:a16="http://schemas.microsoft.com/office/drawing/2014/main" id="{C0C450EE-72D5-0D17-CA95-01225B38DAC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39715" name="Rectangle 3">
            <a:extLst>
              <a:ext uri="{FF2B5EF4-FFF2-40B4-BE49-F238E27FC236}">
                <a16:creationId xmlns:a16="http://schemas.microsoft.com/office/drawing/2014/main" id="{8E20DFEF-8ABC-C948-2887-9F1D916910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39716" name="Rectangle 4">
            <a:extLst>
              <a:ext uri="{FF2B5EF4-FFF2-40B4-BE49-F238E27FC236}">
                <a16:creationId xmlns:a16="http://schemas.microsoft.com/office/drawing/2014/main" id="{1F1D4F5E-F5E2-2F89-B8B0-C2EF19D01C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39717" name="Rectangle 5">
            <a:extLst>
              <a:ext uri="{FF2B5EF4-FFF2-40B4-BE49-F238E27FC236}">
                <a16:creationId xmlns:a16="http://schemas.microsoft.com/office/drawing/2014/main" id="{87AEDB0C-3D21-2D9C-E603-ACAF5AF1BAF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39718" name="Rectangle 6">
            <a:extLst>
              <a:ext uri="{FF2B5EF4-FFF2-40B4-BE49-F238E27FC236}">
                <a16:creationId xmlns:a16="http://schemas.microsoft.com/office/drawing/2014/main" id="{9F24E73F-A213-C8C3-6189-F566CA74DA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39719" name="Rectangle 7">
            <a:extLst>
              <a:ext uri="{FF2B5EF4-FFF2-40B4-BE49-F238E27FC236}">
                <a16:creationId xmlns:a16="http://schemas.microsoft.com/office/drawing/2014/main" id="{87203B31-98F8-0620-658A-091951ABDBD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39720" name="Rectangle 8">
            <a:extLst>
              <a:ext uri="{FF2B5EF4-FFF2-40B4-BE49-F238E27FC236}">
                <a16:creationId xmlns:a16="http://schemas.microsoft.com/office/drawing/2014/main" id="{6881585D-4943-B2FB-7ABC-5CDED91C36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39721" name="Line 9">
            <a:extLst>
              <a:ext uri="{FF2B5EF4-FFF2-40B4-BE49-F238E27FC236}">
                <a16:creationId xmlns:a16="http://schemas.microsoft.com/office/drawing/2014/main" id="{81DBEAFE-C1D0-A718-6FDE-5FAE17441CF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39722" name="Line 10">
            <a:extLst>
              <a:ext uri="{FF2B5EF4-FFF2-40B4-BE49-F238E27FC236}">
                <a16:creationId xmlns:a16="http://schemas.microsoft.com/office/drawing/2014/main" id="{4473498F-6DB3-971F-E2CE-180A4D6674A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953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39723" name="Rectangle 11">
            <a:extLst>
              <a:ext uri="{FF2B5EF4-FFF2-40B4-BE49-F238E27FC236}">
                <a16:creationId xmlns:a16="http://schemas.microsoft.com/office/drawing/2014/main" id="{DFA64FD4-B290-7181-6C13-699732923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The throughput for pure ALOHA is </a:t>
            </a:r>
            <a:br>
              <a:rPr lang="en-US" altLang="th-TH" sz="3200" i="0" baseline="0">
                <a:latin typeface="Arial" panose="020B0604020202020204" pitchFamily="34" charset="0"/>
              </a:rPr>
            </a:br>
            <a:r>
              <a:rPr lang="en-US" altLang="th-TH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S = G × e </a:t>
            </a:r>
            <a:r>
              <a:rPr lang="en-US" altLang="th-TH" sz="3200" i="0" baseline="30000">
                <a:solidFill>
                  <a:schemeClr val="hlink"/>
                </a:solidFill>
                <a:latin typeface="Arial" panose="020B0604020202020204" pitchFamily="34" charset="0"/>
              </a:rPr>
              <a:t>−2G  </a:t>
            </a:r>
            <a:r>
              <a:rPr lang="en-US" altLang="th-TH" sz="3200" i="0" baseline="0"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The maximum throughput</a:t>
            </a:r>
          </a:p>
          <a:p>
            <a:pPr algn="ctr"/>
            <a:r>
              <a:rPr lang="en-US" altLang="th-TH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S</a:t>
            </a:r>
            <a:r>
              <a:rPr lang="en-US" altLang="th-TH" sz="3200" i="0" baseline="-18000">
                <a:solidFill>
                  <a:schemeClr val="hlink"/>
                </a:solidFill>
                <a:latin typeface="Arial" panose="020B0604020202020204" pitchFamily="34" charset="0"/>
              </a:rPr>
              <a:t>max</a:t>
            </a:r>
            <a:r>
              <a:rPr lang="en-US" altLang="th-TH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 = 0.184 </a:t>
            </a:r>
            <a:r>
              <a:rPr lang="en-US" altLang="th-TH" sz="3200" i="0" baseline="0">
                <a:latin typeface="Arial" panose="020B0604020202020204" pitchFamily="34" charset="0"/>
              </a:rPr>
              <a:t>when G= (1/2).</a:t>
            </a:r>
          </a:p>
        </p:txBody>
      </p:sp>
      <p:grpSp>
        <p:nvGrpSpPr>
          <p:cNvPr id="1139724" name="Group 12">
            <a:extLst>
              <a:ext uri="{FF2B5EF4-FFF2-40B4-BE49-F238E27FC236}">
                <a16:creationId xmlns:a16="http://schemas.microsoft.com/office/drawing/2014/main" id="{E2DB1D6A-9B24-40B1-C823-B73A3812FB3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39725" name="Picture 13">
              <a:extLst>
                <a:ext uri="{FF2B5EF4-FFF2-40B4-BE49-F238E27FC236}">
                  <a16:creationId xmlns:a16="http://schemas.microsoft.com/office/drawing/2014/main" id="{8EC055AD-15FF-9D30-E0E2-8833D31D6A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39726" name="Text Box 14">
              <a:extLst>
                <a:ext uri="{FF2B5EF4-FFF2-40B4-BE49-F238E27FC236}">
                  <a16:creationId xmlns:a16="http://schemas.microsoft.com/office/drawing/2014/main" id="{4F4BB76F-8A8C-93F2-4E2F-1A2DD4F91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C4EFAC5-473B-13A2-77F2-24AA11688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D019C9AB-CDC4-E340-BBA7-15497065DB99}" type="slidenum">
              <a:rPr lang="en-US" altLang="th-TH"/>
              <a:pPr/>
              <a:t>12</a:t>
            </a:fld>
            <a:endParaRPr lang="en-US" altLang="th-TH"/>
          </a:p>
        </p:txBody>
      </p:sp>
      <p:sp>
        <p:nvSpPr>
          <p:cNvPr id="1166338" name="Rectangle 2">
            <a:extLst>
              <a:ext uri="{FF2B5EF4-FFF2-40B4-BE49-F238E27FC236}">
                <a16:creationId xmlns:a16="http://schemas.microsoft.com/office/drawing/2014/main" id="{F73A75FA-732C-3572-00A3-523FC0CD0A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6339" name="Rectangle 3">
            <a:extLst>
              <a:ext uri="{FF2B5EF4-FFF2-40B4-BE49-F238E27FC236}">
                <a16:creationId xmlns:a16="http://schemas.microsoft.com/office/drawing/2014/main" id="{40608AFF-2230-0DC4-F21C-604E4972460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6340" name="Rectangle 4">
            <a:extLst>
              <a:ext uri="{FF2B5EF4-FFF2-40B4-BE49-F238E27FC236}">
                <a16:creationId xmlns:a16="http://schemas.microsoft.com/office/drawing/2014/main" id="{7E8598E1-C6AB-A4A7-EAC0-9109784BFEF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6341" name="Rectangle 5">
            <a:extLst>
              <a:ext uri="{FF2B5EF4-FFF2-40B4-BE49-F238E27FC236}">
                <a16:creationId xmlns:a16="http://schemas.microsoft.com/office/drawing/2014/main" id="{FE0B49C0-55D9-7223-1F9A-50D111C4A94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6342" name="Rectangle 6">
            <a:extLst>
              <a:ext uri="{FF2B5EF4-FFF2-40B4-BE49-F238E27FC236}">
                <a16:creationId xmlns:a16="http://schemas.microsoft.com/office/drawing/2014/main" id="{755DCE3F-CC88-9CA2-82BE-77963B4347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6343" name="Rectangle 7">
            <a:extLst>
              <a:ext uri="{FF2B5EF4-FFF2-40B4-BE49-F238E27FC236}">
                <a16:creationId xmlns:a16="http://schemas.microsoft.com/office/drawing/2014/main" id="{1EBABF52-B9A4-6E9C-8EFA-CD640C1B8C3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6344" name="Rectangle 8">
            <a:extLst>
              <a:ext uri="{FF2B5EF4-FFF2-40B4-BE49-F238E27FC236}">
                <a16:creationId xmlns:a16="http://schemas.microsoft.com/office/drawing/2014/main" id="{476E79C8-DACB-DA53-AFF3-48B53FFC59B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6345" name="Rectangle 9">
            <a:extLst>
              <a:ext uri="{FF2B5EF4-FFF2-40B4-BE49-F238E27FC236}">
                <a16:creationId xmlns:a16="http://schemas.microsoft.com/office/drawing/2014/main" id="{FC1CFC33-892A-DDF5-33E3-ECD864B59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8200"/>
            <a:ext cx="8686800" cy="2227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/>
              <a:t>A pure ALOHA network transmits 200-bit frames on a shared channel of 200 kbps. What is the throughput if the system (all stations together) produces</a:t>
            </a:r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a.</a:t>
            </a:r>
            <a:r>
              <a:rPr lang="en-US" altLang="th-TH" baseline="0"/>
              <a:t> 1000 frames per second    </a:t>
            </a:r>
            <a:r>
              <a:rPr lang="en-US" altLang="th-TH" baseline="0">
                <a:solidFill>
                  <a:schemeClr val="hlink"/>
                </a:solidFill>
              </a:rPr>
              <a:t>b.</a:t>
            </a:r>
            <a:r>
              <a:rPr lang="en-US" altLang="th-TH" baseline="0"/>
              <a:t> 500 frames per second</a:t>
            </a:r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c.</a:t>
            </a:r>
            <a:r>
              <a:rPr lang="en-US" altLang="th-TH" baseline="0"/>
              <a:t> 250 frames per second.</a:t>
            </a:r>
          </a:p>
        </p:txBody>
      </p:sp>
      <p:sp>
        <p:nvSpPr>
          <p:cNvPr id="1166346" name="Text Box 10">
            <a:extLst>
              <a:ext uri="{FF2B5EF4-FFF2-40B4-BE49-F238E27FC236}">
                <a16:creationId xmlns:a16="http://schemas.microsoft.com/office/drawing/2014/main" id="{096B0E45-F405-9EE6-6314-8C7357A8D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12.3</a:t>
            </a:r>
          </a:p>
        </p:txBody>
      </p:sp>
      <p:sp>
        <p:nvSpPr>
          <p:cNvPr id="1166347" name="Rectangle 11">
            <a:extLst>
              <a:ext uri="{FF2B5EF4-FFF2-40B4-BE49-F238E27FC236}">
                <a16:creationId xmlns:a16="http://schemas.microsoft.com/office/drawing/2014/main" id="{273C9579-3DC6-89E8-F107-F6CF738E3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00400"/>
            <a:ext cx="8686800" cy="308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th-TH" baseline="0"/>
              <a:t>The frame transmission time is 200/200 kbps or 1 ms.</a:t>
            </a:r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a.</a:t>
            </a:r>
            <a:r>
              <a:rPr lang="en-US" altLang="th-TH" baseline="0"/>
              <a:t> If the system creates 1000 frames per second, this is 1</a:t>
            </a:r>
            <a:br>
              <a:rPr lang="en-US" altLang="th-TH" baseline="0"/>
            </a:br>
            <a:r>
              <a:rPr lang="en-US" altLang="th-TH" baseline="0"/>
              <a:t>    frame per millisecond. The load is 1. In this case </a:t>
            </a:r>
            <a:br>
              <a:rPr lang="en-US" altLang="th-TH" baseline="0"/>
            </a:br>
            <a:r>
              <a:rPr lang="en-US" altLang="th-TH" baseline="0"/>
              <a:t>    S = G× e</a:t>
            </a:r>
            <a:r>
              <a:rPr lang="en-US" altLang="th-TH" baseline="30000"/>
              <a:t>−2 G</a:t>
            </a:r>
            <a:r>
              <a:rPr lang="en-US" altLang="th-TH" baseline="0"/>
              <a:t> or S = 0.135 (13.5 percent). This means</a:t>
            </a:r>
            <a:br>
              <a:rPr lang="en-US" altLang="th-TH" baseline="0"/>
            </a:br>
            <a:r>
              <a:rPr lang="en-US" altLang="th-TH" baseline="0"/>
              <a:t>    that the throughput is 1000 × 0.135 = 135 frames. Only</a:t>
            </a:r>
            <a:br>
              <a:rPr lang="en-US" altLang="th-TH" baseline="0"/>
            </a:br>
            <a:r>
              <a:rPr lang="en-US" altLang="th-TH" baseline="0"/>
              <a:t>    135 frames out of 1000 will probably survive.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DD319F1A-E3FB-E928-4211-6354F4E246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956ADBD4-6C9E-CF41-B9FA-D5A0158ADE45}" type="slidenum">
              <a:rPr lang="en-US" altLang="th-TH"/>
              <a:pPr/>
              <a:t>13</a:t>
            </a:fld>
            <a:endParaRPr lang="en-US" altLang="th-TH"/>
          </a:p>
        </p:txBody>
      </p:sp>
      <p:sp>
        <p:nvSpPr>
          <p:cNvPr id="1176578" name="Rectangle 2">
            <a:extLst>
              <a:ext uri="{FF2B5EF4-FFF2-40B4-BE49-F238E27FC236}">
                <a16:creationId xmlns:a16="http://schemas.microsoft.com/office/drawing/2014/main" id="{6046BB02-0438-3E6C-7AE9-1DE8787E108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6579" name="Rectangle 3">
            <a:extLst>
              <a:ext uri="{FF2B5EF4-FFF2-40B4-BE49-F238E27FC236}">
                <a16:creationId xmlns:a16="http://schemas.microsoft.com/office/drawing/2014/main" id="{89F222C4-C5B3-F63E-17E0-1FDBB59011A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6580" name="Rectangle 4">
            <a:extLst>
              <a:ext uri="{FF2B5EF4-FFF2-40B4-BE49-F238E27FC236}">
                <a16:creationId xmlns:a16="http://schemas.microsoft.com/office/drawing/2014/main" id="{5B3B72F3-BC80-3047-1650-AE0AFF9E002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6581" name="Rectangle 5">
            <a:extLst>
              <a:ext uri="{FF2B5EF4-FFF2-40B4-BE49-F238E27FC236}">
                <a16:creationId xmlns:a16="http://schemas.microsoft.com/office/drawing/2014/main" id="{5973E84E-93D5-1784-46F8-95A9A1AF43A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6582" name="Rectangle 6">
            <a:extLst>
              <a:ext uri="{FF2B5EF4-FFF2-40B4-BE49-F238E27FC236}">
                <a16:creationId xmlns:a16="http://schemas.microsoft.com/office/drawing/2014/main" id="{8CF2ADF8-6721-C953-A10B-0EF3587FF1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6583" name="Rectangle 7">
            <a:extLst>
              <a:ext uri="{FF2B5EF4-FFF2-40B4-BE49-F238E27FC236}">
                <a16:creationId xmlns:a16="http://schemas.microsoft.com/office/drawing/2014/main" id="{AE3AF44D-2E95-F236-9A5E-F77C9C4E935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6584" name="Rectangle 8">
            <a:extLst>
              <a:ext uri="{FF2B5EF4-FFF2-40B4-BE49-F238E27FC236}">
                <a16:creationId xmlns:a16="http://schemas.microsoft.com/office/drawing/2014/main" id="{50E7A6C4-E87D-5BBC-88E4-F16A4B2692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6586" name="Text Box 10">
            <a:extLst>
              <a:ext uri="{FF2B5EF4-FFF2-40B4-BE49-F238E27FC236}">
                <a16:creationId xmlns:a16="http://schemas.microsoft.com/office/drawing/2014/main" id="{83BDBFEB-5229-C5D5-8618-127F840FF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4529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12.3 (continued)</a:t>
            </a:r>
          </a:p>
        </p:txBody>
      </p:sp>
      <p:sp>
        <p:nvSpPr>
          <p:cNvPr id="1176587" name="Rectangle 11">
            <a:extLst>
              <a:ext uri="{FF2B5EF4-FFF2-40B4-BE49-F238E27FC236}">
                <a16:creationId xmlns:a16="http://schemas.microsoft.com/office/drawing/2014/main" id="{7E442F22-F0DB-8B91-CE86-63D38BBCD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8200"/>
            <a:ext cx="8686800" cy="56435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b.</a:t>
            </a:r>
            <a:r>
              <a:rPr lang="en-US" altLang="th-TH" baseline="0"/>
              <a:t> If the system creates 500 frames per second, this is</a:t>
            </a:r>
            <a:br>
              <a:rPr lang="en-US" altLang="th-TH" baseline="0"/>
            </a:br>
            <a:r>
              <a:rPr lang="en-US" altLang="th-TH" baseline="0"/>
              <a:t>    (1/2) frame per millisecond. The load is (1/2). In this</a:t>
            </a:r>
            <a:br>
              <a:rPr lang="en-US" altLang="th-TH" baseline="0"/>
            </a:br>
            <a:r>
              <a:rPr lang="en-US" altLang="th-TH" baseline="0"/>
              <a:t>    case S = G × e </a:t>
            </a:r>
            <a:r>
              <a:rPr lang="en-US" altLang="th-TH" baseline="30000"/>
              <a:t>−2G</a:t>
            </a:r>
            <a:r>
              <a:rPr lang="en-US" altLang="th-TH" baseline="0"/>
              <a:t> or S = 0.184 (18.4 percent). This</a:t>
            </a:r>
            <a:br>
              <a:rPr lang="en-US" altLang="th-TH" baseline="0"/>
            </a:br>
            <a:r>
              <a:rPr lang="en-US" altLang="th-TH" baseline="0"/>
              <a:t>    means that the throughput is 500 × 0.184 = 92 and that</a:t>
            </a:r>
            <a:br>
              <a:rPr lang="en-US" altLang="th-TH" baseline="0"/>
            </a:br>
            <a:r>
              <a:rPr lang="en-US" altLang="th-TH" baseline="0"/>
              <a:t>    only 92 frames out of 500 will probably survive. Note</a:t>
            </a:r>
            <a:br>
              <a:rPr lang="en-US" altLang="th-TH" baseline="0"/>
            </a:br>
            <a:r>
              <a:rPr lang="en-US" altLang="th-TH" baseline="0"/>
              <a:t>    that this is the maximum throughput case,</a:t>
            </a:r>
            <a:br>
              <a:rPr lang="en-US" altLang="th-TH" baseline="0"/>
            </a:br>
            <a:r>
              <a:rPr lang="en-US" altLang="th-TH" baseline="0"/>
              <a:t>    percentagewise.</a:t>
            </a:r>
          </a:p>
          <a:p>
            <a:pPr algn="just"/>
            <a:endParaRPr lang="en-US" altLang="th-TH" baseline="0"/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c.</a:t>
            </a:r>
            <a:r>
              <a:rPr lang="en-US" altLang="th-TH" baseline="0"/>
              <a:t> If the system creates 250 frames per second, this is (1/4)</a:t>
            </a:r>
            <a:br>
              <a:rPr lang="en-US" altLang="th-TH" baseline="0"/>
            </a:br>
            <a:r>
              <a:rPr lang="en-US" altLang="th-TH" baseline="0"/>
              <a:t>    frame per millisecond. The load is (1/4). In this case </a:t>
            </a:r>
            <a:br>
              <a:rPr lang="en-US" altLang="th-TH" baseline="0"/>
            </a:br>
            <a:r>
              <a:rPr lang="en-US" altLang="th-TH" baseline="0"/>
              <a:t>    S = G × e −</a:t>
            </a:r>
            <a:r>
              <a:rPr lang="en-US" altLang="th-TH" baseline="30000"/>
              <a:t>2G</a:t>
            </a:r>
            <a:r>
              <a:rPr lang="en-US" altLang="th-TH" baseline="0"/>
              <a:t> or S = 0.152 (15.2 percent). This means</a:t>
            </a:r>
            <a:br>
              <a:rPr lang="en-US" altLang="th-TH" baseline="0"/>
            </a:br>
            <a:r>
              <a:rPr lang="en-US" altLang="th-TH" baseline="0"/>
              <a:t>    that the throughput is 250 × 0.152 = 38. Only 38</a:t>
            </a:r>
            <a:br>
              <a:rPr lang="en-US" altLang="th-TH" baseline="0"/>
            </a:br>
            <a:r>
              <a:rPr lang="en-US" altLang="th-TH" baseline="0"/>
              <a:t>    frames out of 250 will probably survive.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C39B6229-B4EC-3383-64B6-8E7E069069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E9ABE33A-6313-584F-B9BA-299AC9628BF6}" type="slidenum">
              <a:rPr lang="en-US" altLang="th-TH"/>
              <a:pPr/>
              <a:t>14</a:t>
            </a:fld>
            <a:endParaRPr lang="en-US" altLang="th-TH"/>
          </a:p>
        </p:txBody>
      </p:sp>
      <p:sp>
        <p:nvSpPr>
          <p:cNvPr id="1090562" name="Line 2">
            <a:extLst>
              <a:ext uri="{FF2B5EF4-FFF2-40B4-BE49-F238E27FC236}">
                <a16:creationId xmlns:a16="http://schemas.microsoft.com/office/drawing/2014/main" id="{F32B6632-B0D4-23AD-3AA1-7E7BC2036A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0563" name="Line 3">
            <a:extLst>
              <a:ext uri="{FF2B5EF4-FFF2-40B4-BE49-F238E27FC236}">
                <a16:creationId xmlns:a16="http://schemas.microsoft.com/office/drawing/2014/main" id="{6E4B607C-DA6C-7E22-5F81-E9C79371FC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0564" name="Text Box 4">
            <a:extLst>
              <a:ext uri="{FF2B5EF4-FFF2-40B4-BE49-F238E27FC236}">
                <a16:creationId xmlns:a16="http://schemas.microsoft.com/office/drawing/2014/main" id="{52D9FC6E-9146-F108-90F8-D7BE8C322B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66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12.6  </a:t>
            </a:r>
            <a:r>
              <a:rPr lang="en-US" altLang="th-TH" sz="2000" baseline="0"/>
              <a:t>Frames in a slotted ALOHA network</a:t>
            </a:r>
          </a:p>
        </p:txBody>
      </p:sp>
      <p:sp>
        <p:nvSpPr>
          <p:cNvPr id="1090565" name="Line 5">
            <a:extLst>
              <a:ext uri="{FF2B5EF4-FFF2-40B4-BE49-F238E27FC236}">
                <a16:creationId xmlns:a16="http://schemas.microsoft.com/office/drawing/2014/main" id="{697CF0E4-E4D1-E83D-4F15-6353DCC64C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090567" name="Picture 7">
            <a:extLst>
              <a:ext uri="{FF2B5EF4-FFF2-40B4-BE49-F238E27FC236}">
                <a16:creationId xmlns:a16="http://schemas.microsoft.com/office/drawing/2014/main" id="{87BA14E5-5F75-FC8F-0441-6C54E329A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1433513"/>
            <a:ext cx="8501062" cy="3976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3B54E55-41C7-6F32-109F-10CE4C33E0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3CA6C901-5BA4-7848-8905-019E66767F9D}" type="slidenum">
              <a:rPr lang="en-US" altLang="th-TH"/>
              <a:pPr/>
              <a:t>15</a:t>
            </a:fld>
            <a:endParaRPr lang="en-US" altLang="th-TH"/>
          </a:p>
        </p:txBody>
      </p:sp>
      <p:sp>
        <p:nvSpPr>
          <p:cNvPr id="1141762" name="Rectangle 2">
            <a:extLst>
              <a:ext uri="{FF2B5EF4-FFF2-40B4-BE49-F238E27FC236}">
                <a16:creationId xmlns:a16="http://schemas.microsoft.com/office/drawing/2014/main" id="{1FE41A4B-AB67-3E40-EA6F-1BD3F2A82A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1763" name="Rectangle 3">
            <a:extLst>
              <a:ext uri="{FF2B5EF4-FFF2-40B4-BE49-F238E27FC236}">
                <a16:creationId xmlns:a16="http://schemas.microsoft.com/office/drawing/2014/main" id="{CAE59C2E-941F-AD6F-F4BA-16E6BEDA1DF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1764" name="Rectangle 4">
            <a:extLst>
              <a:ext uri="{FF2B5EF4-FFF2-40B4-BE49-F238E27FC236}">
                <a16:creationId xmlns:a16="http://schemas.microsoft.com/office/drawing/2014/main" id="{F98F663B-88EB-9DA1-70B0-F7188477660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1765" name="Rectangle 5">
            <a:extLst>
              <a:ext uri="{FF2B5EF4-FFF2-40B4-BE49-F238E27FC236}">
                <a16:creationId xmlns:a16="http://schemas.microsoft.com/office/drawing/2014/main" id="{2C900C20-3D74-211B-8D1B-ED226C09F17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1766" name="Rectangle 6">
            <a:extLst>
              <a:ext uri="{FF2B5EF4-FFF2-40B4-BE49-F238E27FC236}">
                <a16:creationId xmlns:a16="http://schemas.microsoft.com/office/drawing/2014/main" id="{EF6A9792-8F2E-2558-27B4-C89A4B140CA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1767" name="Rectangle 7">
            <a:extLst>
              <a:ext uri="{FF2B5EF4-FFF2-40B4-BE49-F238E27FC236}">
                <a16:creationId xmlns:a16="http://schemas.microsoft.com/office/drawing/2014/main" id="{91AB5561-DA95-45CB-6932-F70F0D2462A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1768" name="Rectangle 8">
            <a:extLst>
              <a:ext uri="{FF2B5EF4-FFF2-40B4-BE49-F238E27FC236}">
                <a16:creationId xmlns:a16="http://schemas.microsoft.com/office/drawing/2014/main" id="{C4BBE93B-7B72-5EE2-C87B-D69FD3775A6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1769" name="Line 9">
            <a:extLst>
              <a:ext uri="{FF2B5EF4-FFF2-40B4-BE49-F238E27FC236}">
                <a16:creationId xmlns:a16="http://schemas.microsoft.com/office/drawing/2014/main" id="{1CA3F5BC-4368-3EC2-9B9E-2976E43FC5C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41770" name="Line 10">
            <a:extLst>
              <a:ext uri="{FF2B5EF4-FFF2-40B4-BE49-F238E27FC236}">
                <a16:creationId xmlns:a16="http://schemas.microsoft.com/office/drawing/2014/main" id="{A9679211-14E0-5C49-FC8B-690E30D752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41771" name="Rectangle 11">
            <a:extLst>
              <a:ext uri="{FF2B5EF4-FFF2-40B4-BE49-F238E27FC236}">
                <a16:creationId xmlns:a16="http://schemas.microsoft.com/office/drawing/2014/main" id="{2B5C5C73-097B-D211-1741-5285D45A47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The throughput for slotted ALOHA is </a:t>
            </a:r>
            <a:br>
              <a:rPr lang="en-US" altLang="th-TH" sz="3200" i="0" baseline="0">
                <a:latin typeface="Arial" panose="020B0604020202020204" pitchFamily="34" charset="0"/>
              </a:rPr>
            </a:br>
            <a:r>
              <a:rPr lang="en-US" altLang="th-TH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S = G × e</a:t>
            </a:r>
            <a:r>
              <a:rPr lang="en-US" altLang="th-TH" sz="3200" i="0" baseline="30000">
                <a:solidFill>
                  <a:schemeClr val="hlink"/>
                </a:solidFill>
                <a:latin typeface="Arial" panose="020B0604020202020204" pitchFamily="34" charset="0"/>
              </a:rPr>
              <a:t>−G</a:t>
            </a:r>
            <a:r>
              <a:rPr lang="en-US" altLang="th-TH" sz="3200" i="0" baseline="0">
                <a:latin typeface="Arial" panose="020B0604020202020204" pitchFamily="34" charset="0"/>
              </a:rPr>
              <a:t> .</a:t>
            </a:r>
          </a:p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The maximum throughput </a:t>
            </a:r>
            <a:br>
              <a:rPr lang="en-US" altLang="th-TH" sz="3200" i="0" baseline="0">
                <a:latin typeface="Arial" panose="020B0604020202020204" pitchFamily="34" charset="0"/>
              </a:rPr>
            </a:br>
            <a:r>
              <a:rPr lang="en-US" altLang="th-TH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S</a:t>
            </a:r>
            <a:r>
              <a:rPr lang="en-US" altLang="th-TH" sz="3200" i="0" baseline="-18000">
                <a:solidFill>
                  <a:schemeClr val="hlink"/>
                </a:solidFill>
                <a:latin typeface="Arial" panose="020B0604020202020204" pitchFamily="34" charset="0"/>
              </a:rPr>
              <a:t>max</a:t>
            </a:r>
            <a:r>
              <a:rPr lang="en-US" altLang="th-TH" sz="3200" i="0" baseline="0">
                <a:solidFill>
                  <a:schemeClr val="hlink"/>
                </a:solidFill>
                <a:latin typeface="Arial" panose="020B0604020202020204" pitchFamily="34" charset="0"/>
              </a:rPr>
              <a:t> = 0.368</a:t>
            </a:r>
            <a:r>
              <a:rPr lang="en-US" altLang="th-TH" sz="3200" i="0" baseline="0">
                <a:latin typeface="Arial" panose="020B0604020202020204" pitchFamily="34" charset="0"/>
              </a:rPr>
              <a:t> when G = 1.</a:t>
            </a:r>
          </a:p>
        </p:txBody>
      </p:sp>
      <p:grpSp>
        <p:nvGrpSpPr>
          <p:cNvPr id="1141772" name="Group 12">
            <a:extLst>
              <a:ext uri="{FF2B5EF4-FFF2-40B4-BE49-F238E27FC236}">
                <a16:creationId xmlns:a16="http://schemas.microsoft.com/office/drawing/2014/main" id="{C05C6206-6546-17DC-9B43-6646CF65BDA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41773" name="Picture 13">
              <a:extLst>
                <a:ext uri="{FF2B5EF4-FFF2-40B4-BE49-F238E27FC236}">
                  <a16:creationId xmlns:a16="http://schemas.microsoft.com/office/drawing/2014/main" id="{A684D683-9ABC-EC5F-2035-C5DC4F7CBA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41774" name="Text Box 14">
              <a:extLst>
                <a:ext uri="{FF2B5EF4-FFF2-40B4-BE49-F238E27FC236}">
                  <a16:creationId xmlns:a16="http://schemas.microsoft.com/office/drawing/2014/main" id="{AB2D6923-E520-ACE1-9C7E-9814F51A6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D805D5A0-5C41-6D16-0A5C-10FF5916C4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1E80F71A-264C-604A-9EC3-EC7846BBE429}" type="slidenum">
              <a:rPr lang="en-US" altLang="th-TH"/>
              <a:pPr/>
              <a:t>16</a:t>
            </a:fld>
            <a:endParaRPr lang="en-US" altLang="th-TH"/>
          </a:p>
        </p:txBody>
      </p:sp>
      <p:sp>
        <p:nvSpPr>
          <p:cNvPr id="1092610" name="Line 2">
            <a:extLst>
              <a:ext uri="{FF2B5EF4-FFF2-40B4-BE49-F238E27FC236}">
                <a16:creationId xmlns:a16="http://schemas.microsoft.com/office/drawing/2014/main" id="{21620F2E-FB7F-F822-4EE7-B47B292975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2611" name="Line 3">
            <a:extLst>
              <a:ext uri="{FF2B5EF4-FFF2-40B4-BE49-F238E27FC236}">
                <a16:creationId xmlns:a16="http://schemas.microsoft.com/office/drawing/2014/main" id="{604DA943-70CE-3194-25E1-F8F8F7668F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2612" name="Text Box 4">
            <a:extLst>
              <a:ext uri="{FF2B5EF4-FFF2-40B4-BE49-F238E27FC236}">
                <a16:creationId xmlns:a16="http://schemas.microsoft.com/office/drawing/2014/main" id="{E1A630F4-0142-2E35-0A54-0F027C2CA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464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12.7  </a:t>
            </a:r>
            <a:r>
              <a:rPr lang="en-US" altLang="th-TH" sz="2000" baseline="0"/>
              <a:t>Vulnerable time for slotted ALOHA protocol</a:t>
            </a:r>
          </a:p>
        </p:txBody>
      </p:sp>
      <p:sp>
        <p:nvSpPr>
          <p:cNvPr id="1092613" name="Line 5">
            <a:extLst>
              <a:ext uri="{FF2B5EF4-FFF2-40B4-BE49-F238E27FC236}">
                <a16:creationId xmlns:a16="http://schemas.microsoft.com/office/drawing/2014/main" id="{CC5E8C0A-276F-A0D7-82D7-89A2058F2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092615" name="Picture 7">
            <a:extLst>
              <a:ext uri="{FF2B5EF4-FFF2-40B4-BE49-F238E27FC236}">
                <a16:creationId xmlns:a16="http://schemas.microsoft.com/office/drawing/2014/main" id="{14A5D58F-F827-8300-D289-66A2C756F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" y="1430338"/>
            <a:ext cx="7632700" cy="4360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B8D5154-9319-E757-9092-A3F5DD9428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5FD5D791-20C7-024E-BAD6-3F26BE93F638}" type="slidenum">
              <a:rPr lang="en-US" altLang="th-TH"/>
              <a:pPr/>
              <a:t>17</a:t>
            </a:fld>
            <a:endParaRPr lang="en-US" altLang="th-TH"/>
          </a:p>
        </p:txBody>
      </p:sp>
      <p:sp>
        <p:nvSpPr>
          <p:cNvPr id="1178626" name="Rectangle 2">
            <a:extLst>
              <a:ext uri="{FF2B5EF4-FFF2-40B4-BE49-F238E27FC236}">
                <a16:creationId xmlns:a16="http://schemas.microsoft.com/office/drawing/2014/main" id="{8F323EB1-9CF8-B3E9-59E5-9F3EFA76FA3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8627" name="Rectangle 3">
            <a:extLst>
              <a:ext uri="{FF2B5EF4-FFF2-40B4-BE49-F238E27FC236}">
                <a16:creationId xmlns:a16="http://schemas.microsoft.com/office/drawing/2014/main" id="{C489DCA5-E3CF-BC42-095E-CB9BF8D7C19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8628" name="Rectangle 4">
            <a:extLst>
              <a:ext uri="{FF2B5EF4-FFF2-40B4-BE49-F238E27FC236}">
                <a16:creationId xmlns:a16="http://schemas.microsoft.com/office/drawing/2014/main" id="{5C1550F8-AE8A-3548-FBAD-37B6BCC81EC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8629" name="Rectangle 5">
            <a:extLst>
              <a:ext uri="{FF2B5EF4-FFF2-40B4-BE49-F238E27FC236}">
                <a16:creationId xmlns:a16="http://schemas.microsoft.com/office/drawing/2014/main" id="{4BDEE304-292B-6FB3-7CF5-4A88E6C0CF2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8630" name="Rectangle 6">
            <a:extLst>
              <a:ext uri="{FF2B5EF4-FFF2-40B4-BE49-F238E27FC236}">
                <a16:creationId xmlns:a16="http://schemas.microsoft.com/office/drawing/2014/main" id="{B31A6832-EFD6-B8F1-63B1-CCA252B40E8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8631" name="Rectangle 7">
            <a:extLst>
              <a:ext uri="{FF2B5EF4-FFF2-40B4-BE49-F238E27FC236}">
                <a16:creationId xmlns:a16="http://schemas.microsoft.com/office/drawing/2014/main" id="{E779F203-C5A3-B041-4F6A-2FC04B87E48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8632" name="Rectangle 8">
            <a:extLst>
              <a:ext uri="{FF2B5EF4-FFF2-40B4-BE49-F238E27FC236}">
                <a16:creationId xmlns:a16="http://schemas.microsoft.com/office/drawing/2014/main" id="{E01BD58A-9474-0025-64AE-AB3C74B9C33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8633" name="Rectangle 9">
            <a:extLst>
              <a:ext uri="{FF2B5EF4-FFF2-40B4-BE49-F238E27FC236}">
                <a16:creationId xmlns:a16="http://schemas.microsoft.com/office/drawing/2014/main" id="{E2B00CD8-FABA-50C7-7754-614FDA94CD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8200"/>
            <a:ext cx="8686800" cy="22272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/>
              <a:t>A slotted ALOHA  network transmits 200-bit frames on a shared channel of 200 kbps. What is the throughput if the system (all stations together) produces</a:t>
            </a:r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a.</a:t>
            </a:r>
            <a:r>
              <a:rPr lang="en-US" altLang="th-TH" baseline="0"/>
              <a:t> 1000 frames per second    </a:t>
            </a:r>
            <a:r>
              <a:rPr lang="en-US" altLang="th-TH" baseline="0">
                <a:solidFill>
                  <a:schemeClr val="hlink"/>
                </a:solidFill>
              </a:rPr>
              <a:t>b.</a:t>
            </a:r>
            <a:r>
              <a:rPr lang="en-US" altLang="th-TH" baseline="0"/>
              <a:t> 500 frames per second</a:t>
            </a:r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c.</a:t>
            </a:r>
            <a:r>
              <a:rPr lang="en-US" altLang="th-TH" baseline="0"/>
              <a:t> 250 frames per second.</a:t>
            </a:r>
          </a:p>
        </p:txBody>
      </p:sp>
      <p:sp>
        <p:nvSpPr>
          <p:cNvPr id="1178634" name="Text Box 10">
            <a:extLst>
              <a:ext uri="{FF2B5EF4-FFF2-40B4-BE49-F238E27FC236}">
                <a16:creationId xmlns:a16="http://schemas.microsoft.com/office/drawing/2014/main" id="{D9D8EFC8-86CC-D281-9716-DD4DE88D3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12.4</a:t>
            </a:r>
          </a:p>
        </p:txBody>
      </p:sp>
      <p:sp>
        <p:nvSpPr>
          <p:cNvPr id="1178635" name="Rectangle 11">
            <a:extLst>
              <a:ext uri="{FF2B5EF4-FFF2-40B4-BE49-F238E27FC236}">
                <a16:creationId xmlns:a16="http://schemas.microsoft.com/office/drawing/2014/main" id="{08E7C0FF-0261-5633-7BBC-6412CC16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00400"/>
            <a:ext cx="8686800" cy="308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th-TH" baseline="0"/>
              <a:t>The frame transmission time is 200/200 kbps or 1 ms.</a:t>
            </a:r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a.</a:t>
            </a:r>
            <a:r>
              <a:rPr lang="en-US" altLang="th-TH" baseline="0"/>
              <a:t> If the system creates 1000 frames per second, this is 1</a:t>
            </a:r>
            <a:br>
              <a:rPr lang="en-US" altLang="th-TH" baseline="0"/>
            </a:br>
            <a:r>
              <a:rPr lang="en-US" altLang="th-TH" baseline="0"/>
              <a:t>    frame per millisecond. The load is 1. In this case </a:t>
            </a:r>
            <a:br>
              <a:rPr lang="en-US" altLang="th-TH" baseline="0"/>
            </a:br>
            <a:r>
              <a:rPr lang="en-US" altLang="th-TH" baseline="0"/>
              <a:t>    S = G× e</a:t>
            </a:r>
            <a:r>
              <a:rPr lang="en-US" altLang="th-TH" baseline="30000"/>
              <a:t>−G</a:t>
            </a:r>
            <a:r>
              <a:rPr lang="en-US" altLang="th-TH" baseline="0"/>
              <a:t> or S = 0.368 (36.8 percent). This means</a:t>
            </a:r>
            <a:br>
              <a:rPr lang="en-US" altLang="th-TH" baseline="0"/>
            </a:br>
            <a:r>
              <a:rPr lang="en-US" altLang="th-TH" baseline="0"/>
              <a:t>    that the throughput is 1000 × 0.0368 = 368 frames.</a:t>
            </a:r>
            <a:br>
              <a:rPr lang="en-US" altLang="th-TH" baseline="0"/>
            </a:br>
            <a:r>
              <a:rPr lang="en-US" altLang="th-TH" baseline="0"/>
              <a:t>    Only 386 frames out of 1000 will probably survive.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A241A08-C731-6B49-1113-EC26679DB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41526CEB-501B-1843-9C26-4B362304A829}" type="slidenum">
              <a:rPr lang="en-US" altLang="th-TH"/>
              <a:pPr/>
              <a:t>18</a:t>
            </a:fld>
            <a:endParaRPr lang="en-US" altLang="th-TH"/>
          </a:p>
        </p:txBody>
      </p:sp>
      <p:sp>
        <p:nvSpPr>
          <p:cNvPr id="1180674" name="Rectangle 2">
            <a:extLst>
              <a:ext uri="{FF2B5EF4-FFF2-40B4-BE49-F238E27FC236}">
                <a16:creationId xmlns:a16="http://schemas.microsoft.com/office/drawing/2014/main" id="{7F17D360-7CB3-47C9-41A4-287CE3CB5AF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80675" name="Rectangle 3">
            <a:extLst>
              <a:ext uri="{FF2B5EF4-FFF2-40B4-BE49-F238E27FC236}">
                <a16:creationId xmlns:a16="http://schemas.microsoft.com/office/drawing/2014/main" id="{C69FFFE8-2785-9379-5BC8-1CF0512F5D5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80676" name="Rectangle 4">
            <a:extLst>
              <a:ext uri="{FF2B5EF4-FFF2-40B4-BE49-F238E27FC236}">
                <a16:creationId xmlns:a16="http://schemas.microsoft.com/office/drawing/2014/main" id="{C61E0739-65D9-2AD5-2C7D-1A4C45A4BB3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80677" name="Rectangle 5">
            <a:extLst>
              <a:ext uri="{FF2B5EF4-FFF2-40B4-BE49-F238E27FC236}">
                <a16:creationId xmlns:a16="http://schemas.microsoft.com/office/drawing/2014/main" id="{213BAC53-78A9-0947-DEA7-B276498D78C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80678" name="Rectangle 6">
            <a:extLst>
              <a:ext uri="{FF2B5EF4-FFF2-40B4-BE49-F238E27FC236}">
                <a16:creationId xmlns:a16="http://schemas.microsoft.com/office/drawing/2014/main" id="{5A0868A3-B799-39F2-1252-B2EF916553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80679" name="Rectangle 7">
            <a:extLst>
              <a:ext uri="{FF2B5EF4-FFF2-40B4-BE49-F238E27FC236}">
                <a16:creationId xmlns:a16="http://schemas.microsoft.com/office/drawing/2014/main" id="{63FF88C9-008A-1771-8998-80DC1A73FE2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80680" name="Rectangle 8">
            <a:extLst>
              <a:ext uri="{FF2B5EF4-FFF2-40B4-BE49-F238E27FC236}">
                <a16:creationId xmlns:a16="http://schemas.microsoft.com/office/drawing/2014/main" id="{C3DEC06D-180C-8174-4CC7-EBB683C4D5C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80681" name="Text Box 9">
            <a:extLst>
              <a:ext uri="{FF2B5EF4-FFF2-40B4-BE49-F238E27FC236}">
                <a16:creationId xmlns:a16="http://schemas.microsoft.com/office/drawing/2014/main" id="{4F926756-1239-7E39-4D26-081ECD855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4529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12.4 (continued)</a:t>
            </a:r>
          </a:p>
        </p:txBody>
      </p:sp>
      <p:sp>
        <p:nvSpPr>
          <p:cNvPr id="1180682" name="Rectangle 10">
            <a:extLst>
              <a:ext uri="{FF2B5EF4-FFF2-40B4-BE49-F238E27FC236}">
                <a16:creationId xmlns:a16="http://schemas.microsoft.com/office/drawing/2014/main" id="{872E8802-A1F3-0E85-0438-D214B0AB2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838200"/>
            <a:ext cx="8686800" cy="478948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b.</a:t>
            </a:r>
            <a:r>
              <a:rPr lang="en-US" altLang="th-TH" baseline="0"/>
              <a:t> If the system creates 500 frames per second, this is</a:t>
            </a:r>
            <a:br>
              <a:rPr lang="en-US" altLang="th-TH" baseline="0"/>
            </a:br>
            <a:r>
              <a:rPr lang="en-US" altLang="th-TH" baseline="0"/>
              <a:t>    (1/2) frame per millisecond. The load is (1/2). In this</a:t>
            </a:r>
            <a:br>
              <a:rPr lang="en-US" altLang="th-TH" baseline="0"/>
            </a:br>
            <a:r>
              <a:rPr lang="en-US" altLang="th-TH" baseline="0"/>
              <a:t>    case S = G × e</a:t>
            </a:r>
            <a:r>
              <a:rPr lang="en-US" altLang="th-TH" baseline="30000"/>
              <a:t>−G</a:t>
            </a:r>
            <a:r>
              <a:rPr lang="en-US" altLang="th-TH" baseline="0"/>
              <a:t> or S = 0.303 (30.3 percent). This</a:t>
            </a:r>
            <a:br>
              <a:rPr lang="en-US" altLang="th-TH" baseline="0"/>
            </a:br>
            <a:r>
              <a:rPr lang="en-US" altLang="th-TH" baseline="0"/>
              <a:t>    means that the throughput is 500 × 0.0303 = 151. </a:t>
            </a:r>
            <a:br>
              <a:rPr lang="en-US" altLang="th-TH" baseline="0"/>
            </a:br>
            <a:r>
              <a:rPr lang="en-US" altLang="th-TH" baseline="0"/>
              <a:t>    Only 151 frames out of 500 will probably survive.</a:t>
            </a:r>
          </a:p>
          <a:p>
            <a:pPr algn="just"/>
            <a:endParaRPr lang="en-US" altLang="th-TH" baseline="0"/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c.</a:t>
            </a:r>
            <a:r>
              <a:rPr lang="en-US" altLang="th-TH" baseline="0"/>
              <a:t> If the system creates 250 frames per second, this is (1/4)</a:t>
            </a:r>
            <a:br>
              <a:rPr lang="en-US" altLang="th-TH" baseline="0"/>
            </a:br>
            <a:r>
              <a:rPr lang="en-US" altLang="th-TH" baseline="0"/>
              <a:t>    frame per millisecond. The load is (1/4). In this case </a:t>
            </a:r>
            <a:br>
              <a:rPr lang="en-US" altLang="th-TH" baseline="0"/>
            </a:br>
            <a:r>
              <a:rPr lang="en-US" altLang="th-TH" baseline="0"/>
              <a:t>    S = G × e </a:t>
            </a:r>
            <a:r>
              <a:rPr lang="en-US" altLang="th-TH" baseline="30000"/>
              <a:t>−G</a:t>
            </a:r>
            <a:r>
              <a:rPr lang="en-US" altLang="th-TH" baseline="0"/>
              <a:t> or S = 0.195 (19.5 percent). This means</a:t>
            </a:r>
            <a:br>
              <a:rPr lang="en-US" altLang="th-TH" baseline="0"/>
            </a:br>
            <a:r>
              <a:rPr lang="en-US" altLang="th-TH" baseline="0"/>
              <a:t>    that the throughput is 250 × 0.195 = 49. Only 49</a:t>
            </a:r>
            <a:br>
              <a:rPr lang="en-US" altLang="th-TH" baseline="0"/>
            </a:br>
            <a:r>
              <a:rPr lang="en-US" altLang="th-TH" baseline="0"/>
              <a:t>    frames out of 250 will probably survive.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645E857B-B377-F995-F088-E58FC842AE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E04D5DF4-629B-AA47-B02C-86E6CE3761B5}" type="slidenum">
              <a:rPr lang="en-US" altLang="th-TH"/>
              <a:pPr/>
              <a:t>19</a:t>
            </a:fld>
            <a:endParaRPr lang="en-US" altLang="th-TH"/>
          </a:p>
        </p:txBody>
      </p:sp>
      <p:sp>
        <p:nvSpPr>
          <p:cNvPr id="1094658" name="Line 2">
            <a:extLst>
              <a:ext uri="{FF2B5EF4-FFF2-40B4-BE49-F238E27FC236}">
                <a16:creationId xmlns:a16="http://schemas.microsoft.com/office/drawing/2014/main" id="{2E21DE36-3A71-7F14-2BBC-182E5C109E4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4659" name="Line 3">
            <a:extLst>
              <a:ext uri="{FF2B5EF4-FFF2-40B4-BE49-F238E27FC236}">
                <a16:creationId xmlns:a16="http://schemas.microsoft.com/office/drawing/2014/main" id="{3DF8D38D-A8B3-EA37-522C-A1FBC2C98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4660" name="Text Box 4">
            <a:extLst>
              <a:ext uri="{FF2B5EF4-FFF2-40B4-BE49-F238E27FC236}">
                <a16:creationId xmlns:a16="http://schemas.microsoft.com/office/drawing/2014/main" id="{541C228E-AF5A-A2BF-D8EF-88243001E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300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12.8  </a:t>
            </a:r>
            <a:r>
              <a:rPr lang="en-US" altLang="th-TH" sz="2000" baseline="0"/>
              <a:t>Space/time model of the collision in CSMA</a:t>
            </a:r>
          </a:p>
        </p:txBody>
      </p:sp>
      <p:sp>
        <p:nvSpPr>
          <p:cNvPr id="1094661" name="Line 5">
            <a:extLst>
              <a:ext uri="{FF2B5EF4-FFF2-40B4-BE49-F238E27FC236}">
                <a16:creationId xmlns:a16="http://schemas.microsoft.com/office/drawing/2014/main" id="{F75BE591-1ACE-9E44-5A2E-C3C60BA0A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094663" name="Picture 7">
            <a:extLst>
              <a:ext uri="{FF2B5EF4-FFF2-40B4-BE49-F238E27FC236}">
                <a16:creationId xmlns:a16="http://schemas.microsoft.com/office/drawing/2014/main" id="{83555BC0-A611-DC2D-15E0-7B3BA537D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1066800"/>
            <a:ext cx="7880350" cy="5078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9AFA8EEE-2305-C454-8EE7-28D22D7D65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7D4C16DD-DA5A-D947-8E7F-9325371A424A}" type="slidenum">
              <a:rPr lang="en-US" altLang="th-TH"/>
              <a:pPr/>
              <a:t>20</a:t>
            </a:fld>
            <a:endParaRPr lang="en-US" altLang="th-TH"/>
          </a:p>
        </p:txBody>
      </p:sp>
      <p:sp>
        <p:nvSpPr>
          <p:cNvPr id="1096706" name="Line 2">
            <a:extLst>
              <a:ext uri="{FF2B5EF4-FFF2-40B4-BE49-F238E27FC236}">
                <a16:creationId xmlns:a16="http://schemas.microsoft.com/office/drawing/2014/main" id="{085362BA-2E2C-0B5A-2BFC-815A695DD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6707" name="Line 3">
            <a:extLst>
              <a:ext uri="{FF2B5EF4-FFF2-40B4-BE49-F238E27FC236}">
                <a16:creationId xmlns:a16="http://schemas.microsoft.com/office/drawing/2014/main" id="{3978B602-2018-5E70-B371-FCB1B3C24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6708" name="Text Box 4">
            <a:extLst>
              <a:ext uri="{FF2B5EF4-FFF2-40B4-BE49-F238E27FC236}">
                <a16:creationId xmlns:a16="http://schemas.microsoft.com/office/drawing/2014/main" id="{8A39E6C3-9116-98FF-ED8F-27E62C211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5354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12.9  </a:t>
            </a:r>
            <a:r>
              <a:rPr lang="en-US" altLang="th-TH" sz="2000" baseline="0"/>
              <a:t>Vulnerable time in CSMA</a:t>
            </a:r>
          </a:p>
        </p:txBody>
      </p:sp>
      <p:sp>
        <p:nvSpPr>
          <p:cNvPr id="1096709" name="Line 5">
            <a:extLst>
              <a:ext uri="{FF2B5EF4-FFF2-40B4-BE49-F238E27FC236}">
                <a16:creationId xmlns:a16="http://schemas.microsoft.com/office/drawing/2014/main" id="{480EF2DF-4BAB-29FF-3487-F6737638B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096711" name="Picture 7">
            <a:extLst>
              <a:ext uri="{FF2B5EF4-FFF2-40B4-BE49-F238E27FC236}">
                <a16:creationId xmlns:a16="http://schemas.microsoft.com/office/drawing/2014/main" id="{66901447-6B74-67FD-1ED3-020346E8B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35175"/>
            <a:ext cx="8839200" cy="3298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56ED0BA2-D898-375E-8B94-15E51C601F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6A88D083-A49E-B34C-88E0-AC080E4560B1}" type="slidenum">
              <a:rPr lang="en-US" altLang="th-TH"/>
              <a:pPr/>
              <a:t>21</a:t>
            </a:fld>
            <a:endParaRPr lang="en-US" altLang="th-TH"/>
          </a:p>
        </p:txBody>
      </p:sp>
      <p:sp>
        <p:nvSpPr>
          <p:cNvPr id="1098754" name="Line 2">
            <a:extLst>
              <a:ext uri="{FF2B5EF4-FFF2-40B4-BE49-F238E27FC236}">
                <a16:creationId xmlns:a16="http://schemas.microsoft.com/office/drawing/2014/main" id="{931E9724-F832-0FA7-A401-A951087CE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8755" name="Line 3">
            <a:extLst>
              <a:ext uri="{FF2B5EF4-FFF2-40B4-BE49-F238E27FC236}">
                <a16:creationId xmlns:a16="http://schemas.microsoft.com/office/drawing/2014/main" id="{66C8568D-8DF7-7843-96C2-AB62C511D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8382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098756" name="Text Box 4">
            <a:extLst>
              <a:ext uri="{FF2B5EF4-FFF2-40B4-BE49-F238E27FC236}">
                <a16:creationId xmlns:a16="http://schemas.microsoft.com/office/drawing/2014/main" id="{92BCFC53-7FC0-FD1A-03DE-A5CEBE147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594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12.10  </a:t>
            </a:r>
            <a:r>
              <a:rPr lang="en-US" altLang="th-TH" sz="2000" baseline="0"/>
              <a:t>Behavior of three persistence methods</a:t>
            </a:r>
          </a:p>
        </p:txBody>
      </p:sp>
      <p:sp>
        <p:nvSpPr>
          <p:cNvPr id="1098757" name="Line 5">
            <a:extLst>
              <a:ext uri="{FF2B5EF4-FFF2-40B4-BE49-F238E27FC236}">
                <a16:creationId xmlns:a16="http://schemas.microsoft.com/office/drawing/2014/main" id="{19232E13-C5FD-44FF-006A-A7DA25B907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098759" name="Picture 7">
            <a:extLst>
              <a:ext uri="{FF2B5EF4-FFF2-40B4-BE49-F238E27FC236}">
                <a16:creationId xmlns:a16="http://schemas.microsoft.com/office/drawing/2014/main" id="{F1DF091A-B226-9B49-DE54-4D786AC9E9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50" y="914400"/>
            <a:ext cx="5100638" cy="5421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A5415B2E-864F-F8B6-E38E-36E8EFC28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D9CA5663-DCAD-1143-9840-25365275730A}" type="slidenum">
              <a:rPr lang="en-US" altLang="th-TH"/>
              <a:pPr/>
              <a:t>22</a:t>
            </a:fld>
            <a:endParaRPr lang="en-US" altLang="th-TH"/>
          </a:p>
        </p:txBody>
      </p:sp>
      <p:sp>
        <p:nvSpPr>
          <p:cNvPr id="1100802" name="Line 2">
            <a:extLst>
              <a:ext uri="{FF2B5EF4-FFF2-40B4-BE49-F238E27FC236}">
                <a16:creationId xmlns:a16="http://schemas.microsoft.com/office/drawing/2014/main" id="{3C37B79A-B144-672D-2C7F-8893236B9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0803" name="Line 3">
            <a:extLst>
              <a:ext uri="{FF2B5EF4-FFF2-40B4-BE49-F238E27FC236}">
                <a16:creationId xmlns:a16="http://schemas.microsoft.com/office/drawing/2014/main" id="{F29C958C-60BE-E2B8-E42F-04D3190A051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0804" name="Text Box 4">
            <a:extLst>
              <a:ext uri="{FF2B5EF4-FFF2-40B4-BE49-F238E27FC236}">
                <a16:creationId xmlns:a16="http://schemas.microsoft.com/office/drawing/2014/main" id="{536A43D5-85F0-1A6A-A7BF-F144750B4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559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12.11  </a:t>
            </a:r>
            <a:r>
              <a:rPr lang="en-US" altLang="th-TH" sz="2000" baseline="0"/>
              <a:t>Flow diagram for three persistence methods</a:t>
            </a:r>
          </a:p>
        </p:txBody>
      </p:sp>
      <p:sp>
        <p:nvSpPr>
          <p:cNvPr id="1100805" name="Line 5">
            <a:extLst>
              <a:ext uri="{FF2B5EF4-FFF2-40B4-BE49-F238E27FC236}">
                <a16:creationId xmlns:a16="http://schemas.microsoft.com/office/drawing/2014/main" id="{0727DB59-CB28-1FBF-AC34-0705547228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00807" name="Picture 7">
            <a:extLst>
              <a:ext uri="{FF2B5EF4-FFF2-40B4-BE49-F238E27FC236}">
                <a16:creationId xmlns:a16="http://schemas.microsoft.com/office/drawing/2014/main" id="{2F1F996F-25D5-8438-48F6-02568A628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075" y="1173163"/>
            <a:ext cx="5064125" cy="4922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32ACD873-25A0-DEA1-1AA4-962127045A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5930B474-2F7F-A54B-B427-2105DD7C63DD}" type="slidenum">
              <a:rPr lang="en-US" altLang="th-TH"/>
              <a:pPr/>
              <a:t>23</a:t>
            </a:fld>
            <a:endParaRPr lang="en-US" altLang="th-TH"/>
          </a:p>
        </p:txBody>
      </p:sp>
      <p:sp>
        <p:nvSpPr>
          <p:cNvPr id="1102850" name="Line 2">
            <a:extLst>
              <a:ext uri="{FF2B5EF4-FFF2-40B4-BE49-F238E27FC236}">
                <a16:creationId xmlns:a16="http://schemas.microsoft.com/office/drawing/2014/main" id="{EC60C806-2B83-A650-7B30-B570DA26C8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2851" name="Line 3">
            <a:extLst>
              <a:ext uri="{FF2B5EF4-FFF2-40B4-BE49-F238E27FC236}">
                <a16:creationId xmlns:a16="http://schemas.microsoft.com/office/drawing/2014/main" id="{7A824BF8-4C32-AE44-C359-3C57D7BD6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2852" name="Text Box 4">
            <a:extLst>
              <a:ext uri="{FF2B5EF4-FFF2-40B4-BE49-F238E27FC236}">
                <a16:creationId xmlns:a16="http://schemas.microsoft.com/office/drawing/2014/main" id="{41DD8277-9C3F-8A1D-07C2-36F680A04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848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12.12  </a:t>
            </a:r>
            <a:r>
              <a:rPr lang="en-US" altLang="th-TH" sz="2000" baseline="0"/>
              <a:t>Collision of the first bit in CSMA/CD</a:t>
            </a:r>
          </a:p>
        </p:txBody>
      </p:sp>
      <p:sp>
        <p:nvSpPr>
          <p:cNvPr id="1102853" name="Line 5">
            <a:extLst>
              <a:ext uri="{FF2B5EF4-FFF2-40B4-BE49-F238E27FC236}">
                <a16:creationId xmlns:a16="http://schemas.microsoft.com/office/drawing/2014/main" id="{E5D0A6A8-AF45-79ED-2D08-35AF3091E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02855" name="Picture 7">
            <a:extLst>
              <a:ext uri="{FF2B5EF4-FFF2-40B4-BE49-F238E27FC236}">
                <a16:creationId xmlns:a16="http://schemas.microsoft.com/office/drawing/2014/main" id="{AE7FA88B-E264-2576-1E2A-E59848EDC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" y="2033588"/>
            <a:ext cx="9058275" cy="2614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6F7DAB37-2986-C49D-22C2-55162F2BF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9F221CBC-98E8-5C4B-8B1F-AFEEE82E5214}" type="slidenum">
              <a:rPr lang="en-US" altLang="th-TH"/>
              <a:pPr/>
              <a:t>24</a:t>
            </a:fld>
            <a:endParaRPr lang="en-US" altLang="th-TH"/>
          </a:p>
        </p:txBody>
      </p:sp>
      <p:sp>
        <p:nvSpPr>
          <p:cNvPr id="1104898" name="Line 2">
            <a:extLst>
              <a:ext uri="{FF2B5EF4-FFF2-40B4-BE49-F238E27FC236}">
                <a16:creationId xmlns:a16="http://schemas.microsoft.com/office/drawing/2014/main" id="{14661625-3BC2-E092-49EB-936583C27E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4899" name="Line 3">
            <a:extLst>
              <a:ext uri="{FF2B5EF4-FFF2-40B4-BE49-F238E27FC236}">
                <a16:creationId xmlns:a16="http://schemas.microsoft.com/office/drawing/2014/main" id="{7C3407C2-7B84-06C3-B909-C2286CDFE4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4900" name="Text Box 4">
            <a:extLst>
              <a:ext uri="{FF2B5EF4-FFF2-40B4-BE49-F238E27FC236}">
                <a16:creationId xmlns:a16="http://schemas.microsoft.com/office/drawing/2014/main" id="{233A940F-184F-02EC-8A51-AE35BAEE9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7054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12.13 </a:t>
            </a:r>
            <a:r>
              <a:rPr lang="en-US" altLang="th-TH" sz="2000" baseline="0"/>
              <a:t>Collision and abortion in CSMA/CD</a:t>
            </a:r>
            <a:endParaRPr lang="en-US" altLang="th-TH" sz="3200" b="0" i="0" baseline="-18000">
              <a:latin typeface="Arial" panose="020B0604020202020204" pitchFamily="34" charset="0"/>
            </a:endParaRPr>
          </a:p>
          <a:p>
            <a:endParaRPr lang="en-US" altLang="th-TH" sz="2000" baseline="0"/>
          </a:p>
        </p:txBody>
      </p:sp>
      <p:sp>
        <p:nvSpPr>
          <p:cNvPr id="1104901" name="Line 5">
            <a:extLst>
              <a:ext uri="{FF2B5EF4-FFF2-40B4-BE49-F238E27FC236}">
                <a16:creationId xmlns:a16="http://schemas.microsoft.com/office/drawing/2014/main" id="{40D54F06-622F-3A6E-9FB6-2CFE20DFB1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04903" name="Picture 7">
            <a:extLst>
              <a:ext uri="{FF2B5EF4-FFF2-40B4-BE49-F238E27FC236}">
                <a16:creationId xmlns:a16="http://schemas.microsoft.com/office/drawing/2014/main" id="{D9A88123-ADD0-2E79-D8FC-0540CB34A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25" y="2081213"/>
            <a:ext cx="8994775" cy="294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C76C61B-78EE-4DBA-1657-84ACEB0A10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A55D789F-E31F-F443-AE25-D93C22A40AC4}" type="slidenum">
              <a:rPr lang="en-US" altLang="th-TH"/>
              <a:pPr/>
              <a:t>25</a:t>
            </a:fld>
            <a:endParaRPr lang="en-US" altLang="th-TH"/>
          </a:p>
        </p:txBody>
      </p:sp>
      <p:sp>
        <p:nvSpPr>
          <p:cNvPr id="1170434" name="Rectangle 2">
            <a:extLst>
              <a:ext uri="{FF2B5EF4-FFF2-40B4-BE49-F238E27FC236}">
                <a16:creationId xmlns:a16="http://schemas.microsoft.com/office/drawing/2014/main" id="{4A532FE1-9D8A-14BE-A2B7-994BEE90342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0435" name="Rectangle 3">
            <a:extLst>
              <a:ext uri="{FF2B5EF4-FFF2-40B4-BE49-F238E27FC236}">
                <a16:creationId xmlns:a16="http://schemas.microsoft.com/office/drawing/2014/main" id="{FADE112B-B83D-EF22-5F90-91115318941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0436" name="Rectangle 4">
            <a:extLst>
              <a:ext uri="{FF2B5EF4-FFF2-40B4-BE49-F238E27FC236}">
                <a16:creationId xmlns:a16="http://schemas.microsoft.com/office/drawing/2014/main" id="{7678AAB0-F969-C96C-1578-8601FE85494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0437" name="Rectangle 5">
            <a:extLst>
              <a:ext uri="{FF2B5EF4-FFF2-40B4-BE49-F238E27FC236}">
                <a16:creationId xmlns:a16="http://schemas.microsoft.com/office/drawing/2014/main" id="{7E33CA32-CB31-29EC-CEB9-DE7EB55D208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0438" name="Rectangle 6">
            <a:extLst>
              <a:ext uri="{FF2B5EF4-FFF2-40B4-BE49-F238E27FC236}">
                <a16:creationId xmlns:a16="http://schemas.microsoft.com/office/drawing/2014/main" id="{8AEF52DE-1EE3-782A-AD61-21CD4F7EEE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0439" name="Rectangle 7">
            <a:extLst>
              <a:ext uri="{FF2B5EF4-FFF2-40B4-BE49-F238E27FC236}">
                <a16:creationId xmlns:a16="http://schemas.microsoft.com/office/drawing/2014/main" id="{FEDC80AB-F2DE-251B-9A0D-B6BF680B5801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0440" name="Rectangle 8">
            <a:extLst>
              <a:ext uri="{FF2B5EF4-FFF2-40B4-BE49-F238E27FC236}">
                <a16:creationId xmlns:a16="http://schemas.microsoft.com/office/drawing/2014/main" id="{0E56B4F3-4349-3F84-55FC-8382A15C6E6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0441" name="Rectangle 9">
            <a:extLst>
              <a:ext uri="{FF2B5EF4-FFF2-40B4-BE49-F238E27FC236}">
                <a16:creationId xmlns:a16="http://schemas.microsoft.com/office/drawing/2014/main" id="{968219FF-941F-D2AF-7905-6EA371802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73138"/>
            <a:ext cx="8686800" cy="22272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/>
              <a:t>A network using CSMA/CD has a bandwidth of 10 Mbps. If the maximum propagation time (including the delays in the devices and ignoring the time needed to send a jamming signal, as we see later) is 25.6 μs, what is the minimum size of the frame?</a:t>
            </a:r>
          </a:p>
        </p:txBody>
      </p:sp>
      <p:sp>
        <p:nvSpPr>
          <p:cNvPr id="1170442" name="Text Box 10">
            <a:extLst>
              <a:ext uri="{FF2B5EF4-FFF2-40B4-BE49-F238E27FC236}">
                <a16:creationId xmlns:a16="http://schemas.microsoft.com/office/drawing/2014/main" id="{C686A6EB-805C-1B53-FB16-BE7189973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12.5</a:t>
            </a:r>
          </a:p>
        </p:txBody>
      </p:sp>
      <p:sp>
        <p:nvSpPr>
          <p:cNvPr id="1170443" name="Rectangle 11">
            <a:extLst>
              <a:ext uri="{FF2B5EF4-FFF2-40B4-BE49-F238E27FC236}">
                <a16:creationId xmlns:a16="http://schemas.microsoft.com/office/drawing/2014/main" id="{CFA7ADBA-3C76-F2EF-4E61-6AAE66C52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76600"/>
            <a:ext cx="8686800" cy="308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th-TH" baseline="0"/>
              <a:t>The frame transmission time is T</a:t>
            </a:r>
            <a:r>
              <a:rPr lang="en-US" altLang="th-TH" baseline="-16000"/>
              <a:t>fr</a:t>
            </a:r>
            <a:r>
              <a:rPr lang="en-US" altLang="th-TH" baseline="0"/>
              <a:t> = 2 × T</a:t>
            </a:r>
            <a:r>
              <a:rPr lang="en-US" altLang="th-TH" baseline="-14000"/>
              <a:t>p</a:t>
            </a:r>
            <a:r>
              <a:rPr lang="en-US" altLang="th-TH" baseline="0"/>
              <a:t> = 51.2 μs. This means, in the worst case, a station needs to transmit for a period of 51.2 μs to detect the collision. The minimum size of the frame is 10 Mbps × 51.2 μs = 512 bits or 64 bytes. This is actually the minimum size of the frame for Standard Ethernet.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B5B9B6E-1263-BCE1-0A15-4F62AC86A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6BFFA2AB-46E0-AA47-99DB-4C578450A060}" type="slidenum">
              <a:rPr lang="en-US" altLang="th-TH"/>
              <a:pPr/>
              <a:t>26</a:t>
            </a:fld>
            <a:endParaRPr lang="en-US" altLang="th-TH"/>
          </a:p>
        </p:txBody>
      </p:sp>
      <p:sp>
        <p:nvSpPr>
          <p:cNvPr id="1106946" name="Line 2">
            <a:extLst>
              <a:ext uri="{FF2B5EF4-FFF2-40B4-BE49-F238E27FC236}">
                <a16:creationId xmlns:a16="http://schemas.microsoft.com/office/drawing/2014/main" id="{352326A9-20A8-FC10-50C8-C37F5718CA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6947" name="Line 3">
            <a:extLst>
              <a:ext uri="{FF2B5EF4-FFF2-40B4-BE49-F238E27FC236}">
                <a16:creationId xmlns:a16="http://schemas.microsoft.com/office/drawing/2014/main" id="{0D804B09-FAD9-7541-A091-BE394ED898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6948" name="Text Box 4">
            <a:extLst>
              <a:ext uri="{FF2B5EF4-FFF2-40B4-BE49-F238E27FC236}">
                <a16:creationId xmlns:a16="http://schemas.microsoft.com/office/drawing/2014/main" id="{BE2F1371-13DB-8AB6-3955-0FBAA006C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387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12.14  </a:t>
            </a:r>
            <a:r>
              <a:rPr lang="en-US" altLang="th-TH" sz="2000" baseline="0"/>
              <a:t>Flow diagram for the CSMA/CD</a:t>
            </a:r>
          </a:p>
        </p:txBody>
      </p:sp>
      <p:sp>
        <p:nvSpPr>
          <p:cNvPr id="1106949" name="Line 5">
            <a:extLst>
              <a:ext uri="{FF2B5EF4-FFF2-40B4-BE49-F238E27FC236}">
                <a16:creationId xmlns:a16="http://schemas.microsoft.com/office/drawing/2014/main" id="{5B18298D-7A19-3063-C3A4-B56E9FD13A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06951" name="Picture 7">
            <a:extLst>
              <a:ext uri="{FF2B5EF4-FFF2-40B4-BE49-F238E27FC236}">
                <a16:creationId xmlns:a16="http://schemas.microsoft.com/office/drawing/2014/main" id="{0D7E805D-52B3-167A-4544-546084DA8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1012825"/>
            <a:ext cx="6297612" cy="508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F79E3943-B988-422F-A6B4-5AA789EE4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F849AC49-99C5-CB41-8D58-C0E34AA1E6D4}" type="slidenum">
              <a:rPr lang="en-US" altLang="th-TH"/>
              <a:pPr/>
              <a:t>27</a:t>
            </a:fld>
            <a:endParaRPr lang="en-US" altLang="th-TH"/>
          </a:p>
        </p:txBody>
      </p:sp>
      <p:sp>
        <p:nvSpPr>
          <p:cNvPr id="1108994" name="Line 2">
            <a:extLst>
              <a:ext uri="{FF2B5EF4-FFF2-40B4-BE49-F238E27FC236}">
                <a16:creationId xmlns:a16="http://schemas.microsoft.com/office/drawing/2014/main" id="{7BA0C323-148F-8B49-0387-E4E93CD6A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8995" name="Line 3">
            <a:extLst>
              <a:ext uri="{FF2B5EF4-FFF2-40B4-BE49-F238E27FC236}">
                <a16:creationId xmlns:a16="http://schemas.microsoft.com/office/drawing/2014/main" id="{BE4DC891-68E9-F2FC-3258-1D58461815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08996" name="Text Box 4">
            <a:extLst>
              <a:ext uri="{FF2B5EF4-FFF2-40B4-BE49-F238E27FC236}">
                <a16:creationId xmlns:a16="http://schemas.microsoft.com/office/drawing/2014/main" id="{55DD4D68-5004-B1B2-1284-D56926DFF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691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12.15  </a:t>
            </a:r>
            <a:r>
              <a:rPr lang="en-US" altLang="th-TH" sz="2000" baseline="0"/>
              <a:t>Energy level during transmission, idleness, or collision</a:t>
            </a:r>
          </a:p>
        </p:txBody>
      </p:sp>
      <p:sp>
        <p:nvSpPr>
          <p:cNvPr id="1108997" name="Line 5">
            <a:extLst>
              <a:ext uri="{FF2B5EF4-FFF2-40B4-BE49-F238E27FC236}">
                <a16:creationId xmlns:a16="http://schemas.microsoft.com/office/drawing/2014/main" id="{17B1AE62-741E-1D88-F852-7F7E4B24A7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08999" name="Picture 7">
            <a:extLst>
              <a:ext uri="{FF2B5EF4-FFF2-40B4-BE49-F238E27FC236}">
                <a16:creationId xmlns:a16="http://schemas.microsoft.com/office/drawing/2014/main" id="{FD86F9BB-0507-56BB-F88C-7552D1BD73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88" y="2378075"/>
            <a:ext cx="7212012" cy="227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7F5A0F1-B0C9-5553-4521-4E4CF08394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21EE6801-60C5-F444-88D6-722B7A8C4612}" type="slidenum">
              <a:rPr lang="en-US" altLang="th-TH"/>
              <a:pPr/>
              <a:t>28</a:t>
            </a:fld>
            <a:endParaRPr lang="en-US" altLang="th-TH"/>
          </a:p>
        </p:txBody>
      </p:sp>
      <p:sp>
        <p:nvSpPr>
          <p:cNvPr id="1111042" name="Line 2">
            <a:extLst>
              <a:ext uri="{FF2B5EF4-FFF2-40B4-BE49-F238E27FC236}">
                <a16:creationId xmlns:a16="http://schemas.microsoft.com/office/drawing/2014/main" id="{96CFE4CD-E516-F3B7-4BB3-F032958184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11043" name="Line 3">
            <a:extLst>
              <a:ext uri="{FF2B5EF4-FFF2-40B4-BE49-F238E27FC236}">
                <a16:creationId xmlns:a16="http://schemas.microsoft.com/office/drawing/2014/main" id="{A6ABB66F-5801-945F-D15C-F5E238A65E2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11044" name="Text Box 4">
            <a:extLst>
              <a:ext uri="{FF2B5EF4-FFF2-40B4-BE49-F238E27FC236}">
                <a16:creationId xmlns:a16="http://schemas.microsoft.com/office/drawing/2014/main" id="{B5A11944-9CE8-5B4C-2646-3DAF82DFC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175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12.16  </a:t>
            </a:r>
            <a:r>
              <a:rPr lang="en-US" altLang="th-TH" sz="2000" baseline="0"/>
              <a:t>Timing in CSMA/CA</a:t>
            </a:r>
          </a:p>
        </p:txBody>
      </p:sp>
      <p:sp>
        <p:nvSpPr>
          <p:cNvPr id="1111045" name="Line 5">
            <a:extLst>
              <a:ext uri="{FF2B5EF4-FFF2-40B4-BE49-F238E27FC236}">
                <a16:creationId xmlns:a16="http://schemas.microsoft.com/office/drawing/2014/main" id="{EED4DB05-39C4-9F62-1E97-D522DE779B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11047" name="Picture 7">
            <a:extLst>
              <a:ext uri="{FF2B5EF4-FFF2-40B4-BE49-F238E27FC236}">
                <a16:creationId xmlns:a16="http://schemas.microsoft.com/office/drawing/2014/main" id="{86432986-6998-B262-2F4D-BA55872E1A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2438400"/>
            <a:ext cx="8510587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647D442F-401C-2FEE-B6C9-F63AEE9E77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3DF3B7EF-E242-DE46-89D1-DD7A654100BC}" type="slidenum">
              <a:rPr lang="en-US" altLang="th-TH"/>
              <a:pPr/>
              <a:t>29</a:t>
            </a:fld>
            <a:endParaRPr lang="en-US" altLang="th-TH"/>
          </a:p>
        </p:txBody>
      </p:sp>
      <p:sp>
        <p:nvSpPr>
          <p:cNvPr id="1143810" name="Rectangle 2">
            <a:extLst>
              <a:ext uri="{FF2B5EF4-FFF2-40B4-BE49-F238E27FC236}">
                <a16:creationId xmlns:a16="http://schemas.microsoft.com/office/drawing/2014/main" id="{1493D3E1-FE90-BA5F-DCBE-D400E4EF2A5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1" name="Rectangle 3">
            <a:extLst>
              <a:ext uri="{FF2B5EF4-FFF2-40B4-BE49-F238E27FC236}">
                <a16:creationId xmlns:a16="http://schemas.microsoft.com/office/drawing/2014/main" id="{4877D846-DCC0-4A6B-28C9-902337AC15F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2" name="Rectangle 4">
            <a:extLst>
              <a:ext uri="{FF2B5EF4-FFF2-40B4-BE49-F238E27FC236}">
                <a16:creationId xmlns:a16="http://schemas.microsoft.com/office/drawing/2014/main" id="{6315619B-7D7D-11F7-E5AB-9A7927F3536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3" name="Rectangle 5">
            <a:extLst>
              <a:ext uri="{FF2B5EF4-FFF2-40B4-BE49-F238E27FC236}">
                <a16:creationId xmlns:a16="http://schemas.microsoft.com/office/drawing/2014/main" id="{946F290B-9219-76D0-EB60-5E60328F1E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4" name="Rectangle 6">
            <a:extLst>
              <a:ext uri="{FF2B5EF4-FFF2-40B4-BE49-F238E27FC236}">
                <a16:creationId xmlns:a16="http://schemas.microsoft.com/office/drawing/2014/main" id="{42C784FA-D2FF-A450-CF09-0D4423F43D4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5" name="Rectangle 7">
            <a:extLst>
              <a:ext uri="{FF2B5EF4-FFF2-40B4-BE49-F238E27FC236}">
                <a16:creationId xmlns:a16="http://schemas.microsoft.com/office/drawing/2014/main" id="{806DEAED-ABA5-C580-A0AB-67BF879B80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6" name="Rectangle 8">
            <a:extLst>
              <a:ext uri="{FF2B5EF4-FFF2-40B4-BE49-F238E27FC236}">
                <a16:creationId xmlns:a16="http://schemas.microsoft.com/office/drawing/2014/main" id="{19685412-42DD-8F20-B358-4B65D76CE3DB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3817" name="Line 9">
            <a:extLst>
              <a:ext uri="{FF2B5EF4-FFF2-40B4-BE49-F238E27FC236}">
                <a16:creationId xmlns:a16="http://schemas.microsoft.com/office/drawing/2014/main" id="{00B14089-0EF4-0C06-C966-50873CDE16C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43818" name="Line 10">
            <a:extLst>
              <a:ext uri="{FF2B5EF4-FFF2-40B4-BE49-F238E27FC236}">
                <a16:creationId xmlns:a16="http://schemas.microsoft.com/office/drawing/2014/main" id="{CBDBE4DB-0F3C-9C52-BC69-5F260C7C208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43819" name="Rectangle 11">
            <a:extLst>
              <a:ext uri="{FF2B5EF4-FFF2-40B4-BE49-F238E27FC236}">
                <a16:creationId xmlns:a16="http://schemas.microsoft.com/office/drawing/2014/main" id="{C56549D0-40D0-1AE5-3789-B5454F39B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In CSMA/CA, the IFS can also be used to define the priority of a station or a frame.</a:t>
            </a:r>
          </a:p>
        </p:txBody>
      </p:sp>
      <p:grpSp>
        <p:nvGrpSpPr>
          <p:cNvPr id="1143820" name="Group 12">
            <a:extLst>
              <a:ext uri="{FF2B5EF4-FFF2-40B4-BE49-F238E27FC236}">
                <a16:creationId xmlns:a16="http://schemas.microsoft.com/office/drawing/2014/main" id="{BD9477B6-40D2-DFB6-4B44-BD9CA51B957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43821" name="Picture 13">
              <a:extLst>
                <a:ext uri="{FF2B5EF4-FFF2-40B4-BE49-F238E27FC236}">
                  <a16:creationId xmlns:a16="http://schemas.microsoft.com/office/drawing/2014/main" id="{55A22E18-4946-127D-A165-88774864A1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43822" name="Text Box 14">
              <a:extLst>
                <a:ext uri="{FF2B5EF4-FFF2-40B4-BE49-F238E27FC236}">
                  <a16:creationId xmlns:a16="http://schemas.microsoft.com/office/drawing/2014/main" id="{E1866EE7-F654-6D95-5C89-5551918C7D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206CDD62-3185-9A73-E1E8-DE1AE6BFA7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A9A4EFDC-138A-2E41-B5D2-B3725EFBA9A3}" type="slidenum">
              <a:rPr lang="en-US" altLang="th-TH"/>
              <a:pPr/>
              <a:t>30</a:t>
            </a:fld>
            <a:endParaRPr lang="en-US" altLang="th-TH"/>
          </a:p>
        </p:txBody>
      </p:sp>
      <p:sp>
        <p:nvSpPr>
          <p:cNvPr id="1145858" name="Rectangle 2">
            <a:extLst>
              <a:ext uri="{FF2B5EF4-FFF2-40B4-BE49-F238E27FC236}">
                <a16:creationId xmlns:a16="http://schemas.microsoft.com/office/drawing/2014/main" id="{DAC792AC-E522-F8CF-534D-C4D59E64899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5859" name="Rectangle 3">
            <a:extLst>
              <a:ext uri="{FF2B5EF4-FFF2-40B4-BE49-F238E27FC236}">
                <a16:creationId xmlns:a16="http://schemas.microsoft.com/office/drawing/2014/main" id="{48C983B3-6FC5-95D8-09AE-8586F2BEF08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0" name="Rectangle 4">
            <a:extLst>
              <a:ext uri="{FF2B5EF4-FFF2-40B4-BE49-F238E27FC236}">
                <a16:creationId xmlns:a16="http://schemas.microsoft.com/office/drawing/2014/main" id="{604DD33B-9480-71AA-89FB-1CAD144AA9A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1" name="Rectangle 5">
            <a:extLst>
              <a:ext uri="{FF2B5EF4-FFF2-40B4-BE49-F238E27FC236}">
                <a16:creationId xmlns:a16="http://schemas.microsoft.com/office/drawing/2014/main" id="{3D4A5142-FB9D-352C-4AE0-A1B7C8E1141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2" name="Rectangle 6">
            <a:extLst>
              <a:ext uri="{FF2B5EF4-FFF2-40B4-BE49-F238E27FC236}">
                <a16:creationId xmlns:a16="http://schemas.microsoft.com/office/drawing/2014/main" id="{5446DC57-3FD4-AF93-47C2-287479D4D7B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3" name="Rectangle 7">
            <a:extLst>
              <a:ext uri="{FF2B5EF4-FFF2-40B4-BE49-F238E27FC236}">
                <a16:creationId xmlns:a16="http://schemas.microsoft.com/office/drawing/2014/main" id="{016F1DC1-467E-B75E-1FDB-D616508F1E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4" name="Rectangle 8">
            <a:extLst>
              <a:ext uri="{FF2B5EF4-FFF2-40B4-BE49-F238E27FC236}">
                <a16:creationId xmlns:a16="http://schemas.microsoft.com/office/drawing/2014/main" id="{415B13BA-8FEA-0849-C809-7CFF1F99B36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5865" name="Line 9">
            <a:extLst>
              <a:ext uri="{FF2B5EF4-FFF2-40B4-BE49-F238E27FC236}">
                <a16:creationId xmlns:a16="http://schemas.microsoft.com/office/drawing/2014/main" id="{C9AB052B-587D-E14B-5BF5-53640EE538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45866" name="Line 10">
            <a:extLst>
              <a:ext uri="{FF2B5EF4-FFF2-40B4-BE49-F238E27FC236}">
                <a16:creationId xmlns:a16="http://schemas.microsoft.com/office/drawing/2014/main" id="{364BFFD5-BCF3-02CB-C34B-58701E18A6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45867" name="Rectangle 11">
            <a:extLst>
              <a:ext uri="{FF2B5EF4-FFF2-40B4-BE49-F238E27FC236}">
                <a16:creationId xmlns:a16="http://schemas.microsoft.com/office/drawing/2014/main" id="{2E50DB87-F61D-1654-C92B-F20F648B9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528888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In CSMA/CA, if the station finds the channel busy, it does not restart the timer of the contention window;</a:t>
            </a:r>
          </a:p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it stops the timer and restarts it when the channel becomes idle.</a:t>
            </a:r>
          </a:p>
        </p:txBody>
      </p:sp>
      <p:grpSp>
        <p:nvGrpSpPr>
          <p:cNvPr id="1145868" name="Group 12">
            <a:extLst>
              <a:ext uri="{FF2B5EF4-FFF2-40B4-BE49-F238E27FC236}">
                <a16:creationId xmlns:a16="http://schemas.microsoft.com/office/drawing/2014/main" id="{18584E23-2470-B99A-E09D-E6DF5C80CB70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45869" name="Picture 13">
              <a:extLst>
                <a:ext uri="{FF2B5EF4-FFF2-40B4-BE49-F238E27FC236}">
                  <a16:creationId xmlns:a16="http://schemas.microsoft.com/office/drawing/2014/main" id="{00B660EB-2A53-2CD4-A754-4131BFCB64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45870" name="Text Box 14">
              <a:extLst>
                <a:ext uri="{FF2B5EF4-FFF2-40B4-BE49-F238E27FC236}">
                  <a16:creationId xmlns:a16="http://schemas.microsoft.com/office/drawing/2014/main" id="{6F2EED06-BE71-B110-7C98-8D834CDAB9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6AC581FD-557C-6E42-4F59-CA319D3BD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D40B6230-1A5E-9647-8B6E-1D22CF553619}" type="slidenum">
              <a:rPr lang="en-US" altLang="th-TH"/>
              <a:pPr/>
              <a:t>31</a:t>
            </a:fld>
            <a:endParaRPr lang="en-US" altLang="th-TH"/>
          </a:p>
        </p:txBody>
      </p:sp>
      <p:sp>
        <p:nvSpPr>
          <p:cNvPr id="1113090" name="Line 2">
            <a:extLst>
              <a:ext uri="{FF2B5EF4-FFF2-40B4-BE49-F238E27FC236}">
                <a16:creationId xmlns:a16="http://schemas.microsoft.com/office/drawing/2014/main" id="{71ABE4D7-B101-7B7A-3C35-EE96F881AD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13091" name="Line 3">
            <a:extLst>
              <a:ext uri="{FF2B5EF4-FFF2-40B4-BE49-F238E27FC236}">
                <a16:creationId xmlns:a16="http://schemas.microsoft.com/office/drawing/2014/main" id="{E1F636CC-94E4-4872-D970-E9D0884A427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13092" name="Text Box 4">
            <a:extLst>
              <a:ext uri="{FF2B5EF4-FFF2-40B4-BE49-F238E27FC236}">
                <a16:creationId xmlns:a16="http://schemas.microsoft.com/office/drawing/2014/main" id="{7D8469DE-BCB8-E5D2-103A-C493882F3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98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12.17  </a:t>
            </a:r>
            <a:r>
              <a:rPr lang="en-US" altLang="th-TH" sz="2000" baseline="0"/>
              <a:t>Flow diagram for CSMA/CA</a:t>
            </a:r>
          </a:p>
        </p:txBody>
      </p:sp>
      <p:sp>
        <p:nvSpPr>
          <p:cNvPr id="1113093" name="Line 5">
            <a:extLst>
              <a:ext uri="{FF2B5EF4-FFF2-40B4-BE49-F238E27FC236}">
                <a16:creationId xmlns:a16="http://schemas.microsoft.com/office/drawing/2014/main" id="{138D5EEE-3518-C77B-A45A-525DCC6D3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13095" name="Picture 7">
            <a:extLst>
              <a:ext uri="{FF2B5EF4-FFF2-40B4-BE49-F238E27FC236}">
                <a16:creationId xmlns:a16="http://schemas.microsoft.com/office/drawing/2014/main" id="{BAEA93A5-00DD-61B1-C978-BBC70A12F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092200"/>
            <a:ext cx="3025775" cy="485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F537A62C-8631-3C5F-5952-43C594AF00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F452B722-1500-6E45-A189-B111711D5F2D}" type="slidenum">
              <a:rPr lang="en-US" altLang="th-TH"/>
              <a:pPr/>
              <a:t>32</a:t>
            </a:fld>
            <a:endParaRPr lang="en-US" altLang="th-TH"/>
          </a:p>
        </p:txBody>
      </p:sp>
      <p:sp>
        <p:nvSpPr>
          <p:cNvPr id="1080322" name="Rectangle 2">
            <a:extLst>
              <a:ext uri="{FF2B5EF4-FFF2-40B4-BE49-F238E27FC236}">
                <a16:creationId xmlns:a16="http://schemas.microsoft.com/office/drawing/2014/main" id="{C4DF9F92-3408-70B0-80E5-B8DB498C3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080323" name="Text Box 3">
            <a:extLst>
              <a:ext uri="{FF2B5EF4-FFF2-40B4-BE49-F238E27FC236}">
                <a16:creationId xmlns:a16="http://schemas.microsoft.com/office/drawing/2014/main" id="{326264F2-092E-EFB3-C944-A983C6556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58308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12-2   CONTROLLED ACCESS</a:t>
            </a:r>
          </a:p>
        </p:txBody>
      </p:sp>
      <p:sp>
        <p:nvSpPr>
          <p:cNvPr id="1080324" name="Text Box 4">
            <a:extLst>
              <a:ext uri="{FF2B5EF4-FFF2-40B4-BE49-F238E27FC236}">
                <a16:creationId xmlns:a16="http://schemas.microsoft.com/office/drawing/2014/main" id="{230A08E7-9489-F6A8-6878-053160BE0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 i="0" baseline="0"/>
          </a:p>
        </p:txBody>
      </p:sp>
      <p:sp>
        <p:nvSpPr>
          <p:cNvPr id="1080325" name="Rectangle 5">
            <a:extLst>
              <a:ext uri="{FF2B5EF4-FFF2-40B4-BE49-F238E27FC236}">
                <a16:creationId xmlns:a16="http://schemas.microsoft.com/office/drawing/2014/main" id="{9CE980CC-DC85-B54D-058B-F305AD500D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2296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In </a:t>
            </a:r>
            <a:r>
              <a:rPr lang="en-US" altLang="th-TH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controlled access</a:t>
            </a:r>
            <a:r>
              <a:rPr lang="en-US" altLang="th-TH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, the stations consult one another to find which station has the right to send. A station cannot send unless it has been authorized by other stations. We discuss three popular controlled-access methods.</a:t>
            </a:r>
          </a:p>
        </p:txBody>
      </p:sp>
      <p:sp>
        <p:nvSpPr>
          <p:cNvPr id="1080326" name="Rectangle 6">
            <a:extLst>
              <a:ext uri="{FF2B5EF4-FFF2-40B4-BE49-F238E27FC236}">
                <a16:creationId xmlns:a16="http://schemas.microsoft.com/office/drawing/2014/main" id="{1E124B92-3113-4EFD-E526-EAC41730F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048250"/>
            <a:ext cx="6705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 i="0" baseline="0">
                <a:solidFill>
                  <a:srgbClr val="0033CC"/>
                </a:solidFill>
              </a:rPr>
              <a:t>Reservation</a:t>
            </a:r>
            <a:br>
              <a:rPr lang="fr-FR" altLang="th-TH" sz="2400" i="0" baseline="0">
                <a:solidFill>
                  <a:srgbClr val="0033CC"/>
                </a:solidFill>
              </a:rPr>
            </a:br>
            <a:r>
              <a:rPr lang="fr-FR" altLang="th-TH" sz="2400" i="0" baseline="0">
                <a:solidFill>
                  <a:srgbClr val="0033CC"/>
                </a:solidFill>
              </a:rPr>
              <a:t>Polling</a:t>
            </a:r>
            <a:br>
              <a:rPr lang="fr-FR" altLang="th-TH" sz="2400" i="0" baseline="0">
                <a:solidFill>
                  <a:srgbClr val="0033CC"/>
                </a:solidFill>
              </a:rPr>
            </a:br>
            <a:r>
              <a:rPr lang="en-US" altLang="th-TH" sz="2400" i="0" baseline="0">
                <a:solidFill>
                  <a:srgbClr val="0033CC"/>
                </a:solidFill>
              </a:rPr>
              <a:t>Token Passing</a:t>
            </a:r>
          </a:p>
        </p:txBody>
      </p:sp>
      <p:sp>
        <p:nvSpPr>
          <p:cNvPr id="1080327" name="Text Box 7">
            <a:extLst>
              <a:ext uri="{FF2B5EF4-FFF2-40B4-BE49-F238E27FC236}">
                <a16:creationId xmlns:a16="http://schemas.microsoft.com/office/drawing/2014/main" id="{3B8C2247-CE2E-E8F3-89B0-31C0FBDBC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45720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u="sng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60097D9-5223-6BF1-42A2-2FD6ECA00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97CE70E8-0944-2D4D-A827-1051BBD1161E}" type="slidenum">
              <a:rPr lang="en-US" altLang="th-TH"/>
              <a:pPr/>
              <a:t>33</a:t>
            </a:fld>
            <a:endParaRPr lang="en-US" altLang="th-TH"/>
          </a:p>
        </p:txBody>
      </p:sp>
      <p:sp>
        <p:nvSpPr>
          <p:cNvPr id="1115138" name="Line 2">
            <a:extLst>
              <a:ext uri="{FF2B5EF4-FFF2-40B4-BE49-F238E27FC236}">
                <a16:creationId xmlns:a16="http://schemas.microsoft.com/office/drawing/2014/main" id="{F30A676B-ABA9-884A-12F4-9BA4D5CFED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15139" name="Line 3">
            <a:extLst>
              <a:ext uri="{FF2B5EF4-FFF2-40B4-BE49-F238E27FC236}">
                <a16:creationId xmlns:a16="http://schemas.microsoft.com/office/drawing/2014/main" id="{7094C7A8-6A69-F0F1-B185-D252487498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15140" name="Text Box 4">
            <a:extLst>
              <a:ext uri="{FF2B5EF4-FFF2-40B4-BE49-F238E27FC236}">
                <a16:creationId xmlns:a16="http://schemas.microsoft.com/office/drawing/2014/main" id="{BC00A78C-D775-010B-0152-CF33B7035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764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12.18  </a:t>
            </a:r>
            <a:r>
              <a:rPr lang="en-US" altLang="th-TH" sz="2000" baseline="0"/>
              <a:t>Reservation access method</a:t>
            </a:r>
          </a:p>
        </p:txBody>
      </p:sp>
      <p:sp>
        <p:nvSpPr>
          <p:cNvPr id="1115141" name="Line 5">
            <a:extLst>
              <a:ext uri="{FF2B5EF4-FFF2-40B4-BE49-F238E27FC236}">
                <a16:creationId xmlns:a16="http://schemas.microsoft.com/office/drawing/2014/main" id="{694BC16F-212A-37B3-3E64-79BE63952D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15143" name="Picture 7">
            <a:extLst>
              <a:ext uri="{FF2B5EF4-FFF2-40B4-BE49-F238E27FC236}">
                <a16:creationId xmlns:a16="http://schemas.microsoft.com/office/drawing/2014/main" id="{049C9A82-D615-FEF4-D2CA-8CCE8ACF5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500" y="2514600"/>
            <a:ext cx="78613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12642789-07E1-DCFA-B3E5-C06F7773A0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1C87091B-AAD4-F84A-AA83-59189846F8D1}" type="slidenum">
              <a:rPr lang="en-US" altLang="th-TH"/>
              <a:pPr/>
              <a:t>34</a:t>
            </a:fld>
            <a:endParaRPr lang="en-US" altLang="th-TH"/>
          </a:p>
        </p:txBody>
      </p:sp>
      <p:sp>
        <p:nvSpPr>
          <p:cNvPr id="1117186" name="Line 2">
            <a:extLst>
              <a:ext uri="{FF2B5EF4-FFF2-40B4-BE49-F238E27FC236}">
                <a16:creationId xmlns:a16="http://schemas.microsoft.com/office/drawing/2014/main" id="{D8A1AC20-BDB2-4BDC-4623-F99F59C1B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17187" name="Line 3">
            <a:extLst>
              <a:ext uri="{FF2B5EF4-FFF2-40B4-BE49-F238E27FC236}">
                <a16:creationId xmlns:a16="http://schemas.microsoft.com/office/drawing/2014/main" id="{60973D6F-88B1-62B0-BCA3-A3F2C098B7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17188" name="Text Box 4">
            <a:extLst>
              <a:ext uri="{FF2B5EF4-FFF2-40B4-BE49-F238E27FC236}">
                <a16:creationId xmlns:a16="http://schemas.microsoft.com/office/drawing/2014/main" id="{53BC2796-7DB3-631F-EDDF-BE090157D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1786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12.19  </a:t>
            </a:r>
            <a:r>
              <a:rPr lang="en-US" altLang="th-TH" sz="2000" baseline="0"/>
              <a:t>Select and poll functions in polling access method</a:t>
            </a:r>
          </a:p>
        </p:txBody>
      </p:sp>
      <p:sp>
        <p:nvSpPr>
          <p:cNvPr id="1117189" name="Line 5">
            <a:extLst>
              <a:ext uri="{FF2B5EF4-FFF2-40B4-BE49-F238E27FC236}">
                <a16:creationId xmlns:a16="http://schemas.microsoft.com/office/drawing/2014/main" id="{9631CAC6-0D29-8CBE-A495-5B0973A044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17191" name="Picture 7">
            <a:extLst>
              <a:ext uri="{FF2B5EF4-FFF2-40B4-BE49-F238E27FC236}">
                <a16:creationId xmlns:a16="http://schemas.microsoft.com/office/drawing/2014/main" id="{BEAEA115-3287-8C0D-D299-A376BFA9D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1951038"/>
            <a:ext cx="8483600" cy="307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36E2941-68FC-74FA-8D14-65DB2F8B11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9EBB7DAE-0DD1-1643-85D3-09719A109A27}" type="slidenum">
              <a:rPr lang="en-US" altLang="th-TH"/>
              <a:pPr/>
              <a:t>35</a:t>
            </a:fld>
            <a:endParaRPr lang="en-US" altLang="th-TH"/>
          </a:p>
        </p:txBody>
      </p:sp>
      <p:sp>
        <p:nvSpPr>
          <p:cNvPr id="1119234" name="Line 2">
            <a:extLst>
              <a:ext uri="{FF2B5EF4-FFF2-40B4-BE49-F238E27FC236}">
                <a16:creationId xmlns:a16="http://schemas.microsoft.com/office/drawing/2014/main" id="{E70BB607-E446-B54E-7731-2663C79A1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19235" name="Line 3">
            <a:extLst>
              <a:ext uri="{FF2B5EF4-FFF2-40B4-BE49-F238E27FC236}">
                <a16:creationId xmlns:a16="http://schemas.microsoft.com/office/drawing/2014/main" id="{EB5449EE-A78D-2965-3352-98F470AD1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19236" name="Text Box 4">
            <a:extLst>
              <a:ext uri="{FF2B5EF4-FFF2-40B4-BE49-F238E27FC236}">
                <a16:creationId xmlns:a16="http://schemas.microsoft.com/office/drawing/2014/main" id="{D07A2F51-C816-8373-5F20-0277C8210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81000"/>
            <a:ext cx="8934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12.20  </a:t>
            </a:r>
            <a:r>
              <a:rPr lang="en-US" altLang="th-TH" sz="2000" baseline="0"/>
              <a:t>Logical ring and physical topology in token-passing access method</a:t>
            </a:r>
          </a:p>
        </p:txBody>
      </p:sp>
      <p:sp>
        <p:nvSpPr>
          <p:cNvPr id="1119237" name="Line 5">
            <a:extLst>
              <a:ext uri="{FF2B5EF4-FFF2-40B4-BE49-F238E27FC236}">
                <a16:creationId xmlns:a16="http://schemas.microsoft.com/office/drawing/2014/main" id="{6ED22EB3-C489-4F1A-6568-8D584DDEA0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19239" name="Picture 7">
            <a:extLst>
              <a:ext uri="{FF2B5EF4-FFF2-40B4-BE49-F238E27FC236}">
                <a16:creationId xmlns:a16="http://schemas.microsoft.com/office/drawing/2014/main" id="{F427F0B4-D24C-095B-7356-A88910EDB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36650"/>
            <a:ext cx="7102475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096EB87-6D90-2C23-6B16-700DC13A5B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354FD4CF-C0CB-4C42-9507-9241AB0FAFCE}" type="slidenum">
              <a:rPr lang="en-US" altLang="th-TH"/>
              <a:pPr/>
              <a:t>36</a:t>
            </a:fld>
            <a:endParaRPr lang="en-US" altLang="th-TH"/>
          </a:p>
        </p:txBody>
      </p:sp>
      <p:sp>
        <p:nvSpPr>
          <p:cNvPr id="1082370" name="Rectangle 2">
            <a:extLst>
              <a:ext uri="{FF2B5EF4-FFF2-40B4-BE49-F238E27FC236}">
                <a16:creationId xmlns:a16="http://schemas.microsoft.com/office/drawing/2014/main" id="{370CF172-014D-2C84-0BF4-A6FA2D754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th-TH" altLang="th-TH" sz="3200" i="0" baseline="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1082371" name="Text Box 3">
            <a:extLst>
              <a:ext uri="{FF2B5EF4-FFF2-40B4-BE49-F238E27FC236}">
                <a16:creationId xmlns:a16="http://schemas.microsoft.com/office/drawing/2014/main" id="{A013FA45-002A-86F3-4208-9EC331BD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50307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i="0" baseline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12-3   CHANNELIZATION</a:t>
            </a:r>
          </a:p>
        </p:txBody>
      </p:sp>
      <p:sp>
        <p:nvSpPr>
          <p:cNvPr id="1082372" name="Text Box 4">
            <a:extLst>
              <a:ext uri="{FF2B5EF4-FFF2-40B4-BE49-F238E27FC236}">
                <a16:creationId xmlns:a16="http://schemas.microsoft.com/office/drawing/2014/main" id="{18D13E10-EB38-AB5D-B7A5-DC2B317C3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th-TH" altLang="th-TH" sz="1800" i="0" baseline="0"/>
          </a:p>
        </p:txBody>
      </p:sp>
      <p:sp>
        <p:nvSpPr>
          <p:cNvPr id="1082373" name="Rectangle 5">
            <a:extLst>
              <a:ext uri="{FF2B5EF4-FFF2-40B4-BE49-F238E27FC236}">
                <a16:creationId xmlns:a16="http://schemas.microsoft.com/office/drawing/2014/main" id="{6AF56C0B-60F9-0DEA-F6FE-DEB3DC99E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524000"/>
            <a:ext cx="8229600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1" hangingPunct="1"/>
            <a:r>
              <a:rPr lang="en-US" altLang="th-TH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Channelization</a:t>
            </a:r>
            <a:r>
              <a:rPr lang="en-US" altLang="th-TH" baseline="0">
                <a:effectLst>
                  <a:outerShdw blurRad="38100" dist="38100" dir="2700000" algn="tl">
                    <a:srgbClr val="C0C0C0"/>
                  </a:outerShdw>
                </a:effectLst>
              </a:rPr>
              <a:t> is a multiple-access method in which the available bandwidth of a link is shared in time, frequency, or through code, between different stations. In this section, we discuss three channelization protocols.</a:t>
            </a:r>
          </a:p>
        </p:txBody>
      </p:sp>
      <p:sp>
        <p:nvSpPr>
          <p:cNvPr id="1082374" name="Rectangle 6">
            <a:extLst>
              <a:ext uri="{FF2B5EF4-FFF2-40B4-BE49-F238E27FC236}">
                <a16:creationId xmlns:a16="http://schemas.microsoft.com/office/drawing/2014/main" id="{69F957E9-D5F4-EB10-8A36-2CFE12B2D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743450"/>
            <a:ext cx="6705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en-US" altLang="th-TH" sz="2400" i="0" baseline="0">
                <a:solidFill>
                  <a:srgbClr val="0033CC"/>
                </a:solidFill>
              </a:rPr>
              <a:t>Frequency-Division Multiple Access (FDMA)</a:t>
            </a:r>
            <a:br>
              <a:rPr lang="fr-FR" altLang="th-TH" sz="2400" i="0" baseline="0">
                <a:solidFill>
                  <a:srgbClr val="0033CC"/>
                </a:solidFill>
              </a:rPr>
            </a:br>
            <a:r>
              <a:rPr lang="fr-FR" altLang="th-TH" sz="2400" i="0" baseline="0">
                <a:solidFill>
                  <a:srgbClr val="0033CC"/>
                </a:solidFill>
              </a:rPr>
              <a:t>Time-Division Multiple Access (TDMA)</a:t>
            </a:r>
          </a:p>
          <a:p>
            <a:pPr>
              <a:buClr>
                <a:schemeClr val="tx1"/>
              </a:buClr>
              <a:buSzPct val="117000"/>
              <a:buFont typeface="Wingdings" pitchFamily="2" charset="2"/>
              <a:buNone/>
            </a:pPr>
            <a:r>
              <a:rPr lang="fr-FR" altLang="th-TH" sz="2400" i="0" baseline="0">
                <a:solidFill>
                  <a:srgbClr val="0033CC"/>
                </a:solidFill>
              </a:rPr>
              <a:t>Code-Division Multiple Access (CDMA)</a:t>
            </a:r>
            <a:endParaRPr lang="en-US" altLang="th-TH" sz="2400" i="0" baseline="0">
              <a:solidFill>
                <a:srgbClr val="0033CC"/>
              </a:solidFill>
            </a:endParaRPr>
          </a:p>
        </p:txBody>
      </p:sp>
      <p:sp>
        <p:nvSpPr>
          <p:cNvPr id="1082375" name="Text Box 7">
            <a:extLst>
              <a:ext uri="{FF2B5EF4-FFF2-40B4-BE49-F238E27FC236}">
                <a16:creationId xmlns:a16="http://schemas.microsoft.com/office/drawing/2014/main" id="{D6C43C9D-23C2-A30C-B205-4285ED876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4267200"/>
            <a:ext cx="4862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th-TH" u="sng" baseline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Topics discussed in this section: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A614C206-B44A-B708-9D6F-7524F08E12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FDBFC83D-149A-B348-A400-AFC0A67F6671}" type="slidenum">
              <a:rPr lang="en-US" altLang="th-TH"/>
              <a:pPr/>
              <a:t>37</a:t>
            </a:fld>
            <a:endParaRPr lang="en-US" altLang="th-TH"/>
          </a:p>
        </p:txBody>
      </p:sp>
      <p:sp>
        <p:nvSpPr>
          <p:cNvPr id="1147906" name="Rectangle 2">
            <a:extLst>
              <a:ext uri="{FF2B5EF4-FFF2-40B4-BE49-F238E27FC236}">
                <a16:creationId xmlns:a16="http://schemas.microsoft.com/office/drawing/2014/main" id="{1BCDD110-B892-88B8-C6C3-617F28A7B3B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7907" name="Rectangle 3">
            <a:extLst>
              <a:ext uri="{FF2B5EF4-FFF2-40B4-BE49-F238E27FC236}">
                <a16:creationId xmlns:a16="http://schemas.microsoft.com/office/drawing/2014/main" id="{C06345AD-C83A-9954-25CC-2D3B99CB449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7908" name="Rectangle 4">
            <a:extLst>
              <a:ext uri="{FF2B5EF4-FFF2-40B4-BE49-F238E27FC236}">
                <a16:creationId xmlns:a16="http://schemas.microsoft.com/office/drawing/2014/main" id="{907106B6-798C-10B6-2C3F-80504F43DEC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7909" name="Rectangle 5">
            <a:extLst>
              <a:ext uri="{FF2B5EF4-FFF2-40B4-BE49-F238E27FC236}">
                <a16:creationId xmlns:a16="http://schemas.microsoft.com/office/drawing/2014/main" id="{610A9473-E200-62EB-AE0C-8672C5EBA9E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7910" name="Rectangle 6">
            <a:extLst>
              <a:ext uri="{FF2B5EF4-FFF2-40B4-BE49-F238E27FC236}">
                <a16:creationId xmlns:a16="http://schemas.microsoft.com/office/drawing/2014/main" id="{36DF3431-B173-9183-47F2-BD8FD983927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7911" name="Rectangle 7">
            <a:extLst>
              <a:ext uri="{FF2B5EF4-FFF2-40B4-BE49-F238E27FC236}">
                <a16:creationId xmlns:a16="http://schemas.microsoft.com/office/drawing/2014/main" id="{4C7C6452-26CE-71C8-153E-65D27AB2A7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7912" name="Rectangle 8">
            <a:extLst>
              <a:ext uri="{FF2B5EF4-FFF2-40B4-BE49-F238E27FC236}">
                <a16:creationId xmlns:a16="http://schemas.microsoft.com/office/drawing/2014/main" id="{AABCCBFD-232A-1312-0BF1-A2EB3C101C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7913" name="Line 9">
            <a:extLst>
              <a:ext uri="{FF2B5EF4-FFF2-40B4-BE49-F238E27FC236}">
                <a16:creationId xmlns:a16="http://schemas.microsoft.com/office/drawing/2014/main" id="{B3A5E25B-375F-1182-5F8C-5D26A95C84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47914" name="Line 10">
            <a:extLst>
              <a:ext uri="{FF2B5EF4-FFF2-40B4-BE49-F238E27FC236}">
                <a16:creationId xmlns:a16="http://schemas.microsoft.com/office/drawing/2014/main" id="{F8D150F2-AF82-C407-8574-97D1E8075D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47915" name="Rectangle 11">
            <a:extLst>
              <a:ext uri="{FF2B5EF4-FFF2-40B4-BE49-F238E27FC236}">
                <a16:creationId xmlns:a16="http://schemas.microsoft.com/office/drawing/2014/main" id="{4F48D6C4-AA91-BA6C-C76E-065482C84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We see the application of all these methods in Chapter 16 when</a:t>
            </a:r>
            <a:br>
              <a:rPr lang="en-US" altLang="th-TH" sz="3200" i="0" baseline="0">
                <a:latin typeface="Arial" panose="020B0604020202020204" pitchFamily="34" charset="0"/>
              </a:rPr>
            </a:br>
            <a:r>
              <a:rPr lang="en-US" altLang="th-TH" sz="3200" i="0" baseline="0">
                <a:latin typeface="Arial" panose="020B0604020202020204" pitchFamily="34" charset="0"/>
              </a:rPr>
              <a:t>we discuss cellular phone systems.</a:t>
            </a:r>
          </a:p>
        </p:txBody>
      </p:sp>
      <p:grpSp>
        <p:nvGrpSpPr>
          <p:cNvPr id="1147916" name="Group 12">
            <a:extLst>
              <a:ext uri="{FF2B5EF4-FFF2-40B4-BE49-F238E27FC236}">
                <a16:creationId xmlns:a16="http://schemas.microsoft.com/office/drawing/2014/main" id="{227F0DEF-7458-E40C-D0F0-EDBE91E4ADA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47917" name="Picture 13">
              <a:extLst>
                <a:ext uri="{FF2B5EF4-FFF2-40B4-BE49-F238E27FC236}">
                  <a16:creationId xmlns:a16="http://schemas.microsoft.com/office/drawing/2014/main" id="{DDF836D7-1A31-1322-A09A-82852B7B25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47918" name="Text Box 14">
              <a:extLst>
                <a:ext uri="{FF2B5EF4-FFF2-40B4-BE49-F238E27FC236}">
                  <a16:creationId xmlns:a16="http://schemas.microsoft.com/office/drawing/2014/main" id="{059F42E1-986A-91EF-5574-378D6312F9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5793DD52-B8DB-21DC-C6DE-6657085ADD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5949A110-1532-3049-92E6-72E0B38FC048}" type="slidenum">
              <a:rPr lang="en-US" altLang="th-TH"/>
              <a:pPr/>
              <a:t>38</a:t>
            </a:fld>
            <a:endParaRPr lang="en-US" altLang="th-TH"/>
          </a:p>
        </p:txBody>
      </p:sp>
      <p:sp>
        <p:nvSpPr>
          <p:cNvPr id="1121282" name="Line 2">
            <a:extLst>
              <a:ext uri="{FF2B5EF4-FFF2-40B4-BE49-F238E27FC236}">
                <a16:creationId xmlns:a16="http://schemas.microsoft.com/office/drawing/2014/main" id="{20A6C4EF-151F-E0AD-54C1-6C0AB9647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21283" name="Line 3">
            <a:extLst>
              <a:ext uri="{FF2B5EF4-FFF2-40B4-BE49-F238E27FC236}">
                <a16:creationId xmlns:a16="http://schemas.microsoft.com/office/drawing/2014/main" id="{DA05154F-47A3-BFFE-D586-7B7909E3A7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21284" name="Text Box 4">
            <a:extLst>
              <a:ext uri="{FF2B5EF4-FFF2-40B4-BE49-F238E27FC236}">
                <a16:creationId xmlns:a16="http://schemas.microsoft.com/office/drawing/2014/main" id="{047BBFF9-6B2E-539B-50FF-59AE3F880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616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12.21  </a:t>
            </a:r>
            <a:r>
              <a:rPr lang="en-US" altLang="th-TH" sz="2000" baseline="0"/>
              <a:t>Frequency-division multiple access (FDMA)</a:t>
            </a:r>
          </a:p>
        </p:txBody>
      </p:sp>
      <p:sp>
        <p:nvSpPr>
          <p:cNvPr id="1121285" name="Line 5">
            <a:extLst>
              <a:ext uri="{FF2B5EF4-FFF2-40B4-BE49-F238E27FC236}">
                <a16:creationId xmlns:a16="http://schemas.microsoft.com/office/drawing/2014/main" id="{7F8C4230-79FE-115F-F067-5E81274519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21289" name="Picture 9">
            <a:extLst>
              <a:ext uri="{FF2B5EF4-FFF2-40B4-BE49-F238E27FC236}">
                <a16:creationId xmlns:a16="http://schemas.microsoft.com/office/drawing/2014/main" id="{441AEFD1-CEBE-FFDA-6A29-44BB010AB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8" y="1231900"/>
            <a:ext cx="7212012" cy="478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A499044F-CB1D-E443-A3E2-AA6AA58C42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78F513AB-3164-0746-841F-742E0B388109}" type="slidenum">
              <a:rPr lang="en-US" altLang="th-TH"/>
              <a:pPr/>
              <a:t>39</a:t>
            </a:fld>
            <a:endParaRPr lang="en-US" altLang="th-TH"/>
          </a:p>
        </p:txBody>
      </p:sp>
      <p:sp>
        <p:nvSpPr>
          <p:cNvPr id="1149954" name="Rectangle 2">
            <a:extLst>
              <a:ext uri="{FF2B5EF4-FFF2-40B4-BE49-F238E27FC236}">
                <a16:creationId xmlns:a16="http://schemas.microsoft.com/office/drawing/2014/main" id="{4C22434D-A8B7-7051-508E-84A396244F1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9955" name="Rectangle 3">
            <a:extLst>
              <a:ext uri="{FF2B5EF4-FFF2-40B4-BE49-F238E27FC236}">
                <a16:creationId xmlns:a16="http://schemas.microsoft.com/office/drawing/2014/main" id="{FE471B9E-C1C3-E783-C1C5-814178FC2AF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9956" name="Rectangle 4">
            <a:extLst>
              <a:ext uri="{FF2B5EF4-FFF2-40B4-BE49-F238E27FC236}">
                <a16:creationId xmlns:a16="http://schemas.microsoft.com/office/drawing/2014/main" id="{AD42654A-89D8-53F1-94DD-00A26D041E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9957" name="Rectangle 5">
            <a:extLst>
              <a:ext uri="{FF2B5EF4-FFF2-40B4-BE49-F238E27FC236}">
                <a16:creationId xmlns:a16="http://schemas.microsoft.com/office/drawing/2014/main" id="{54A796A9-C5C8-7E57-8364-5B90E64B1FA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9958" name="Rectangle 6">
            <a:extLst>
              <a:ext uri="{FF2B5EF4-FFF2-40B4-BE49-F238E27FC236}">
                <a16:creationId xmlns:a16="http://schemas.microsoft.com/office/drawing/2014/main" id="{8DE5CA2D-155B-EA02-B039-30AD6F3494A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9959" name="Rectangle 7">
            <a:extLst>
              <a:ext uri="{FF2B5EF4-FFF2-40B4-BE49-F238E27FC236}">
                <a16:creationId xmlns:a16="http://schemas.microsoft.com/office/drawing/2014/main" id="{A93A4BAF-6014-2E3E-3090-F99BB50301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9960" name="Rectangle 8">
            <a:extLst>
              <a:ext uri="{FF2B5EF4-FFF2-40B4-BE49-F238E27FC236}">
                <a16:creationId xmlns:a16="http://schemas.microsoft.com/office/drawing/2014/main" id="{A2B8341D-BDF4-93B0-E188-D4EBD4E0634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49961" name="Line 9">
            <a:extLst>
              <a:ext uri="{FF2B5EF4-FFF2-40B4-BE49-F238E27FC236}">
                <a16:creationId xmlns:a16="http://schemas.microsoft.com/office/drawing/2014/main" id="{B20AC8A9-7784-A9F6-414A-464E70BFE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49962" name="Line 10">
            <a:extLst>
              <a:ext uri="{FF2B5EF4-FFF2-40B4-BE49-F238E27FC236}">
                <a16:creationId xmlns:a16="http://schemas.microsoft.com/office/drawing/2014/main" id="{7ABF655B-34D8-F022-769F-F69918D0A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49963" name="Rectangle 11">
            <a:extLst>
              <a:ext uri="{FF2B5EF4-FFF2-40B4-BE49-F238E27FC236}">
                <a16:creationId xmlns:a16="http://schemas.microsoft.com/office/drawing/2014/main" id="{764AB546-FFE8-1E12-7F25-C134FAB40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2041525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In FDMA, the available bandwidth </a:t>
            </a:r>
            <a:br>
              <a:rPr lang="en-US" altLang="th-TH" sz="3200" i="0" baseline="0">
                <a:latin typeface="Arial" panose="020B0604020202020204" pitchFamily="34" charset="0"/>
              </a:rPr>
            </a:br>
            <a:r>
              <a:rPr lang="en-US" altLang="th-TH" sz="3200" i="0" baseline="0">
                <a:latin typeface="Arial" panose="020B0604020202020204" pitchFamily="34" charset="0"/>
              </a:rPr>
              <a:t>of the common channel is divided into bands that are separated by guard bands.</a:t>
            </a:r>
          </a:p>
        </p:txBody>
      </p:sp>
      <p:grpSp>
        <p:nvGrpSpPr>
          <p:cNvPr id="1149964" name="Group 12">
            <a:extLst>
              <a:ext uri="{FF2B5EF4-FFF2-40B4-BE49-F238E27FC236}">
                <a16:creationId xmlns:a16="http://schemas.microsoft.com/office/drawing/2014/main" id="{26CE0E95-7101-E583-FD14-5989561E2CC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49965" name="Picture 13">
              <a:extLst>
                <a:ext uri="{FF2B5EF4-FFF2-40B4-BE49-F238E27FC236}">
                  <a16:creationId xmlns:a16="http://schemas.microsoft.com/office/drawing/2014/main" id="{016D53E5-AE0A-A7C7-DB5D-77E7C5AC20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49966" name="Text Box 14">
              <a:extLst>
                <a:ext uri="{FF2B5EF4-FFF2-40B4-BE49-F238E27FC236}">
                  <a16:creationId xmlns:a16="http://schemas.microsoft.com/office/drawing/2014/main" id="{C941D8C6-A2F7-8763-89F0-47EF9215C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6AFE13D-8176-0429-E1FD-3D53FFE2A2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B482340E-4083-D54C-9D03-63BF9A22CD3C}" type="slidenum">
              <a:rPr lang="en-US" altLang="th-TH"/>
              <a:pPr/>
              <a:t>40</a:t>
            </a:fld>
            <a:endParaRPr lang="en-US" altLang="th-TH"/>
          </a:p>
        </p:txBody>
      </p:sp>
      <p:sp>
        <p:nvSpPr>
          <p:cNvPr id="1123330" name="Line 2">
            <a:extLst>
              <a:ext uri="{FF2B5EF4-FFF2-40B4-BE49-F238E27FC236}">
                <a16:creationId xmlns:a16="http://schemas.microsoft.com/office/drawing/2014/main" id="{21790D68-1AE2-858F-D41C-6747D6297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23331" name="Line 3">
            <a:extLst>
              <a:ext uri="{FF2B5EF4-FFF2-40B4-BE49-F238E27FC236}">
                <a16:creationId xmlns:a16="http://schemas.microsoft.com/office/drawing/2014/main" id="{D206DF23-0E72-C08B-75D5-BD2DBEB9D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23332" name="Text Box 4">
            <a:extLst>
              <a:ext uri="{FF2B5EF4-FFF2-40B4-BE49-F238E27FC236}">
                <a16:creationId xmlns:a16="http://schemas.microsoft.com/office/drawing/2014/main" id="{E5BF55E5-1AB4-CB76-7999-7D6910135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008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12.22  </a:t>
            </a:r>
            <a:r>
              <a:rPr lang="en-US" altLang="th-TH" sz="2000" baseline="0"/>
              <a:t>Time-division multiple access (TDMA)</a:t>
            </a:r>
          </a:p>
        </p:txBody>
      </p:sp>
      <p:sp>
        <p:nvSpPr>
          <p:cNvPr id="1123333" name="Line 5">
            <a:extLst>
              <a:ext uri="{FF2B5EF4-FFF2-40B4-BE49-F238E27FC236}">
                <a16:creationId xmlns:a16="http://schemas.microsoft.com/office/drawing/2014/main" id="{7501931C-3F2F-1B0C-9FE4-BAF2BCC6D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23335" name="Picture 7">
            <a:extLst>
              <a:ext uri="{FF2B5EF4-FFF2-40B4-BE49-F238E27FC236}">
                <a16:creationId xmlns:a16="http://schemas.microsoft.com/office/drawing/2014/main" id="{9E5D1E81-0AF0-73DB-DD9C-EF19B2B63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43013"/>
            <a:ext cx="7212013" cy="4776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D6538B1F-0654-52F1-86DB-C8E3060601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D2BC5033-BFEB-9945-9849-2A86B6FFBE98}" type="slidenum">
              <a:rPr lang="en-US" altLang="th-TH"/>
              <a:pPr/>
              <a:t>41</a:t>
            </a:fld>
            <a:endParaRPr lang="en-US" altLang="th-TH"/>
          </a:p>
        </p:txBody>
      </p:sp>
      <p:sp>
        <p:nvSpPr>
          <p:cNvPr id="1152002" name="Rectangle 2">
            <a:extLst>
              <a:ext uri="{FF2B5EF4-FFF2-40B4-BE49-F238E27FC236}">
                <a16:creationId xmlns:a16="http://schemas.microsoft.com/office/drawing/2014/main" id="{6FFF348C-0174-28D2-8D03-198A5B9F5F7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2003" name="Rectangle 3">
            <a:extLst>
              <a:ext uri="{FF2B5EF4-FFF2-40B4-BE49-F238E27FC236}">
                <a16:creationId xmlns:a16="http://schemas.microsoft.com/office/drawing/2014/main" id="{89E0F684-A437-44F8-465F-2480047ED17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2004" name="Rectangle 4">
            <a:extLst>
              <a:ext uri="{FF2B5EF4-FFF2-40B4-BE49-F238E27FC236}">
                <a16:creationId xmlns:a16="http://schemas.microsoft.com/office/drawing/2014/main" id="{09641666-E4AE-A86F-5C6C-9CC8FB80BBC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2005" name="Rectangle 5">
            <a:extLst>
              <a:ext uri="{FF2B5EF4-FFF2-40B4-BE49-F238E27FC236}">
                <a16:creationId xmlns:a16="http://schemas.microsoft.com/office/drawing/2014/main" id="{7391A652-FAB2-BDAF-204F-BEBE85DF4AA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2006" name="Rectangle 6">
            <a:extLst>
              <a:ext uri="{FF2B5EF4-FFF2-40B4-BE49-F238E27FC236}">
                <a16:creationId xmlns:a16="http://schemas.microsoft.com/office/drawing/2014/main" id="{98F656C2-5BDD-D270-B187-CF5AAF17FE7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2007" name="Rectangle 7">
            <a:extLst>
              <a:ext uri="{FF2B5EF4-FFF2-40B4-BE49-F238E27FC236}">
                <a16:creationId xmlns:a16="http://schemas.microsoft.com/office/drawing/2014/main" id="{2D635052-A69D-09BB-AB00-5ECA65D586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2008" name="Rectangle 8">
            <a:extLst>
              <a:ext uri="{FF2B5EF4-FFF2-40B4-BE49-F238E27FC236}">
                <a16:creationId xmlns:a16="http://schemas.microsoft.com/office/drawing/2014/main" id="{40EF828C-0AF4-7F09-4F73-87DF7B6A35F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2009" name="Line 9">
            <a:extLst>
              <a:ext uri="{FF2B5EF4-FFF2-40B4-BE49-F238E27FC236}">
                <a16:creationId xmlns:a16="http://schemas.microsoft.com/office/drawing/2014/main" id="{59772F52-2E5F-7665-B855-36045CFA42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52010" name="Line 10">
            <a:extLst>
              <a:ext uri="{FF2B5EF4-FFF2-40B4-BE49-F238E27FC236}">
                <a16:creationId xmlns:a16="http://schemas.microsoft.com/office/drawing/2014/main" id="{37A8E38C-655B-DF3A-421F-DAD3702E1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52011" name="Rectangle 11">
            <a:extLst>
              <a:ext uri="{FF2B5EF4-FFF2-40B4-BE49-F238E27FC236}">
                <a16:creationId xmlns:a16="http://schemas.microsoft.com/office/drawing/2014/main" id="{34A48BA7-8083-4FAD-78BD-A47DBAF6E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In TDMA, the bandwidth is just one channel that is timeshared between different stations.</a:t>
            </a:r>
          </a:p>
        </p:txBody>
      </p:sp>
      <p:grpSp>
        <p:nvGrpSpPr>
          <p:cNvPr id="1152012" name="Group 12">
            <a:extLst>
              <a:ext uri="{FF2B5EF4-FFF2-40B4-BE49-F238E27FC236}">
                <a16:creationId xmlns:a16="http://schemas.microsoft.com/office/drawing/2014/main" id="{D1F72867-91EE-E5B7-A116-445C654A76F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52013" name="Picture 13">
              <a:extLst>
                <a:ext uri="{FF2B5EF4-FFF2-40B4-BE49-F238E27FC236}">
                  <a16:creationId xmlns:a16="http://schemas.microsoft.com/office/drawing/2014/main" id="{7A46D788-16F0-AFFE-5AD1-17CACDCA03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52014" name="Text Box 14">
              <a:extLst>
                <a:ext uri="{FF2B5EF4-FFF2-40B4-BE49-F238E27FC236}">
                  <a16:creationId xmlns:a16="http://schemas.microsoft.com/office/drawing/2014/main" id="{D2E150F9-0AE1-D55B-7070-37668FA86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8E0F759-9A42-261F-10E8-5311C6771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CD9048FB-6979-6F4E-8632-201865196E8A}" type="slidenum">
              <a:rPr lang="en-US" altLang="th-TH"/>
              <a:pPr/>
              <a:t>42</a:t>
            </a:fld>
            <a:endParaRPr lang="en-US" altLang="th-TH"/>
          </a:p>
        </p:txBody>
      </p:sp>
      <p:sp>
        <p:nvSpPr>
          <p:cNvPr id="1154050" name="Rectangle 2">
            <a:extLst>
              <a:ext uri="{FF2B5EF4-FFF2-40B4-BE49-F238E27FC236}">
                <a16:creationId xmlns:a16="http://schemas.microsoft.com/office/drawing/2014/main" id="{40E7AFC8-565B-78BC-9E69-0C977730805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4051" name="Rectangle 3">
            <a:extLst>
              <a:ext uri="{FF2B5EF4-FFF2-40B4-BE49-F238E27FC236}">
                <a16:creationId xmlns:a16="http://schemas.microsoft.com/office/drawing/2014/main" id="{3806014B-2A84-BD8E-BE03-669300A3513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4052" name="Rectangle 4">
            <a:extLst>
              <a:ext uri="{FF2B5EF4-FFF2-40B4-BE49-F238E27FC236}">
                <a16:creationId xmlns:a16="http://schemas.microsoft.com/office/drawing/2014/main" id="{5C31EA25-9BAB-F7CB-4CCD-9B109AEF8C7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4053" name="Rectangle 5">
            <a:extLst>
              <a:ext uri="{FF2B5EF4-FFF2-40B4-BE49-F238E27FC236}">
                <a16:creationId xmlns:a16="http://schemas.microsoft.com/office/drawing/2014/main" id="{E25AEF5E-E410-7648-6622-8DF63008D8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4054" name="Rectangle 6">
            <a:extLst>
              <a:ext uri="{FF2B5EF4-FFF2-40B4-BE49-F238E27FC236}">
                <a16:creationId xmlns:a16="http://schemas.microsoft.com/office/drawing/2014/main" id="{D7E88A01-04EF-3784-5149-B9097CA0998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4055" name="Rectangle 7">
            <a:extLst>
              <a:ext uri="{FF2B5EF4-FFF2-40B4-BE49-F238E27FC236}">
                <a16:creationId xmlns:a16="http://schemas.microsoft.com/office/drawing/2014/main" id="{BCCCF257-F998-A3CA-BFAF-393645790DA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4056" name="Rectangle 8">
            <a:extLst>
              <a:ext uri="{FF2B5EF4-FFF2-40B4-BE49-F238E27FC236}">
                <a16:creationId xmlns:a16="http://schemas.microsoft.com/office/drawing/2014/main" id="{9AFDBED8-811E-826A-59BF-46C2DE99BE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4057" name="Line 9">
            <a:extLst>
              <a:ext uri="{FF2B5EF4-FFF2-40B4-BE49-F238E27FC236}">
                <a16:creationId xmlns:a16="http://schemas.microsoft.com/office/drawing/2014/main" id="{AE14D5A9-3772-D34A-8F8F-5C8D9825B406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54058" name="Line 10">
            <a:extLst>
              <a:ext uri="{FF2B5EF4-FFF2-40B4-BE49-F238E27FC236}">
                <a16:creationId xmlns:a16="http://schemas.microsoft.com/office/drawing/2014/main" id="{117315F5-B8AA-0FB7-7C32-1FB87BADF8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9624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54059" name="Rectangle 11">
            <a:extLst>
              <a:ext uri="{FF2B5EF4-FFF2-40B4-BE49-F238E27FC236}">
                <a16:creationId xmlns:a16="http://schemas.microsoft.com/office/drawing/2014/main" id="{7EF3CC10-A1A0-96DB-5EE8-EFB950E9D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In CDMA, one channel carries all transmissions simultaneously.</a:t>
            </a:r>
          </a:p>
        </p:txBody>
      </p:sp>
      <p:grpSp>
        <p:nvGrpSpPr>
          <p:cNvPr id="1154060" name="Group 12">
            <a:extLst>
              <a:ext uri="{FF2B5EF4-FFF2-40B4-BE49-F238E27FC236}">
                <a16:creationId xmlns:a16="http://schemas.microsoft.com/office/drawing/2014/main" id="{98395799-0B92-7ABE-6D8D-F3787DBC5138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54061" name="Picture 13">
              <a:extLst>
                <a:ext uri="{FF2B5EF4-FFF2-40B4-BE49-F238E27FC236}">
                  <a16:creationId xmlns:a16="http://schemas.microsoft.com/office/drawing/2014/main" id="{01464F5C-36B4-DF9D-782C-D9400ED2E5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54062" name="Text Box 14">
              <a:extLst>
                <a:ext uri="{FF2B5EF4-FFF2-40B4-BE49-F238E27FC236}">
                  <a16:creationId xmlns:a16="http://schemas.microsoft.com/office/drawing/2014/main" id="{383DD69C-14DA-AB62-4C4C-B8F519906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DB8C5FA-8A0B-99FF-E88C-9DF1FF7C5D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D703CCDF-0ED8-9D43-A689-1B38FA887DC9}" type="slidenum">
              <a:rPr lang="en-US" altLang="th-TH"/>
              <a:pPr/>
              <a:t>43</a:t>
            </a:fld>
            <a:endParaRPr lang="en-US" altLang="th-TH"/>
          </a:p>
        </p:txBody>
      </p:sp>
      <p:sp>
        <p:nvSpPr>
          <p:cNvPr id="1125378" name="Line 2">
            <a:extLst>
              <a:ext uri="{FF2B5EF4-FFF2-40B4-BE49-F238E27FC236}">
                <a16:creationId xmlns:a16="http://schemas.microsoft.com/office/drawing/2014/main" id="{2611325C-A5D1-6273-BCE7-D2EAF5CF1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25379" name="Line 3">
            <a:extLst>
              <a:ext uri="{FF2B5EF4-FFF2-40B4-BE49-F238E27FC236}">
                <a16:creationId xmlns:a16="http://schemas.microsoft.com/office/drawing/2014/main" id="{619748DE-FB34-4BB1-2003-6080508BC0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25380" name="Text Box 4">
            <a:extLst>
              <a:ext uri="{FF2B5EF4-FFF2-40B4-BE49-F238E27FC236}">
                <a16:creationId xmlns:a16="http://schemas.microsoft.com/office/drawing/2014/main" id="{1550B60B-CBE9-8D02-A0A2-2F3ECC832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207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12.23  </a:t>
            </a:r>
            <a:r>
              <a:rPr lang="en-US" altLang="th-TH" sz="2000" baseline="0"/>
              <a:t>Simple idea of communication with code</a:t>
            </a:r>
          </a:p>
        </p:txBody>
      </p:sp>
      <p:sp>
        <p:nvSpPr>
          <p:cNvPr id="1125381" name="Line 5">
            <a:extLst>
              <a:ext uri="{FF2B5EF4-FFF2-40B4-BE49-F238E27FC236}">
                <a16:creationId xmlns:a16="http://schemas.microsoft.com/office/drawing/2014/main" id="{5C9F23CB-4A0F-03AC-F0C0-FEC6C01122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25383" name="Picture 7">
            <a:extLst>
              <a:ext uri="{FF2B5EF4-FFF2-40B4-BE49-F238E27FC236}">
                <a16:creationId xmlns:a16="http://schemas.microsoft.com/office/drawing/2014/main" id="{19A08873-94C2-FA4C-3EA8-9C1E9A294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213" y="1338263"/>
            <a:ext cx="7258050" cy="430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60CCC4A-AEFE-591C-F413-0225D844EF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2D008A11-F8FC-8346-AE34-B49BE0E9405A}" type="slidenum">
              <a:rPr lang="en-US" altLang="th-TH"/>
              <a:pPr/>
              <a:t>44</a:t>
            </a:fld>
            <a:endParaRPr lang="en-US" altLang="th-TH"/>
          </a:p>
        </p:txBody>
      </p:sp>
      <p:sp>
        <p:nvSpPr>
          <p:cNvPr id="1127426" name="Line 2">
            <a:extLst>
              <a:ext uri="{FF2B5EF4-FFF2-40B4-BE49-F238E27FC236}">
                <a16:creationId xmlns:a16="http://schemas.microsoft.com/office/drawing/2014/main" id="{2693F446-7DDE-B548-6D01-162E312E87F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27427" name="Line 3">
            <a:extLst>
              <a:ext uri="{FF2B5EF4-FFF2-40B4-BE49-F238E27FC236}">
                <a16:creationId xmlns:a16="http://schemas.microsoft.com/office/drawing/2014/main" id="{C395A147-E09B-52CC-04A6-2022A98156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27428" name="Text Box 4">
            <a:extLst>
              <a:ext uri="{FF2B5EF4-FFF2-40B4-BE49-F238E27FC236}">
                <a16:creationId xmlns:a16="http://schemas.microsoft.com/office/drawing/2014/main" id="{4E8BD65F-B487-F938-6B54-23BA4E1A1F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3589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12.24  </a:t>
            </a:r>
            <a:r>
              <a:rPr lang="en-US" altLang="th-TH" sz="2000" baseline="0"/>
              <a:t>Chip sequences</a:t>
            </a:r>
          </a:p>
        </p:txBody>
      </p:sp>
      <p:sp>
        <p:nvSpPr>
          <p:cNvPr id="1127429" name="Line 5">
            <a:extLst>
              <a:ext uri="{FF2B5EF4-FFF2-40B4-BE49-F238E27FC236}">
                <a16:creationId xmlns:a16="http://schemas.microsoft.com/office/drawing/2014/main" id="{100091B4-7652-6690-1F55-433698CC45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27431" name="Picture 7">
            <a:extLst>
              <a:ext uri="{FF2B5EF4-FFF2-40B4-BE49-F238E27FC236}">
                <a16:creationId xmlns:a16="http://schemas.microsoft.com/office/drawing/2014/main" id="{70AF1181-F56A-52EF-2801-7E9743602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870200"/>
            <a:ext cx="8775700" cy="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D59F9566-2C64-FD02-D64A-E6D9200D35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58EF8FB6-A045-144F-924A-F4EB7743DB72}" type="slidenum">
              <a:rPr lang="en-US" altLang="th-TH"/>
              <a:pPr/>
              <a:t>45</a:t>
            </a:fld>
            <a:endParaRPr lang="en-US" altLang="th-TH"/>
          </a:p>
        </p:txBody>
      </p:sp>
      <p:sp>
        <p:nvSpPr>
          <p:cNvPr id="1129474" name="Line 2">
            <a:extLst>
              <a:ext uri="{FF2B5EF4-FFF2-40B4-BE49-F238E27FC236}">
                <a16:creationId xmlns:a16="http://schemas.microsoft.com/office/drawing/2014/main" id="{18521EC8-B775-1A56-7682-E7F541B031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29475" name="Line 3">
            <a:extLst>
              <a:ext uri="{FF2B5EF4-FFF2-40B4-BE49-F238E27FC236}">
                <a16:creationId xmlns:a16="http://schemas.microsoft.com/office/drawing/2014/main" id="{E2593892-9A3C-B6B0-F761-90F70290E7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29476" name="Text Box 4">
            <a:extLst>
              <a:ext uri="{FF2B5EF4-FFF2-40B4-BE49-F238E27FC236}">
                <a16:creationId xmlns:a16="http://schemas.microsoft.com/office/drawing/2014/main" id="{A5A771D9-07B7-9589-EDAB-68D0F04DD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5126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12.25  </a:t>
            </a:r>
            <a:r>
              <a:rPr lang="en-US" altLang="th-TH" sz="2000" baseline="0"/>
              <a:t>Data representation in CDMA</a:t>
            </a:r>
          </a:p>
        </p:txBody>
      </p:sp>
      <p:sp>
        <p:nvSpPr>
          <p:cNvPr id="1129477" name="Line 5">
            <a:extLst>
              <a:ext uri="{FF2B5EF4-FFF2-40B4-BE49-F238E27FC236}">
                <a16:creationId xmlns:a16="http://schemas.microsoft.com/office/drawing/2014/main" id="{D2F60F54-3159-B2C7-3689-EB6E43274F5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29479" name="Picture 7">
            <a:extLst>
              <a:ext uri="{FF2B5EF4-FFF2-40B4-BE49-F238E27FC236}">
                <a16:creationId xmlns:a16="http://schemas.microsoft.com/office/drawing/2014/main" id="{B0C9A033-CC9D-FEB5-E21D-B1D6FA364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8" y="3016250"/>
            <a:ext cx="8126412" cy="717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479957D2-7003-9654-FFC4-24B7ADFB74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FFB8079E-0564-EB45-BEFA-C2DA6595417B}" type="slidenum">
              <a:rPr lang="en-US" altLang="th-TH"/>
              <a:pPr/>
              <a:t>46</a:t>
            </a:fld>
            <a:endParaRPr lang="en-US" altLang="th-TH"/>
          </a:p>
        </p:txBody>
      </p:sp>
      <p:sp>
        <p:nvSpPr>
          <p:cNvPr id="1131522" name="Line 2">
            <a:extLst>
              <a:ext uri="{FF2B5EF4-FFF2-40B4-BE49-F238E27FC236}">
                <a16:creationId xmlns:a16="http://schemas.microsoft.com/office/drawing/2014/main" id="{A3F7CE80-F8B9-9A15-773E-38D9824AD1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31523" name="Line 3">
            <a:extLst>
              <a:ext uri="{FF2B5EF4-FFF2-40B4-BE49-F238E27FC236}">
                <a16:creationId xmlns:a16="http://schemas.microsoft.com/office/drawing/2014/main" id="{D174388B-8E96-92D5-5748-EFD20DDF307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31524" name="Text Box 4">
            <a:extLst>
              <a:ext uri="{FF2B5EF4-FFF2-40B4-BE49-F238E27FC236}">
                <a16:creationId xmlns:a16="http://schemas.microsoft.com/office/drawing/2014/main" id="{6BC2CEB5-5566-59CB-38EF-AE1C39B61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4803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12.26  </a:t>
            </a:r>
            <a:r>
              <a:rPr lang="en-US" altLang="th-TH" sz="2000" baseline="0"/>
              <a:t>Sharing channel in CDMA</a:t>
            </a:r>
          </a:p>
        </p:txBody>
      </p:sp>
      <p:sp>
        <p:nvSpPr>
          <p:cNvPr id="1131525" name="Line 5">
            <a:extLst>
              <a:ext uri="{FF2B5EF4-FFF2-40B4-BE49-F238E27FC236}">
                <a16:creationId xmlns:a16="http://schemas.microsoft.com/office/drawing/2014/main" id="{EDEF903C-2031-0611-58B2-3617E6F93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31527" name="Picture 7">
            <a:extLst>
              <a:ext uri="{FF2B5EF4-FFF2-40B4-BE49-F238E27FC236}">
                <a16:creationId xmlns:a16="http://schemas.microsoft.com/office/drawing/2014/main" id="{11F208AC-3124-7094-D3D8-97096E7FC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1524000"/>
            <a:ext cx="8729662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22F2C80A-BF0F-180B-96FD-C643E71788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275FF550-0B00-5B4C-8027-19C1A8D6602D}" type="slidenum">
              <a:rPr lang="en-US" altLang="th-TH"/>
              <a:pPr/>
              <a:t>47</a:t>
            </a:fld>
            <a:endParaRPr lang="en-US" altLang="th-TH"/>
          </a:p>
        </p:txBody>
      </p:sp>
      <p:sp>
        <p:nvSpPr>
          <p:cNvPr id="1133570" name="Line 2">
            <a:extLst>
              <a:ext uri="{FF2B5EF4-FFF2-40B4-BE49-F238E27FC236}">
                <a16:creationId xmlns:a16="http://schemas.microsoft.com/office/drawing/2014/main" id="{9416AB79-697D-6D57-603A-4C266B96F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33571" name="Line 3">
            <a:extLst>
              <a:ext uri="{FF2B5EF4-FFF2-40B4-BE49-F238E27FC236}">
                <a16:creationId xmlns:a16="http://schemas.microsoft.com/office/drawing/2014/main" id="{9A07802F-BE2A-484E-DAD8-E4A0C96E9A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33572" name="Text Box 4">
            <a:extLst>
              <a:ext uri="{FF2B5EF4-FFF2-40B4-BE49-F238E27FC236}">
                <a16:creationId xmlns:a16="http://schemas.microsoft.com/office/drawing/2014/main" id="{946F2FA5-74ED-90AD-5B23-14E899D95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6969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12.27  </a:t>
            </a:r>
            <a:r>
              <a:rPr lang="en-US" altLang="th-TH" sz="2000" baseline="0"/>
              <a:t>Digital signal created by four stations in CDMA</a:t>
            </a:r>
          </a:p>
        </p:txBody>
      </p:sp>
      <p:sp>
        <p:nvSpPr>
          <p:cNvPr id="1133573" name="Line 5">
            <a:extLst>
              <a:ext uri="{FF2B5EF4-FFF2-40B4-BE49-F238E27FC236}">
                <a16:creationId xmlns:a16="http://schemas.microsoft.com/office/drawing/2014/main" id="{6AF74365-2F52-F4C3-4829-978347733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33575" name="Picture 7">
            <a:extLst>
              <a:ext uri="{FF2B5EF4-FFF2-40B4-BE49-F238E27FC236}">
                <a16:creationId xmlns:a16="http://schemas.microsoft.com/office/drawing/2014/main" id="{3D5AD7BE-E159-58A2-2220-A7FD4E190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1552575"/>
            <a:ext cx="8026400" cy="4238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734FFCA3-A7A3-D5A1-03BE-23D73CFC6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9FB5912A-EBFD-7C45-B20F-11E338FFE4A0}" type="slidenum">
              <a:rPr lang="en-US" altLang="th-TH"/>
              <a:pPr/>
              <a:t>48</a:t>
            </a:fld>
            <a:endParaRPr lang="en-US" altLang="th-TH"/>
          </a:p>
        </p:txBody>
      </p:sp>
      <p:sp>
        <p:nvSpPr>
          <p:cNvPr id="1135618" name="Line 2">
            <a:extLst>
              <a:ext uri="{FF2B5EF4-FFF2-40B4-BE49-F238E27FC236}">
                <a16:creationId xmlns:a16="http://schemas.microsoft.com/office/drawing/2014/main" id="{4A55F9CA-3D74-DE37-C3C6-91BE8C85AB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35619" name="Line 3">
            <a:extLst>
              <a:ext uri="{FF2B5EF4-FFF2-40B4-BE49-F238E27FC236}">
                <a16:creationId xmlns:a16="http://schemas.microsoft.com/office/drawing/2014/main" id="{21EB1FB8-E750-DAD1-B713-A38CF74DF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35620" name="Text Box 4">
            <a:extLst>
              <a:ext uri="{FF2B5EF4-FFF2-40B4-BE49-F238E27FC236}">
                <a16:creationId xmlns:a16="http://schemas.microsoft.com/office/drawing/2014/main" id="{DE80197B-E59E-4AE3-FDF7-8C1E76593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33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12.28  </a:t>
            </a:r>
            <a:r>
              <a:rPr lang="en-US" altLang="th-TH" sz="2000" baseline="0"/>
              <a:t>Decoding of the composite signal for one in CDMA</a:t>
            </a:r>
          </a:p>
        </p:txBody>
      </p:sp>
      <p:sp>
        <p:nvSpPr>
          <p:cNvPr id="1135621" name="Line 5">
            <a:extLst>
              <a:ext uri="{FF2B5EF4-FFF2-40B4-BE49-F238E27FC236}">
                <a16:creationId xmlns:a16="http://schemas.microsoft.com/office/drawing/2014/main" id="{C90AC2EA-202B-1056-C79E-25DCA5E709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35623" name="Picture 7">
            <a:extLst>
              <a:ext uri="{FF2B5EF4-FFF2-40B4-BE49-F238E27FC236}">
                <a16:creationId xmlns:a16="http://schemas.microsoft.com/office/drawing/2014/main" id="{CDF82D5F-432D-353E-B4A3-9A2111A8E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8" y="1301750"/>
            <a:ext cx="7358062" cy="433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2B80F008-6712-FB26-6B35-4DEB96022C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7ECEAD75-4698-1C42-82A1-40A7845D166F}" type="slidenum">
              <a:rPr lang="en-US" altLang="th-TH"/>
              <a:pPr/>
              <a:t>49</a:t>
            </a:fld>
            <a:endParaRPr lang="en-US" altLang="th-TH"/>
          </a:p>
        </p:txBody>
      </p:sp>
      <p:sp>
        <p:nvSpPr>
          <p:cNvPr id="1137666" name="Line 2">
            <a:extLst>
              <a:ext uri="{FF2B5EF4-FFF2-40B4-BE49-F238E27FC236}">
                <a16:creationId xmlns:a16="http://schemas.microsoft.com/office/drawing/2014/main" id="{AF9FF48F-21A0-5E80-9151-B83F877767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37667" name="Line 3">
            <a:extLst>
              <a:ext uri="{FF2B5EF4-FFF2-40B4-BE49-F238E27FC236}">
                <a16:creationId xmlns:a16="http://schemas.microsoft.com/office/drawing/2014/main" id="{6C903505-DF18-E8F9-E0FA-1074F754F3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37668" name="Text Box 4">
            <a:extLst>
              <a:ext uri="{FF2B5EF4-FFF2-40B4-BE49-F238E27FC236}">
                <a16:creationId xmlns:a16="http://schemas.microsoft.com/office/drawing/2014/main" id="{96515C1D-E04F-E737-3A00-4B8003233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7377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2400" i="0" baseline="0">
                <a:solidFill>
                  <a:schemeClr val="folHlink"/>
                </a:solidFill>
              </a:rPr>
              <a:t>Figure 12.29  </a:t>
            </a:r>
            <a:r>
              <a:rPr lang="en-US" altLang="th-TH" sz="2000" baseline="0"/>
              <a:t>General rule and examples of creating Walsh tables</a:t>
            </a:r>
          </a:p>
        </p:txBody>
      </p:sp>
      <p:sp>
        <p:nvSpPr>
          <p:cNvPr id="1137669" name="Line 5">
            <a:extLst>
              <a:ext uri="{FF2B5EF4-FFF2-40B4-BE49-F238E27FC236}">
                <a16:creationId xmlns:a16="http://schemas.microsoft.com/office/drawing/2014/main" id="{8EB09D14-B505-C5B0-D13A-F9FBC83B005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pic>
        <p:nvPicPr>
          <p:cNvPr id="1137671" name="Picture 7">
            <a:extLst>
              <a:ext uri="{FF2B5EF4-FFF2-40B4-BE49-F238E27FC236}">
                <a16:creationId xmlns:a16="http://schemas.microsoft.com/office/drawing/2014/main" id="{49178B96-769B-B1E1-0CAB-FD9F2DD01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750" y="1417638"/>
            <a:ext cx="5988050" cy="452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0A2754D0-1970-F53F-5B98-D6619075D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8368315A-7B31-9546-8FAE-37D90FC3406C}" type="slidenum">
              <a:rPr lang="en-US" altLang="th-TH"/>
              <a:pPr/>
              <a:t>50</a:t>
            </a:fld>
            <a:endParaRPr lang="en-US" altLang="th-TH"/>
          </a:p>
        </p:txBody>
      </p:sp>
      <p:sp>
        <p:nvSpPr>
          <p:cNvPr id="1156098" name="Rectangle 2">
            <a:extLst>
              <a:ext uri="{FF2B5EF4-FFF2-40B4-BE49-F238E27FC236}">
                <a16:creationId xmlns:a16="http://schemas.microsoft.com/office/drawing/2014/main" id="{E22BDB15-567E-C12F-077F-3DBA1B818B8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6099" name="Rectangle 3">
            <a:extLst>
              <a:ext uri="{FF2B5EF4-FFF2-40B4-BE49-F238E27FC236}">
                <a16:creationId xmlns:a16="http://schemas.microsoft.com/office/drawing/2014/main" id="{9C4BD94D-334A-E1C4-A01A-8EE3A8197D2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6100" name="Rectangle 4">
            <a:extLst>
              <a:ext uri="{FF2B5EF4-FFF2-40B4-BE49-F238E27FC236}">
                <a16:creationId xmlns:a16="http://schemas.microsoft.com/office/drawing/2014/main" id="{64818CE0-2953-9C27-4F18-4E9B4BE764C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6101" name="Rectangle 5">
            <a:extLst>
              <a:ext uri="{FF2B5EF4-FFF2-40B4-BE49-F238E27FC236}">
                <a16:creationId xmlns:a16="http://schemas.microsoft.com/office/drawing/2014/main" id="{9D80EABC-D1DD-CF54-683C-72D4D43F355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6102" name="Rectangle 6">
            <a:extLst>
              <a:ext uri="{FF2B5EF4-FFF2-40B4-BE49-F238E27FC236}">
                <a16:creationId xmlns:a16="http://schemas.microsoft.com/office/drawing/2014/main" id="{D691B3E0-FC5A-CE97-216A-02672E6614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6103" name="Rectangle 7">
            <a:extLst>
              <a:ext uri="{FF2B5EF4-FFF2-40B4-BE49-F238E27FC236}">
                <a16:creationId xmlns:a16="http://schemas.microsoft.com/office/drawing/2014/main" id="{C46455D2-F273-9C9F-FDB3-A70113EC6B5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6104" name="Rectangle 8">
            <a:extLst>
              <a:ext uri="{FF2B5EF4-FFF2-40B4-BE49-F238E27FC236}">
                <a16:creationId xmlns:a16="http://schemas.microsoft.com/office/drawing/2014/main" id="{FB32EDA3-2CD5-0BB6-C562-EB76513AB40D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6105" name="Line 9">
            <a:extLst>
              <a:ext uri="{FF2B5EF4-FFF2-40B4-BE49-F238E27FC236}">
                <a16:creationId xmlns:a16="http://schemas.microsoft.com/office/drawing/2014/main" id="{9FCF5F51-689B-3241-7228-FDE8D197569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56106" name="Line 10">
            <a:extLst>
              <a:ext uri="{FF2B5EF4-FFF2-40B4-BE49-F238E27FC236}">
                <a16:creationId xmlns:a16="http://schemas.microsoft.com/office/drawing/2014/main" id="{C3BB59DE-8A79-4C4A-4E20-C0D090361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1156107" name="Rectangle 11">
            <a:extLst>
              <a:ext uri="{FF2B5EF4-FFF2-40B4-BE49-F238E27FC236}">
                <a16:creationId xmlns:a16="http://schemas.microsoft.com/office/drawing/2014/main" id="{435738E2-2E67-1223-AA19-5F5D77D43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66800"/>
          </a:xfrm>
          <a:prstGeom prst="rect">
            <a:avLst/>
          </a:prstGeom>
          <a:solidFill>
            <a:srgbClr val="99FF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th-TH" sz="3200" i="0" baseline="0">
                <a:latin typeface="Arial" panose="020B0604020202020204" pitchFamily="34" charset="0"/>
              </a:rPr>
              <a:t>The number of sequences in a Walsh table needs to be N = 2</a:t>
            </a:r>
            <a:r>
              <a:rPr lang="en-US" altLang="th-TH" sz="3200" i="0" baseline="30000">
                <a:latin typeface="Arial" panose="020B0604020202020204" pitchFamily="34" charset="0"/>
              </a:rPr>
              <a:t>m</a:t>
            </a:r>
            <a:r>
              <a:rPr lang="en-US" altLang="th-TH" sz="3200" i="0" baseline="0">
                <a:latin typeface="Arial" panose="020B0604020202020204" pitchFamily="34" charset="0"/>
              </a:rPr>
              <a:t>.</a:t>
            </a:r>
          </a:p>
        </p:txBody>
      </p:sp>
      <p:grpSp>
        <p:nvGrpSpPr>
          <p:cNvPr id="1156108" name="Group 12">
            <a:extLst>
              <a:ext uri="{FF2B5EF4-FFF2-40B4-BE49-F238E27FC236}">
                <a16:creationId xmlns:a16="http://schemas.microsoft.com/office/drawing/2014/main" id="{4FE30371-007F-B59F-16CA-08A0B29C22C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1156109" name="Picture 13">
              <a:extLst>
                <a:ext uri="{FF2B5EF4-FFF2-40B4-BE49-F238E27FC236}">
                  <a16:creationId xmlns:a16="http://schemas.microsoft.com/office/drawing/2014/main" id="{33080FD7-C69F-9BC3-813E-FB99B6E92C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56110" name="Text Box 14">
              <a:extLst>
                <a:ext uri="{FF2B5EF4-FFF2-40B4-BE49-F238E27FC236}">
                  <a16:creationId xmlns:a16="http://schemas.microsoft.com/office/drawing/2014/main" id="{DCFA96E6-74DF-443C-E7CF-83B92DB26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th-TH" baseline="0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E166D9F7-DED9-4B77-C1EC-F4B390794D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8A968E3E-AFFB-644F-ACB9-375618563F63}" type="slidenum">
              <a:rPr lang="en-US" altLang="th-TH"/>
              <a:pPr/>
              <a:t>51</a:t>
            </a:fld>
            <a:endParaRPr lang="en-US" altLang="th-TH"/>
          </a:p>
        </p:txBody>
      </p:sp>
      <p:sp>
        <p:nvSpPr>
          <p:cNvPr id="950274" name="Rectangle 2">
            <a:extLst>
              <a:ext uri="{FF2B5EF4-FFF2-40B4-BE49-F238E27FC236}">
                <a16:creationId xmlns:a16="http://schemas.microsoft.com/office/drawing/2014/main" id="{9DA8C5EA-4EA7-2375-A00C-481FAF7F37A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950275" name="Rectangle 3">
            <a:extLst>
              <a:ext uri="{FF2B5EF4-FFF2-40B4-BE49-F238E27FC236}">
                <a16:creationId xmlns:a16="http://schemas.microsoft.com/office/drawing/2014/main" id="{F9669DF2-AA2C-FAD1-E17D-59BA893A069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950276" name="Rectangle 4">
            <a:extLst>
              <a:ext uri="{FF2B5EF4-FFF2-40B4-BE49-F238E27FC236}">
                <a16:creationId xmlns:a16="http://schemas.microsoft.com/office/drawing/2014/main" id="{B646C6C3-C99A-09BB-0389-7803D471EBC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950277" name="Rectangle 5">
            <a:extLst>
              <a:ext uri="{FF2B5EF4-FFF2-40B4-BE49-F238E27FC236}">
                <a16:creationId xmlns:a16="http://schemas.microsoft.com/office/drawing/2014/main" id="{6EF53E7E-E4C8-B76C-431A-55F48A016DF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950278" name="Rectangle 6">
            <a:extLst>
              <a:ext uri="{FF2B5EF4-FFF2-40B4-BE49-F238E27FC236}">
                <a16:creationId xmlns:a16="http://schemas.microsoft.com/office/drawing/2014/main" id="{0886D7F7-659A-DCC9-E28E-D97BBBB3226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950279" name="Rectangle 7">
            <a:extLst>
              <a:ext uri="{FF2B5EF4-FFF2-40B4-BE49-F238E27FC236}">
                <a16:creationId xmlns:a16="http://schemas.microsoft.com/office/drawing/2014/main" id="{3D1DAF83-8B88-7FFF-F257-2D68F289F58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950280" name="Rectangle 8">
            <a:extLst>
              <a:ext uri="{FF2B5EF4-FFF2-40B4-BE49-F238E27FC236}">
                <a16:creationId xmlns:a16="http://schemas.microsoft.com/office/drawing/2014/main" id="{3CF468DB-1E83-83B1-B7C9-53739A7AAE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950281" name="Rectangle 9">
            <a:extLst>
              <a:ext uri="{FF2B5EF4-FFF2-40B4-BE49-F238E27FC236}">
                <a16:creationId xmlns:a16="http://schemas.microsoft.com/office/drawing/2014/main" id="{E886783E-9039-CD66-D820-768FC01A7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/>
              <a:t>Find the chips for a network with</a:t>
            </a:r>
          </a:p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a.</a:t>
            </a:r>
            <a:r>
              <a:rPr lang="en-US" altLang="th-TH" baseline="0"/>
              <a:t> Two stations           </a:t>
            </a:r>
            <a:r>
              <a:rPr lang="en-US" altLang="th-TH" baseline="0">
                <a:solidFill>
                  <a:schemeClr val="hlink"/>
                </a:solidFill>
              </a:rPr>
              <a:t>b.</a:t>
            </a:r>
            <a:r>
              <a:rPr lang="en-US" altLang="th-TH" baseline="0"/>
              <a:t> Four stations</a:t>
            </a:r>
          </a:p>
        </p:txBody>
      </p:sp>
      <p:sp>
        <p:nvSpPr>
          <p:cNvPr id="950283" name="Text Box 11">
            <a:extLst>
              <a:ext uri="{FF2B5EF4-FFF2-40B4-BE49-F238E27FC236}">
                <a16:creationId xmlns:a16="http://schemas.microsoft.com/office/drawing/2014/main" id="{21CBDC01-F0AE-41A3-01D3-49077099F3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12.6</a:t>
            </a:r>
          </a:p>
        </p:txBody>
      </p:sp>
      <p:sp>
        <p:nvSpPr>
          <p:cNvPr id="950284" name="Rectangle 12">
            <a:extLst>
              <a:ext uri="{FF2B5EF4-FFF2-40B4-BE49-F238E27FC236}">
                <a16:creationId xmlns:a16="http://schemas.microsoft.com/office/drawing/2014/main" id="{EB9258FB-FCB5-602C-4080-0859DB1F3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38400"/>
            <a:ext cx="8686800" cy="3508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th-TH" baseline="0">
                <a:solidFill>
                  <a:schemeClr val="hlink"/>
                </a:solidFill>
              </a:rPr>
              <a:t>Solution</a:t>
            </a:r>
          </a:p>
          <a:p>
            <a:r>
              <a:rPr lang="en-US" altLang="th-TH" baseline="0"/>
              <a:t>We can use the rows of W</a:t>
            </a:r>
            <a:r>
              <a:rPr lang="en-US" altLang="th-TH"/>
              <a:t>2</a:t>
            </a:r>
            <a:r>
              <a:rPr lang="en-US" altLang="th-TH" baseline="0"/>
              <a:t> and W</a:t>
            </a:r>
            <a:r>
              <a:rPr lang="en-US" altLang="th-TH"/>
              <a:t>4</a:t>
            </a:r>
            <a:r>
              <a:rPr lang="en-US" altLang="th-TH" baseline="0"/>
              <a:t> in Figure 12.29:</a:t>
            </a:r>
          </a:p>
          <a:p>
            <a:r>
              <a:rPr lang="en-US" altLang="th-TH" baseline="0">
                <a:solidFill>
                  <a:schemeClr val="hlink"/>
                </a:solidFill>
              </a:rPr>
              <a:t>a.</a:t>
            </a:r>
            <a:r>
              <a:rPr lang="en-US" altLang="th-TH" baseline="0"/>
              <a:t> For a two-station network, we have </a:t>
            </a:r>
            <a:br>
              <a:rPr lang="en-US" altLang="th-TH" i="0" baseline="0"/>
            </a:br>
            <a:r>
              <a:rPr lang="en-US" altLang="th-TH" i="0" baseline="0"/>
              <a:t>                           [+1 +1] and [+1 −1].</a:t>
            </a:r>
          </a:p>
          <a:p>
            <a:endParaRPr lang="en-US" altLang="th-TH" i="0" baseline="0"/>
          </a:p>
          <a:p>
            <a:r>
              <a:rPr lang="en-US" altLang="th-TH" baseline="0">
                <a:solidFill>
                  <a:schemeClr val="hlink"/>
                </a:solidFill>
              </a:rPr>
              <a:t>b</a:t>
            </a:r>
            <a:r>
              <a:rPr lang="en-US" altLang="th-TH" baseline="0"/>
              <a:t>. For a four-station network we have </a:t>
            </a:r>
            <a:br>
              <a:rPr lang="en-US" altLang="th-TH" baseline="0"/>
            </a:br>
            <a:r>
              <a:rPr lang="en-US" altLang="th-TH" baseline="0"/>
              <a:t>                       </a:t>
            </a:r>
            <a:r>
              <a:rPr lang="en-US" altLang="th-TH" i="0" baseline="0"/>
              <a:t>[+1 +1 +1 +1], [+1 −1 +1 −1], </a:t>
            </a:r>
            <a:br>
              <a:rPr lang="en-US" altLang="th-TH" i="0" baseline="0"/>
            </a:br>
            <a:r>
              <a:rPr lang="en-US" altLang="th-TH" i="0" baseline="0"/>
              <a:t>                 [+1 +1 −1 −1],</a:t>
            </a:r>
            <a:r>
              <a:rPr lang="en-US" altLang="th-TH" baseline="0"/>
              <a:t>  and   </a:t>
            </a:r>
            <a:r>
              <a:rPr lang="en-US" altLang="th-TH" i="0" baseline="0"/>
              <a:t>[+1 −1 −1 +1].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856145F-F155-DE80-7B53-012ED53CAB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E66C5C3E-3CD9-4B45-AC7B-7B0773DB3633}" type="slidenum">
              <a:rPr lang="en-US" altLang="th-TH"/>
              <a:pPr/>
              <a:t>52</a:t>
            </a:fld>
            <a:endParaRPr lang="en-US" altLang="th-TH"/>
          </a:p>
        </p:txBody>
      </p:sp>
      <p:sp>
        <p:nvSpPr>
          <p:cNvPr id="1158146" name="Rectangle 2">
            <a:extLst>
              <a:ext uri="{FF2B5EF4-FFF2-40B4-BE49-F238E27FC236}">
                <a16:creationId xmlns:a16="http://schemas.microsoft.com/office/drawing/2014/main" id="{C9FE0F98-E881-6645-7A90-06B6BD82B85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8147" name="Rectangle 3">
            <a:extLst>
              <a:ext uri="{FF2B5EF4-FFF2-40B4-BE49-F238E27FC236}">
                <a16:creationId xmlns:a16="http://schemas.microsoft.com/office/drawing/2014/main" id="{AECD4645-612A-6C34-83F8-F89278FFD8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8148" name="Rectangle 4">
            <a:extLst>
              <a:ext uri="{FF2B5EF4-FFF2-40B4-BE49-F238E27FC236}">
                <a16:creationId xmlns:a16="http://schemas.microsoft.com/office/drawing/2014/main" id="{80D590FC-7867-D1D1-6E40-BBC61FC1B51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8149" name="Rectangle 5">
            <a:extLst>
              <a:ext uri="{FF2B5EF4-FFF2-40B4-BE49-F238E27FC236}">
                <a16:creationId xmlns:a16="http://schemas.microsoft.com/office/drawing/2014/main" id="{E9C95C17-DFD7-E49D-1F2A-7F0DA55067C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8150" name="Rectangle 6">
            <a:extLst>
              <a:ext uri="{FF2B5EF4-FFF2-40B4-BE49-F238E27FC236}">
                <a16:creationId xmlns:a16="http://schemas.microsoft.com/office/drawing/2014/main" id="{415190B2-2B43-6A3A-7E18-70D82AFF8C8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8151" name="Rectangle 7">
            <a:extLst>
              <a:ext uri="{FF2B5EF4-FFF2-40B4-BE49-F238E27FC236}">
                <a16:creationId xmlns:a16="http://schemas.microsoft.com/office/drawing/2014/main" id="{196E2A58-58C4-0FDF-568E-78CC911228CB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8152" name="Rectangle 8">
            <a:extLst>
              <a:ext uri="{FF2B5EF4-FFF2-40B4-BE49-F238E27FC236}">
                <a16:creationId xmlns:a16="http://schemas.microsoft.com/office/drawing/2014/main" id="{E733B61D-D5CF-061E-EDBD-9BE72654A2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58153" name="Rectangle 9">
            <a:extLst>
              <a:ext uri="{FF2B5EF4-FFF2-40B4-BE49-F238E27FC236}">
                <a16:creationId xmlns:a16="http://schemas.microsoft.com/office/drawing/2014/main" id="{F5EBD3ED-09C4-6A45-FEAD-1432CB29B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/>
              <a:t>What is the number of sequences if we have 90 stations in our network?</a:t>
            </a:r>
          </a:p>
        </p:txBody>
      </p:sp>
      <p:sp>
        <p:nvSpPr>
          <p:cNvPr id="1158154" name="Text Box 10">
            <a:extLst>
              <a:ext uri="{FF2B5EF4-FFF2-40B4-BE49-F238E27FC236}">
                <a16:creationId xmlns:a16="http://schemas.microsoft.com/office/drawing/2014/main" id="{E3093AD5-C81C-9B92-7D88-E86F8827C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12.7</a:t>
            </a:r>
          </a:p>
        </p:txBody>
      </p:sp>
      <p:sp>
        <p:nvSpPr>
          <p:cNvPr id="1158155" name="Rectangle 11">
            <a:extLst>
              <a:ext uri="{FF2B5EF4-FFF2-40B4-BE49-F238E27FC236}">
                <a16:creationId xmlns:a16="http://schemas.microsoft.com/office/drawing/2014/main" id="{6C8BD97C-E071-2AD5-8A16-42B201889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438400"/>
            <a:ext cx="8686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th-TH" baseline="0"/>
              <a:t>The number of sequences needs to be 2</a:t>
            </a:r>
            <a:r>
              <a:rPr lang="en-US" altLang="th-TH" baseline="30000"/>
              <a:t>m</a:t>
            </a:r>
            <a:r>
              <a:rPr lang="en-US" altLang="th-TH" baseline="0"/>
              <a:t>. We need to choose m = 7 and N = 2</a:t>
            </a:r>
            <a:r>
              <a:rPr lang="en-US" altLang="th-TH" baseline="30000"/>
              <a:t>7</a:t>
            </a:r>
            <a:r>
              <a:rPr lang="en-US" altLang="th-TH" baseline="0"/>
              <a:t> or 128. We can then use 90 </a:t>
            </a:r>
            <a:br>
              <a:rPr lang="en-US" altLang="th-TH" baseline="0"/>
            </a:br>
            <a:r>
              <a:rPr lang="en-US" altLang="th-TH" baseline="0"/>
              <a:t>of the sequences as the chips.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8E5CD0DF-9E5C-32E0-5DD8-818728A395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CDB946B6-F6B7-9742-9F7E-FCCB2996EE12}" type="slidenum">
              <a:rPr lang="en-US" altLang="th-TH"/>
              <a:pPr/>
              <a:t>53</a:t>
            </a:fld>
            <a:endParaRPr lang="en-US" altLang="th-TH"/>
          </a:p>
        </p:txBody>
      </p:sp>
      <p:sp>
        <p:nvSpPr>
          <p:cNvPr id="1160194" name="Rectangle 2">
            <a:extLst>
              <a:ext uri="{FF2B5EF4-FFF2-40B4-BE49-F238E27FC236}">
                <a16:creationId xmlns:a16="http://schemas.microsoft.com/office/drawing/2014/main" id="{9508419C-99F6-A0A2-2963-699C66F8FB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0195" name="Rectangle 3">
            <a:extLst>
              <a:ext uri="{FF2B5EF4-FFF2-40B4-BE49-F238E27FC236}">
                <a16:creationId xmlns:a16="http://schemas.microsoft.com/office/drawing/2014/main" id="{B20720B5-75CD-96FF-4414-5BA805A170F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0196" name="Rectangle 4">
            <a:extLst>
              <a:ext uri="{FF2B5EF4-FFF2-40B4-BE49-F238E27FC236}">
                <a16:creationId xmlns:a16="http://schemas.microsoft.com/office/drawing/2014/main" id="{F7AC7162-ED62-897F-6C7D-0C58DBE0FDD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0197" name="Rectangle 5">
            <a:extLst>
              <a:ext uri="{FF2B5EF4-FFF2-40B4-BE49-F238E27FC236}">
                <a16:creationId xmlns:a16="http://schemas.microsoft.com/office/drawing/2014/main" id="{7FDA737A-9AB9-20C9-4887-3D1608CB1A2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0198" name="Rectangle 6">
            <a:extLst>
              <a:ext uri="{FF2B5EF4-FFF2-40B4-BE49-F238E27FC236}">
                <a16:creationId xmlns:a16="http://schemas.microsoft.com/office/drawing/2014/main" id="{2EBDFABB-30A7-3491-B38C-DA575B21EC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0199" name="Rectangle 7">
            <a:extLst>
              <a:ext uri="{FF2B5EF4-FFF2-40B4-BE49-F238E27FC236}">
                <a16:creationId xmlns:a16="http://schemas.microsoft.com/office/drawing/2014/main" id="{56DC6EFD-87DD-14F8-15F9-1EB4269AF460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0200" name="Rectangle 8">
            <a:extLst>
              <a:ext uri="{FF2B5EF4-FFF2-40B4-BE49-F238E27FC236}">
                <a16:creationId xmlns:a16="http://schemas.microsoft.com/office/drawing/2014/main" id="{359A61E2-8A45-CA8E-D14C-70ACA4B42A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60201" name="Rectangle 9">
            <a:extLst>
              <a:ext uri="{FF2B5EF4-FFF2-40B4-BE49-F238E27FC236}">
                <a16:creationId xmlns:a16="http://schemas.microsoft.com/office/drawing/2014/main" id="{0F128CB4-FC75-A89F-EE83-44C3D452E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/>
              <a:t>Prove that a receiving station can get the data sent by a specific sender if it multiplies the entire data on the channel by the sender’s chip code and then divides it by the number of stations.</a:t>
            </a:r>
          </a:p>
        </p:txBody>
      </p:sp>
      <p:sp>
        <p:nvSpPr>
          <p:cNvPr id="1160202" name="Text Box 10">
            <a:extLst>
              <a:ext uri="{FF2B5EF4-FFF2-40B4-BE49-F238E27FC236}">
                <a16:creationId xmlns:a16="http://schemas.microsoft.com/office/drawing/2014/main" id="{FE6C639A-293D-6D6D-725C-D449548818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24876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12.8</a:t>
            </a:r>
          </a:p>
        </p:txBody>
      </p:sp>
      <p:sp>
        <p:nvSpPr>
          <p:cNvPr id="1160203" name="Rectangle 11">
            <a:extLst>
              <a:ext uri="{FF2B5EF4-FFF2-40B4-BE49-F238E27FC236}">
                <a16:creationId xmlns:a16="http://schemas.microsoft.com/office/drawing/2014/main" id="{6A3601D5-6B21-55C7-B08D-D01AA4FD1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00400"/>
            <a:ext cx="8686800" cy="30813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>
                <a:solidFill>
                  <a:schemeClr val="hlink"/>
                </a:solidFill>
              </a:rPr>
              <a:t>Solution</a:t>
            </a:r>
          </a:p>
          <a:p>
            <a:pPr algn="just"/>
            <a:r>
              <a:rPr lang="en-US" altLang="th-TH" baseline="0"/>
              <a:t>Let us prove this for the first station, using our previous four-station example. We can say that the data on the channel </a:t>
            </a:r>
            <a:br>
              <a:rPr lang="en-US" altLang="th-TH" baseline="0"/>
            </a:br>
            <a:r>
              <a:rPr lang="en-US" altLang="th-TH" baseline="0"/>
              <a:t>      D = (d</a:t>
            </a:r>
            <a:r>
              <a:rPr lang="en-US" altLang="th-TH"/>
              <a:t>1</a:t>
            </a:r>
            <a:r>
              <a:rPr lang="en-US" altLang="th-TH" baseline="0"/>
              <a:t> ⋅ c</a:t>
            </a:r>
            <a:r>
              <a:rPr lang="en-US" altLang="th-TH"/>
              <a:t>1</a:t>
            </a:r>
            <a:r>
              <a:rPr lang="en-US" altLang="th-TH" baseline="0"/>
              <a:t> + d</a:t>
            </a:r>
            <a:r>
              <a:rPr lang="en-US" altLang="th-TH"/>
              <a:t>2</a:t>
            </a:r>
            <a:r>
              <a:rPr lang="en-US" altLang="th-TH" baseline="0"/>
              <a:t> ⋅ c</a:t>
            </a:r>
            <a:r>
              <a:rPr lang="en-US" altLang="th-TH"/>
              <a:t>2</a:t>
            </a:r>
            <a:r>
              <a:rPr lang="en-US" altLang="th-TH" baseline="0"/>
              <a:t> + d</a:t>
            </a:r>
            <a:r>
              <a:rPr lang="en-US" altLang="th-TH"/>
              <a:t>3</a:t>
            </a:r>
            <a:r>
              <a:rPr lang="en-US" altLang="th-TH" baseline="0"/>
              <a:t> ⋅ c</a:t>
            </a:r>
            <a:r>
              <a:rPr lang="en-US" altLang="th-TH"/>
              <a:t>3</a:t>
            </a:r>
            <a:r>
              <a:rPr lang="en-US" altLang="th-TH" baseline="0"/>
              <a:t> + d</a:t>
            </a:r>
            <a:r>
              <a:rPr lang="en-US" altLang="th-TH"/>
              <a:t>4</a:t>
            </a:r>
            <a:r>
              <a:rPr lang="en-US" altLang="th-TH" baseline="0"/>
              <a:t> ⋅ c</a:t>
            </a:r>
            <a:r>
              <a:rPr lang="en-US" altLang="th-TH"/>
              <a:t>4</a:t>
            </a:r>
            <a:r>
              <a:rPr lang="en-US" altLang="th-TH" baseline="0"/>
              <a:t>). </a:t>
            </a:r>
            <a:br>
              <a:rPr lang="en-US" altLang="th-TH" baseline="0"/>
            </a:br>
            <a:r>
              <a:rPr lang="en-US" altLang="th-TH" baseline="0"/>
              <a:t>The receiver which wants to get the data sent by station 1 multiplies these data by c</a:t>
            </a:r>
            <a:r>
              <a:rPr lang="en-US" altLang="th-TH"/>
              <a:t>1</a:t>
            </a:r>
            <a:r>
              <a:rPr lang="en-US" altLang="th-TH" baseline="0"/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มายเลขสไลด์ 1">
            <a:extLst>
              <a:ext uri="{FF2B5EF4-FFF2-40B4-BE49-F238E27FC236}">
                <a16:creationId xmlns:a16="http://schemas.microsoft.com/office/drawing/2014/main" id="{B27C076E-D991-C5A9-EF49-7AD950973C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th-TH"/>
              <a:t>12.</a:t>
            </a:r>
            <a:fld id="{85937951-D4B5-8148-BE0F-8DABE5802A8D}" type="slidenum">
              <a:rPr lang="en-US" altLang="th-TH"/>
              <a:pPr/>
              <a:t>54</a:t>
            </a:fld>
            <a:endParaRPr lang="en-US" altLang="th-TH"/>
          </a:p>
        </p:txBody>
      </p:sp>
      <p:sp>
        <p:nvSpPr>
          <p:cNvPr id="1172482" name="Rectangle 2">
            <a:extLst>
              <a:ext uri="{FF2B5EF4-FFF2-40B4-BE49-F238E27FC236}">
                <a16:creationId xmlns:a16="http://schemas.microsoft.com/office/drawing/2014/main" id="{A362C513-2834-FA95-8BB4-DC1345FA89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2483" name="Rectangle 3">
            <a:extLst>
              <a:ext uri="{FF2B5EF4-FFF2-40B4-BE49-F238E27FC236}">
                <a16:creationId xmlns:a16="http://schemas.microsoft.com/office/drawing/2014/main" id="{4A372CFC-2F4A-82FC-9F89-7E7248A08CA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2484" name="Rectangle 4">
            <a:extLst>
              <a:ext uri="{FF2B5EF4-FFF2-40B4-BE49-F238E27FC236}">
                <a16:creationId xmlns:a16="http://schemas.microsoft.com/office/drawing/2014/main" id="{7600094F-0E29-0241-B611-5A442EC6B77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2485" name="Rectangle 5">
            <a:extLst>
              <a:ext uri="{FF2B5EF4-FFF2-40B4-BE49-F238E27FC236}">
                <a16:creationId xmlns:a16="http://schemas.microsoft.com/office/drawing/2014/main" id="{E21762BB-E208-FAE8-3EC4-72C004D9F11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2486" name="Rectangle 6">
            <a:extLst>
              <a:ext uri="{FF2B5EF4-FFF2-40B4-BE49-F238E27FC236}">
                <a16:creationId xmlns:a16="http://schemas.microsoft.com/office/drawing/2014/main" id="{9F030E7C-6EE7-9E6F-3855-9635E1A01A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2487" name="Rectangle 7">
            <a:extLst>
              <a:ext uri="{FF2B5EF4-FFF2-40B4-BE49-F238E27FC236}">
                <a16:creationId xmlns:a16="http://schemas.microsoft.com/office/drawing/2014/main" id="{39854A41-3D37-8223-6B31-CA7C64D925C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2488" name="Rectangle 8">
            <a:extLst>
              <a:ext uri="{FF2B5EF4-FFF2-40B4-BE49-F238E27FC236}">
                <a16:creationId xmlns:a16="http://schemas.microsoft.com/office/drawing/2014/main" id="{7CDA1651-DC91-DE91-5DAA-60C37B3B471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th-TH" altLang="th-TH" sz="2400" b="0" i="0" baseline="0">
              <a:latin typeface="Tahoma" panose="020B0604030504040204" pitchFamily="34" charset="0"/>
            </a:endParaRPr>
          </a:p>
        </p:txBody>
      </p:sp>
      <p:sp>
        <p:nvSpPr>
          <p:cNvPr id="1172489" name="Rectangle 9">
            <a:extLst>
              <a:ext uri="{FF2B5EF4-FFF2-40B4-BE49-F238E27FC236}">
                <a16:creationId xmlns:a16="http://schemas.microsoft.com/office/drawing/2014/main" id="{F989DFF7-B628-8EC3-7E00-5A2EE4749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1430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endParaRPr lang="th-TH" altLang="th-TH" baseline="0"/>
          </a:p>
        </p:txBody>
      </p:sp>
      <p:sp>
        <p:nvSpPr>
          <p:cNvPr id="1172490" name="Text Box 10">
            <a:extLst>
              <a:ext uri="{FF2B5EF4-FFF2-40B4-BE49-F238E27FC236}">
                <a16:creationId xmlns:a16="http://schemas.microsoft.com/office/drawing/2014/main" id="{02858FBA-BEB4-62BA-9D72-290929FCD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0"/>
            <a:ext cx="45291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th-TH" sz="3200" baseline="0">
                <a:solidFill>
                  <a:schemeClr val="hlink"/>
                </a:solidFill>
              </a:rPr>
              <a:t>Example 12.8 (continued)</a:t>
            </a:r>
          </a:p>
        </p:txBody>
      </p:sp>
      <p:sp>
        <p:nvSpPr>
          <p:cNvPr id="1172491" name="Rectangle 11">
            <a:extLst>
              <a:ext uri="{FF2B5EF4-FFF2-40B4-BE49-F238E27FC236}">
                <a16:creationId xmlns:a16="http://schemas.microsoft.com/office/drawing/2014/main" id="{385AC2A7-F854-DA9D-CE98-E2CE5179A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100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th-TH" baseline="0"/>
              <a:t>When we divide the result by N, we get d</a:t>
            </a:r>
            <a:r>
              <a:rPr lang="en-US" altLang="th-TH"/>
              <a:t>1 </a:t>
            </a:r>
            <a:r>
              <a:rPr lang="en-US" altLang="th-TH" baseline="0"/>
              <a:t>.</a:t>
            </a:r>
          </a:p>
        </p:txBody>
      </p:sp>
      <p:pic>
        <p:nvPicPr>
          <p:cNvPr id="1172492" name="Picture 12">
            <a:extLst>
              <a:ext uri="{FF2B5EF4-FFF2-40B4-BE49-F238E27FC236}">
                <a16:creationId xmlns:a16="http://schemas.microsoft.com/office/drawing/2014/main" id="{880D1212-7CC5-848E-EA15-DCEF363E8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981200"/>
            <a:ext cx="6362700" cy="1503363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h-TH" sz="28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th-TH" sz="2800" b="1" i="1" u="none" strike="noStrike" cap="none" normalizeH="0" baseline="-1000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ธีมของ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2FDA6E5C9AED4F8EFF71A80BEF2000" ma:contentTypeVersion="0" ma:contentTypeDescription="Create a new document." ma:contentTypeScope="" ma:versionID="73e4c27a01eba597f42058eb809988a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73260E-38A7-43C9-AEC7-511FC00AF7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D91D325-6FC7-4FB9-BB4E-03275F6FC0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3032</TotalTime>
  <Words>2136</Words>
  <Application>Microsoft Macintosh PowerPoint</Application>
  <PresentationFormat>นำเสนอทางหน้าจอ (4:3)</PresentationFormat>
  <Paragraphs>238</Paragraphs>
  <Slides>54</Slides>
  <Notes>54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6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54</vt:i4>
      </vt:variant>
    </vt:vector>
  </HeadingPairs>
  <TitlesOfParts>
    <vt:vector size="61" baseType="lpstr">
      <vt:lpstr>Times New Roman</vt:lpstr>
      <vt:lpstr>Tahoma</vt:lpstr>
      <vt:lpstr>Wingdings</vt:lpstr>
      <vt:lpstr>Arial</vt:lpstr>
      <vt:lpstr>McGrawHill-Italic</vt:lpstr>
      <vt:lpstr>Times</vt:lpstr>
      <vt:lpstr>Blends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THEERAPAT POORAYA</cp:lastModifiedBy>
  <cp:revision>186</cp:revision>
  <dcterms:created xsi:type="dcterms:W3CDTF">2000-01-15T04:50:39Z</dcterms:created>
  <dcterms:modified xsi:type="dcterms:W3CDTF">2026-10-19T02:42:12Z</dcterms:modified>
</cp:coreProperties>
</file>